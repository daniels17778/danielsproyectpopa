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0" r:id="rId5"/>
    <p:sldId id="265" r:id="rId6"/>
    <p:sldId id="264" r:id="rId7"/>
    <p:sldId id="257" r:id="rId8"/>
    <p:sldId id="261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5FA6"/>
    <a:srgbClr val="978161"/>
    <a:srgbClr val="CD1414"/>
    <a:srgbClr val="790707"/>
    <a:srgbClr val="820808"/>
    <a:srgbClr val="8C5C2C"/>
    <a:srgbClr val="C52121"/>
    <a:srgbClr val="0C3612"/>
    <a:srgbClr val="5A5DA3"/>
    <a:srgbClr val="050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99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B916D-BDAD-C96F-894E-DF9FA1BC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400FCB-8BA7-7259-D180-207490209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292B4B-782A-568A-445E-73790E21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829320-0B5E-873A-0D62-F283CBEB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4C4D3-E72B-BBB9-414B-C4593D77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06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E5748-6D5B-0102-767C-FB04637E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42424D-CCF6-EFA3-831D-BBBCCF00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084FA-4A90-EBAE-CCAD-749A26B4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E13EBC-B353-F592-6F49-E6BBB7EA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DABC6-3A79-AA20-F45A-041E16AC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292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A318-9CA9-E506-60B0-783F45E2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2C9731-0AAF-E32E-44F9-2D146D050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CFC86D-9500-17E9-74A3-FD27B6F7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F4C5C-B55A-9606-0514-E6FB409A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D8D0A-44C1-6D6B-4704-EAA5F7F7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09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0DCD6-518E-79D1-9E1A-2847DC64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5833B-64F3-550E-8EE2-BA36FE4DF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589F0F-9EEA-79F7-20CB-065D30B05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DA1B8E-1B71-49E0-E1F9-E776D36F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F594AB-CAEE-0F59-6E6E-81170ABD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50EE99-2C5E-5B6F-1ED6-94FBE1A7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510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6D949-06A0-BEED-7C78-8A6CBAB5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FC039F-6938-2C58-2ACA-876B831DF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0C6503-A16A-7AFF-6D37-42A8F0205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049569-2039-4803-E884-CDBA6243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E785DF-F4D7-B855-2495-190554F29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6ECFCB-E2FC-C64E-7F0E-74CDBEED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93C422-42F0-CDA3-5B96-E7389732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5EA82F-4BC3-3066-CB55-432C52E6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808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F23C8-9127-A3C9-7F30-4BA8F8B5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8B39E2-76ED-527A-BE5B-2B36B212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D71BDF-164A-CAB7-A649-0C9FF272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189156-ED55-3702-7624-8A2B6979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44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612AF6-0E13-F4D3-1022-BD4FF298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A480FC-33B0-1020-86AE-F0DBF17A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D5ADD7-BEE0-A49A-D1E5-E58E9302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74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85188-1D60-75B3-9369-39961622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43011-5B41-22FC-8F5D-DBF0FBEB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AD1EC3-1663-EA56-A736-850D59DF5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4730DC-C8AB-24A4-37BB-55F5547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B82D3-88DE-9FB9-6971-754C8B23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728A8E-FF55-54AB-B954-FA572A15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2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3415C-09A6-6498-5FF7-E74ABBBA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646F7A-D346-4DF3-04EA-983D2DD42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FE8824-7762-D8E2-9E08-33CE86DD2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E25DE4-0514-E5E6-B830-2AFCDCDE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A3FAAA-06F0-7531-167E-DF217DB4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7E2EAF-9689-D09B-C0C6-0EDFB455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313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5D378-63BE-C530-82E1-626E4228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BD3CD7-D734-E5A2-5834-CF43CF4A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61AD2-646E-A226-6562-EFE83FC2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FD7725-2D06-CBE1-7414-DC1715AF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F2EA-E1F2-0799-26FE-FA4A27FE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21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D4868E-BA8B-D930-1E82-4A83F06BA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D81FC7-76B0-84AF-9F28-1B5D5A5CA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2702E-1880-954D-79D0-F10A9B40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C16040-1277-1248-5481-DF35400D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C8CAE-E39B-C345-90A6-9AE3E678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589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16C06D-97ED-11A6-6F72-BFD8E203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ACFD3-27C1-C95F-408E-279F6EC5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A441AF-2E83-F437-C75D-3A58650D9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7536A-28E9-46A1-A996-754AB8D19FDB}" type="datetimeFigureOut">
              <a:rPr lang="es-CO" smtClean="0"/>
              <a:t>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E3FFC4-C3DF-7D68-5E6E-9EB3B2165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4323E-F254-5437-1DD5-3DC9B7A3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7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Rectángulo 1123">
            <a:extLst>
              <a:ext uri="{FF2B5EF4-FFF2-40B4-BE49-F238E27FC236}">
                <a16:creationId xmlns:a16="http://schemas.microsoft.com/office/drawing/2014/main" id="{084989AD-432C-1491-342B-D6DE78488170}"/>
              </a:ext>
            </a:extLst>
          </p:cNvPr>
          <p:cNvSpPr/>
          <p:nvPr/>
        </p:nvSpPr>
        <p:spPr>
          <a:xfrm>
            <a:off x="1" y="-7569"/>
            <a:ext cx="12192000" cy="5011224"/>
          </a:xfrm>
          <a:prstGeom prst="rect">
            <a:avLst/>
          </a:prstGeom>
          <a:gradFill flip="none" rotWithShape="1">
            <a:gsLst>
              <a:gs pos="0">
                <a:srgbClr val="46B1E1"/>
              </a:gs>
              <a:gs pos="100000">
                <a:srgbClr val="B8E1F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8" name="Triángulo isósceles 127">
            <a:extLst>
              <a:ext uri="{FF2B5EF4-FFF2-40B4-BE49-F238E27FC236}">
                <a16:creationId xmlns:a16="http://schemas.microsoft.com/office/drawing/2014/main" id="{66237AE9-7A68-40D8-3C04-367A6E293706}"/>
              </a:ext>
            </a:extLst>
          </p:cNvPr>
          <p:cNvSpPr/>
          <p:nvPr/>
        </p:nvSpPr>
        <p:spPr>
          <a:xfrm rot="10800000">
            <a:off x="2018588" y="4060521"/>
            <a:ext cx="463101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9" name="Triángulo isósceles 118">
            <a:extLst>
              <a:ext uri="{FF2B5EF4-FFF2-40B4-BE49-F238E27FC236}">
                <a16:creationId xmlns:a16="http://schemas.microsoft.com/office/drawing/2014/main" id="{759D9FCD-00A3-A7CF-9DFF-0079E82A1562}"/>
              </a:ext>
            </a:extLst>
          </p:cNvPr>
          <p:cNvSpPr/>
          <p:nvPr/>
        </p:nvSpPr>
        <p:spPr>
          <a:xfrm rot="10800000">
            <a:off x="3228190" y="4040738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0" name="Triángulo isósceles 119">
            <a:extLst>
              <a:ext uri="{FF2B5EF4-FFF2-40B4-BE49-F238E27FC236}">
                <a16:creationId xmlns:a16="http://schemas.microsoft.com/office/drawing/2014/main" id="{4B39B355-5E2D-BE60-051D-5A23E0C9E567}"/>
              </a:ext>
            </a:extLst>
          </p:cNvPr>
          <p:cNvSpPr/>
          <p:nvPr/>
        </p:nvSpPr>
        <p:spPr>
          <a:xfrm rot="10800000">
            <a:off x="4044638" y="4031079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1" name="Triángulo isósceles 120">
            <a:extLst>
              <a:ext uri="{FF2B5EF4-FFF2-40B4-BE49-F238E27FC236}">
                <a16:creationId xmlns:a16="http://schemas.microsoft.com/office/drawing/2014/main" id="{059F23BC-E6F7-ED2E-DAB1-A01CCCBF9311}"/>
              </a:ext>
            </a:extLst>
          </p:cNvPr>
          <p:cNvSpPr/>
          <p:nvPr/>
        </p:nvSpPr>
        <p:spPr>
          <a:xfrm rot="10800000">
            <a:off x="4834181" y="402458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Triángulo isósceles 121">
            <a:extLst>
              <a:ext uri="{FF2B5EF4-FFF2-40B4-BE49-F238E27FC236}">
                <a16:creationId xmlns:a16="http://schemas.microsoft.com/office/drawing/2014/main" id="{4D03778C-597F-F6BB-E943-5572613CE9CF}"/>
              </a:ext>
            </a:extLst>
          </p:cNvPr>
          <p:cNvSpPr/>
          <p:nvPr/>
        </p:nvSpPr>
        <p:spPr>
          <a:xfrm rot="10800000">
            <a:off x="5642606" y="402623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3" name="Triángulo isósceles 122">
            <a:extLst>
              <a:ext uri="{FF2B5EF4-FFF2-40B4-BE49-F238E27FC236}">
                <a16:creationId xmlns:a16="http://schemas.microsoft.com/office/drawing/2014/main" id="{D20AB3AD-13F7-AA0D-8AAC-05693DE5A6AD}"/>
              </a:ext>
            </a:extLst>
          </p:cNvPr>
          <p:cNvSpPr/>
          <p:nvPr/>
        </p:nvSpPr>
        <p:spPr>
          <a:xfrm rot="10800000">
            <a:off x="6432149" y="40197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4" name="Triángulo isósceles 123">
            <a:extLst>
              <a:ext uri="{FF2B5EF4-FFF2-40B4-BE49-F238E27FC236}">
                <a16:creationId xmlns:a16="http://schemas.microsoft.com/office/drawing/2014/main" id="{01A49E17-B19E-D212-4C4E-41457CD373C7}"/>
              </a:ext>
            </a:extLst>
          </p:cNvPr>
          <p:cNvSpPr/>
          <p:nvPr/>
        </p:nvSpPr>
        <p:spPr>
          <a:xfrm rot="10800000">
            <a:off x="7271519" y="4023127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5" name="Triángulo isósceles 124">
            <a:extLst>
              <a:ext uri="{FF2B5EF4-FFF2-40B4-BE49-F238E27FC236}">
                <a16:creationId xmlns:a16="http://schemas.microsoft.com/office/drawing/2014/main" id="{6FFA326A-290F-8FD5-28DA-3D577988BDC9}"/>
              </a:ext>
            </a:extLst>
          </p:cNvPr>
          <p:cNvSpPr/>
          <p:nvPr/>
        </p:nvSpPr>
        <p:spPr>
          <a:xfrm rot="10800000">
            <a:off x="8061062" y="401663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6" name="Triángulo isósceles 125">
            <a:extLst>
              <a:ext uri="{FF2B5EF4-FFF2-40B4-BE49-F238E27FC236}">
                <a16:creationId xmlns:a16="http://schemas.microsoft.com/office/drawing/2014/main" id="{E8391DB0-5EED-B92C-47F4-137F38F35FD8}"/>
              </a:ext>
            </a:extLst>
          </p:cNvPr>
          <p:cNvSpPr/>
          <p:nvPr/>
        </p:nvSpPr>
        <p:spPr>
          <a:xfrm rot="10800000">
            <a:off x="8885964" y="40213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7" name="Triángulo isósceles 126">
            <a:extLst>
              <a:ext uri="{FF2B5EF4-FFF2-40B4-BE49-F238E27FC236}">
                <a16:creationId xmlns:a16="http://schemas.microsoft.com/office/drawing/2014/main" id="{386E5760-70AC-D424-6A71-9F473EC4FD58}"/>
              </a:ext>
            </a:extLst>
          </p:cNvPr>
          <p:cNvSpPr/>
          <p:nvPr/>
        </p:nvSpPr>
        <p:spPr>
          <a:xfrm rot="10800000">
            <a:off x="9673205" y="4036620"/>
            <a:ext cx="445000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D3DCD17-5DF5-5132-CC1E-23D2B3B741F2}"/>
              </a:ext>
            </a:extLst>
          </p:cNvPr>
          <p:cNvSpPr/>
          <p:nvPr/>
        </p:nvSpPr>
        <p:spPr>
          <a:xfrm>
            <a:off x="2352625" y="3905704"/>
            <a:ext cx="7460456" cy="132833"/>
          </a:xfrm>
          <a:prstGeom prst="rect">
            <a:avLst/>
          </a:prstGeom>
          <a:gradFill flip="none" rotWithShape="1">
            <a:gsLst>
              <a:gs pos="0">
                <a:srgbClr val="82703D">
                  <a:shade val="30000"/>
                  <a:satMod val="115000"/>
                </a:srgbClr>
              </a:gs>
              <a:gs pos="50000">
                <a:srgbClr val="82703D">
                  <a:shade val="67500"/>
                  <a:satMod val="115000"/>
                </a:srgbClr>
              </a:gs>
              <a:gs pos="100000">
                <a:srgbClr val="82703D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AA472161-7C45-83E4-FAD3-7CC5C63F3B20}"/>
              </a:ext>
            </a:extLst>
          </p:cNvPr>
          <p:cNvSpPr/>
          <p:nvPr/>
        </p:nvSpPr>
        <p:spPr>
          <a:xfrm rot="10800000">
            <a:off x="2418746" y="403853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56EFD272-5A15-B367-6243-89BA51C63D68}"/>
              </a:ext>
            </a:extLst>
          </p:cNvPr>
          <p:cNvSpPr/>
          <p:nvPr/>
        </p:nvSpPr>
        <p:spPr>
          <a:xfrm rot="16200000">
            <a:off x="1948721" y="385839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BA107329-B16F-9AA5-D07C-9DFEFFC9453A}"/>
              </a:ext>
            </a:extLst>
          </p:cNvPr>
          <p:cNvSpPr/>
          <p:nvPr/>
        </p:nvSpPr>
        <p:spPr>
          <a:xfrm rot="5400000">
            <a:off x="3181919" y="384937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D61F75E5-FDE0-AA45-7A25-21AA425329B6}"/>
              </a:ext>
            </a:extLst>
          </p:cNvPr>
          <p:cNvSpPr/>
          <p:nvPr/>
        </p:nvSpPr>
        <p:spPr>
          <a:xfrm rot="16200000">
            <a:off x="3587183" y="384093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" name="Triángulo isósceles 104">
            <a:extLst>
              <a:ext uri="{FF2B5EF4-FFF2-40B4-BE49-F238E27FC236}">
                <a16:creationId xmlns:a16="http://schemas.microsoft.com/office/drawing/2014/main" id="{A7D99744-4E82-612D-B0D9-086767EAF0C5}"/>
              </a:ext>
            </a:extLst>
          </p:cNvPr>
          <p:cNvSpPr/>
          <p:nvPr/>
        </p:nvSpPr>
        <p:spPr>
          <a:xfrm rot="5400000">
            <a:off x="4804580" y="383007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" name="Triángulo isósceles 107">
            <a:extLst>
              <a:ext uri="{FF2B5EF4-FFF2-40B4-BE49-F238E27FC236}">
                <a16:creationId xmlns:a16="http://schemas.microsoft.com/office/drawing/2014/main" id="{EAF673CA-CAAF-C2A3-5C41-42BE03A44065}"/>
              </a:ext>
            </a:extLst>
          </p:cNvPr>
          <p:cNvSpPr/>
          <p:nvPr/>
        </p:nvSpPr>
        <p:spPr>
          <a:xfrm rot="16200000">
            <a:off x="5197062" y="382837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" name="Triángulo isósceles 108">
            <a:extLst>
              <a:ext uri="{FF2B5EF4-FFF2-40B4-BE49-F238E27FC236}">
                <a16:creationId xmlns:a16="http://schemas.microsoft.com/office/drawing/2014/main" id="{1C953181-AE4E-772B-EE9A-EEA01831DDA8}"/>
              </a:ext>
            </a:extLst>
          </p:cNvPr>
          <p:cNvSpPr/>
          <p:nvPr/>
        </p:nvSpPr>
        <p:spPr>
          <a:xfrm rot="5400000">
            <a:off x="6407145" y="382434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CD2BF13E-D57C-1636-F7A8-E6C3E9687642}"/>
              </a:ext>
            </a:extLst>
          </p:cNvPr>
          <p:cNvSpPr/>
          <p:nvPr/>
        </p:nvSpPr>
        <p:spPr>
          <a:xfrm rot="16200000">
            <a:off x="6818437" y="3831197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715F84DE-9328-C9C6-5710-916FCB374F94}"/>
              </a:ext>
            </a:extLst>
          </p:cNvPr>
          <p:cNvSpPr/>
          <p:nvPr/>
        </p:nvSpPr>
        <p:spPr>
          <a:xfrm rot="5400000">
            <a:off x="8044082" y="382818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24D07B9F-1A07-DF34-E817-6DBC5725E814}"/>
              </a:ext>
            </a:extLst>
          </p:cNvPr>
          <p:cNvSpPr/>
          <p:nvPr/>
        </p:nvSpPr>
        <p:spPr>
          <a:xfrm rot="16200000">
            <a:off x="7632041" y="383244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6" name="Triángulo isósceles 115">
            <a:extLst>
              <a:ext uri="{FF2B5EF4-FFF2-40B4-BE49-F238E27FC236}">
                <a16:creationId xmlns:a16="http://schemas.microsoft.com/office/drawing/2014/main" id="{C731F97C-6EB9-EC7D-8E44-222968A1BF2D}"/>
              </a:ext>
            </a:extLst>
          </p:cNvPr>
          <p:cNvSpPr/>
          <p:nvPr/>
        </p:nvSpPr>
        <p:spPr>
          <a:xfrm rot="16200000">
            <a:off x="8435888" y="383721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21728907-6839-9AAB-1645-B13B8F8337F4}"/>
              </a:ext>
            </a:extLst>
          </p:cNvPr>
          <p:cNvSpPr/>
          <p:nvPr/>
        </p:nvSpPr>
        <p:spPr>
          <a:xfrm rot="5400000">
            <a:off x="9657852" y="383600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35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4B12204E-99D5-4337-B04C-C8E468AA9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12989" y="6268720"/>
            <a:ext cx="6092526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DDA4AAB-2F62-EB4B-2358-2B7E9590D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6073382" y="6268720"/>
            <a:ext cx="6131603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" name="Rectángulo 716">
            <a:extLst>
              <a:ext uri="{FF2B5EF4-FFF2-40B4-BE49-F238E27FC236}">
                <a16:creationId xmlns:a16="http://schemas.microsoft.com/office/drawing/2014/main" id="{CE7DB67E-14DC-A0C2-C0DE-B17047ADAB1C}"/>
              </a:ext>
            </a:extLst>
          </p:cNvPr>
          <p:cNvSpPr/>
          <p:nvPr/>
        </p:nvSpPr>
        <p:spPr>
          <a:xfrm>
            <a:off x="6330962" y="4333869"/>
            <a:ext cx="925530" cy="854081"/>
          </a:xfrm>
          <a:prstGeom prst="rect">
            <a:avLst/>
          </a:prstGeom>
          <a:solidFill>
            <a:srgbClr val="B3B1B0"/>
          </a:solidFill>
          <a:ln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AA937A-60F8-49CF-1C6A-28C20B600B25}"/>
              </a:ext>
            </a:extLst>
          </p:cNvPr>
          <p:cNvSpPr/>
          <p:nvPr/>
        </p:nvSpPr>
        <p:spPr>
          <a:xfrm>
            <a:off x="0" y="6268720"/>
            <a:ext cx="12211874" cy="589280"/>
          </a:xfrm>
          <a:prstGeom prst="rect">
            <a:avLst/>
          </a:prstGeom>
          <a:solidFill>
            <a:srgbClr val="89943C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9C73D4-50CE-0153-5CDC-F83185E129BD}"/>
              </a:ext>
            </a:extLst>
          </p:cNvPr>
          <p:cNvSpPr/>
          <p:nvPr/>
        </p:nvSpPr>
        <p:spPr>
          <a:xfrm>
            <a:off x="1" y="4976812"/>
            <a:ext cx="12191996" cy="106076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2DAEDA-05E5-1C9F-D561-9949B7542682}"/>
              </a:ext>
            </a:extLst>
          </p:cNvPr>
          <p:cNvSpPr/>
          <p:nvPr/>
        </p:nvSpPr>
        <p:spPr>
          <a:xfrm>
            <a:off x="1703384" y="4783135"/>
            <a:ext cx="8695535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684181-CF46-421E-F655-BBE539FD0D91}"/>
              </a:ext>
            </a:extLst>
          </p:cNvPr>
          <p:cNvSpPr/>
          <p:nvPr/>
        </p:nvSpPr>
        <p:spPr>
          <a:xfrm>
            <a:off x="10398919" y="4783137"/>
            <a:ext cx="1793080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CDEC2D-BC59-9D28-9265-044F4079F3E4}"/>
              </a:ext>
            </a:extLst>
          </p:cNvPr>
          <p:cNvSpPr/>
          <p:nvPr/>
        </p:nvSpPr>
        <p:spPr>
          <a:xfrm>
            <a:off x="0" y="4783136"/>
            <a:ext cx="1703385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F34809-AFBB-8075-7651-73D27E71CED4}"/>
              </a:ext>
            </a:extLst>
          </p:cNvPr>
          <p:cNvSpPr/>
          <p:nvPr/>
        </p:nvSpPr>
        <p:spPr>
          <a:xfrm>
            <a:off x="10844209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E787198-060D-4A98-1046-639FA789B2BD}"/>
              </a:ext>
            </a:extLst>
          </p:cNvPr>
          <p:cNvCxnSpPr>
            <a:cxnSpLocks/>
          </p:cNvCxnSpPr>
          <p:nvPr/>
        </p:nvCxnSpPr>
        <p:spPr>
          <a:xfrm>
            <a:off x="273844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246B263-E064-A30A-6A35-45B898107BC8}"/>
              </a:ext>
            </a:extLst>
          </p:cNvPr>
          <p:cNvCxnSpPr>
            <a:cxnSpLocks/>
          </p:cNvCxnSpPr>
          <p:nvPr/>
        </p:nvCxnSpPr>
        <p:spPr>
          <a:xfrm>
            <a:off x="621507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D741CD5-5627-31A8-4031-1050DEE59A89}"/>
              </a:ext>
            </a:extLst>
          </p:cNvPr>
          <p:cNvCxnSpPr>
            <a:cxnSpLocks/>
          </p:cNvCxnSpPr>
          <p:nvPr/>
        </p:nvCxnSpPr>
        <p:spPr>
          <a:xfrm>
            <a:off x="1357313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1A54369-3164-93CB-3A84-26F553F90D28}"/>
              </a:ext>
            </a:extLst>
          </p:cNvPr>
          <p:cNvCxnSpPr>
            <a:cxnSpLocks/>
          </p:cNvCxnSpPr>
          <p:nvPr/>
        </p:nvCxnSpPr>
        <p:spPr>
          <a:xfrm>
            <a:off x="1012031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88F5EE0-171A-3855-9477-CE3724661795}"/>
              </a:ext>
            </a:extLst>
          </p:cNvPr>
          <p:cNvCxnSpPr>
            <a:cxnSpLocks/>
          </p:cNvCxnSpPr>
          <p:nvPr/>
        </p:nvCxnSpPr>
        <p:spPr>
          <a:xfrm>
            <a:off x="205104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C9CF54-22B4-1296-5F8C-7552D00623D6}"/>
              </a:ext>
            </a:extLst>
          </p:cNvPr>
          <p:cNvCxnSpPr>
            <a:cxnSpLocks/>
          </p:cNvCxnSpPr>
          <p:nvPr/>
        </p:nvCxnSpPr>
        <p:spPr>
          <a:xfrm>
            <a:off x="23979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9905677-CA7F-DE22-EF9F-A64F10E36B23}"/>
              </a:ext>
            </a:extLst>
          </p:cNvPr>
          <p:cNvCxnSpPr>
            <a:cxnSpLocks/>
          </p:cNvCxnSpPr>
          <p:nvPr/>
        </p:nvCxnSpPr>
        <p:spPr>
          <a:xfrm>
            <a:off x="274479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3CB0504-2904-201D-BF96-C07C1A471F70}"/>
              </a:ext>
            </a:extLst>
          </p:cNvPr>
          <p:cNvCxnSpPr>
            <a:cxnSpLocks/>
          </p:cNvCxnSpPr>
          <p:nvPr/>
        </p:nvCxnSpPr>
        <p:spPr>
          <a:xfrm>
            <a:off x="30916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82B3A51-BD3E-482A-8029-8458991BEE27}"/>
              </a:ext>
            </a:extLst>
          </p:cNvPr>
          <p:cNvCxnSpPr>
            <a:cxnSpLocks/>
          </p:cNvCxnSpPr>
          <p:nvPr/>
        </p:nvCxnSpPr>
        <p:spPr>
          <a:xfrm>
            <a:off x="343853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08A8B2E-3061-8CE2-1E91-D6721F43C1B6}"/>
              </a:ext>
            </a:extLst>
          </p:cNvPr>
          <p:cNvCxnSpPr>
            <a:cxnSpLocks/>
          </p:cNvCxnSpPr>
          <p:nvPr/>
        </p:nvCxnSpPr>
        <p:spPr>
          <a:xfrm>
            <a:off x="37854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6201576-F4D8-F323-8B2C-1C91CE553B3F}"/>
              </a:ext>
            </a:extLst>
          </p:cNvPr>
          <p:cNvCxnSpPr>
            <a:cxnSpLocks/>
          </p:cNvCxnSpPr>
          <p:nvPr/>
        </p:nvCxnSpPr>
        <p:spPr>
          <a:xfrm>
            <a:off x="4135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F21AA9C-C581-C2CA-94CD-658BDEEC048F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591D983-87A0-B939-DD7C-1685594C81F3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1BDE580-20DF-B932-9C34-A5EDDE2616BC}"/>
              </a:ext>
            </a:extLst>
          </p:cNvPr>
          <p:cNvCxnSpPr>
            <a:cxnSpLocks/>
          </p:cNvCxnSpPr>
          <p:nvPr/>
        </p:nvCxnSpPr>
        <p:spPr>
          <a:xfrm>
            <a:off x="518558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327DF9E-D409-971D-DDBD-933C22FFBF74}"/>
              </a:ext>
            </a:extLst>
          </p:cNvPr>
          <p:cNvCxnSpPr>
            <a:cxnSpLocks/>
          </p:cNvCxnSpPr>
          <p:nvPr/>
        </p:nvCxnSpPr>
        <p:spPr>
          <a:xfrm>
            <a:off x="553562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31BF663-9DD1-48A7-1CA7-B6A763CD4E71}"/>
              </a:ext>
            </a:extLst>
          </p:cNvPr>
          <p:cNvCxnSpPr>
            <a:cxnSpLocks/>
          </p:cNvCxnSpPr>
          <p:nvPr/>
        </p:nvCxnSpPr>
        <p:spPr>
          <a:xfrm>
            <a:off x="588567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2C53353-61D3-158F-4489-7FB1717D1DAC}"/>
              </a:ext>
            </a:extLst>
          </p:cNvPr>
          <p:cNvCxnSpPr>
            <a:cxnSpLocks/>
          </p:cNvCxnSpPr>
          <p:nvPr/>
        </p:nvCxnSpPr>
        <p:spPr>
          <a:xfrm>
            <a:off x="623571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4DE102A-1CB6-57D0-D57D-38B2F04F4B91}"/>
              </a:ext>
            </a:extLst>
          </p:cNvPr>
          <p:cNvCxnSpPr>
            <a:cxnSpLocks/>
          </p:cNvCxnSpPr>
          <p:nvPr/>
        </p:nvCxnSpPr>
        <p:spPr>
          <a:xfrm>
            <a:off x="11714956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9C1B94B-5A8D-F758-B8D2-6600A9EE2E6E}"/>
              </a:ext>
            </a:extLst>
          </p:cNvPr>
          <p:cNvCxnSpPr>
            <a:cxnSpLocks/>
          </p:cNvCxnSpPr>
          <p:nvPr/>
        </p:nvCxnSpPr>
        <p:spPr>
          <a:xfrm>
            <a:off x="11366499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A689017-E752-51F3-B570-035660EAFD02}"/>
              </a:ext>
            </a:extLst>
          </p:cNvPr>
          <p:cNvCxnSpPr>
            <a:cxnSpLocks/>
          </p:cNvCxnSpPr>
          <p:nvPr/>
        </p:nvCxnSpPr>
        <p:spPr>
          <a:xfrm>
            <a:off x="10667998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83B707F-5A81-B74B-C0C3-683313BA3D4C}"/>
              </a:ext>
            </a:extLst>
          </p:cNvPr>
          <p:cNvCxnSpPr>
            <a:cxnSpLocks/>
          </p:cNvCxnSpPr>
          <p:nvPr/>
        </p:nvCxnSpPr>
        <p:spPr>
          <a:xfrm>
            <a:off x="103179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7C0D480-841E-32E7-162C-C0754F064560}"/>
              </a:ext>
            </a:extLst>
          </p:cNvPr>
          <p:cNvCxnSpPr>
            <a:cxnSpLocks/>
          </p:cNvCxnSpPr>
          <p:nvPr/>
        </p:nvCxnSpPr>
        <p:spPr>
          <a:xfrm>
            <a:off x="9967910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8609BA2-35B3-6914-4785-B79799580621}"/>
              </a:ext>
            </a:extLst>
          </p:cNvPr>
          <p:cNvCxnSpPr>
            <a:cxnSpLocks/>
          </p:cNvCxnSpPr>
          <p:nvPr/>
        </p:nvCxnSpPr>
        <p:spPr>
          <a:xfrm>
            <a:off x="9617866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252CE15-EDB9-AB07-3E29-8ADCE069F829}"/>
              </a:ext>
            </a:extLst>
          </p:cNvPr>
          <p:cNvCxnSpPr>
            <a:cxnSpLocks/>
          </p:cNvCxnSpPr>
          <p:nvPr/>
        </p:nvCxnSpPr>
        <p:spPr>
          <a:xfrm>
            <a:off x="89082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C23FCD0-621B-7347-21E5-A8B5BE37A041}"/>
              </a:ext>
            </a:extLst>
          </p:cNvPr>
          <p:cNvCxnSpPr>
            <a:cxnSpLocks/>
          </p:cNvCxnSpPr>
          <p:nvPr/>
        </p:nvCxnSpPr>
        <p:spPr>
          <a:xfrm>
            <a:off x="85582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8A50E6D-72BB-7FB0-976C-327E0A8B348F}"/>
              </a:ext>
            </a:extLst>
          </p:cNvPr>
          <p:cNvCxnSpPr>
            <a:cxnSpLocks/>
          </p:cNvCxnSpPr>
          <p:nvPr/>
        </p:nvCxnSpPr>
        <p:spPr>
          <a:xfrm>
            <a:off x="82081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836FE289-777B-ED04-FCA9-9ABD46829B49}"/>
              </a:ext>
            </a:extLst>
          </p:cNvPr>
          <p:cNvCxnSpPr>
            <a:cxnSpLocks/>
          </p:cNvCxnSpPr>
          <p:nvPr/>
        </p:nvCxnSpPr>
        <p:spPr>
          <a:xfrm>
            <a:off x="78581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19A1246-48A5-8813-5BC2-C0D0560997E2}"/>
              </a:ext>
            </a:extLst>
          </p:cNvPr>
          <p:cNvCxnSpPr>
            <a:cxnSpLocks/>
          </p:cNvCxnSpPr>
          <p:nvPr/>
        </p:nvCxnSpPr>
        <p:spPr>
          <a:xfrm>
            <a:off x="7510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61524A7-F866-6468-D2FD-811D63B41349}"/>
              </a:ext>
            </a:extLst>
          </p:cNvPr>
          <p:cNvSpPr/>
          <p:nvPr/>
        </p:nvSpPr>
        <p:spPr>
          <a:xfrm>
            <a:off x="4398167" y="4062407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D48F3E-3DCE-36D9-E135-6116B3913F40}"/>
              </a:ext>
            </a:extLst>
          </p:cNvPr>
          <p:cNvSpPr/>
          <p:nvPr/>
        </p:nvSpPr>
        <p:spPr>
          <a:xfrm>
            <a:off x="2795587" y="4076700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7C6C1A-EFED-62D7-018D-5E7A1BF028CE}"/>
              </a:ext>
            </a:extLst>
          </p:cNvPr>
          <p:cNvSpPr/>
          <p:nvPr/>
        </p:nvSpPr>
        <p:spPr>
          <a:xfrm>
            <a:off x="1193007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158F75-0B5A-D32E-1E06-43C6726073C3}"/>
              </a:ext>
            </a:extLst>
          </p:cNvPr>
          <p:cNvSpPr/>
          <p:nvPr/>
        </p:nvSpPr>
        <p:spPr>
          <a:xfrm>
            <a:off x="10844209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DEADDD-27F4-76B6-DF66-BAABAA339809}"/>
              </a:ext>
            </a:extLst>
          </p:cNvPr>
          <p:cNvSpPr/>
          <p:nvPr/>
        </p:nvSpPr>
        <p:spPr>
          <a:xfrm>
            <a:off x="9213053" y="4030636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C8D82B-D0F8-E7D9-38AA-E57C8E8B859A}"/>
              </a:ext>
            </a:extLst>
          </p:cNvPr>
          <p:cNvSpPr/>
          <p:nvPr/>
        </p:nvSpPr>
        <p:spPr>
          <a:xfrm>
            <a:off x="761999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43481BE-71D4-2198-90A8-4EAE1E9D3D21}"/>
              </a:ext>
            </a:extLst>
          </p:cNvPr>
          <p:cNvSpPr/>
          <p:nvPr/>
        </p:nvSpPr>
        <p:spPr>
          <a:xfrm>
            <a:off x="600074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1AD136-784B-BA56-E77F-8C1457CE1EFD}"/>
              </a:ext>
            </a:extLst>
          </p:cNvPr>
          <p:cNvSpPr/>
          <p:nvPr/>
        </p:nvSpPr>
        <p:spPr>
          <a:xfrm>
            <a:off x="1193007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7CCEA11-3499-0FC7-BF05-A81819F68831}"/>
              </a:ext>
            </a:extLst>
          </p:cNvPr>
          <p:cNvCxnSpPr>
            <a:cxnSpLocks/>
          </p:cNvCxnSpPr>
          <p:nvPr/>
        </p:nvCxnSpPr>
        <p:spPr>
          <a:xfrm>
            <a:off x="11018042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Conector recto 728">
            <a:extLst>
              <a:ext uri="{FF2B5EF4-FFF2-40B4-BE49-F238E27FC236}">
                <a16:creationId xmlns:a16="http://schemas.microsoft.com/office/drawing/2014/main" id="{2CDBCC2C-9E4C-9AB6-D5AC-396864B09BF9}"/>
              </a:ext>
            </a:extLst>
          </p:cNvPr>
          <p:cNvCxnSpPr>
            <a:cxnSpLocks/>
          </p:cNvCxnSpPr>
          <p:nvPr/>
        </p:nvCxnSpPr>
        <p:spPr>
          <a:xfrm>
            <a:off x="6583383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Conector recto 730">
            <a:extLst>
              <a:ext uri="{FF2B5EF4-FFF2-40B4-BE49-F238E27FC236}">
                <a16:creationId xmlns:a16="http://schemas.microsoft.com/office/drawing/2014/main" id="{62D78786-013F-04B0-4260-27BF1BB4268F}"/>
              </a:ext>
            </a:extLst>
          </p:cNvPr>
          <p:cNvCxnSpPr>
            <a:cxnSpLocks/>
          </p:cNvCxnSpPr>
          <p:nvPr/>
        </p:nvCxnSpPr>
        <p:spPr>
          <a:xfrm>
            <a:off x="693390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Conector recto 732">
            <a:extLst>
              <a:ext uri="{FF2B5EF4-FFF2-40B4-BE49-F238E27FC236}">
                <a16:creationId xmlns:a16="http://schemas.microsoft.com/office/drawing/2014/main" id="{F4153144-BD6E-D446-C116-4CB40C481122}"/>
              </a:ext>
            </a:extLst>
          </p:cNvPr>
          <p:cNvCxnSpPr>
            <a:cxnSpLocks/>
          </p:cNvCxnSpPr>
          <p:nvPr/>
        </p:nvCxnSpPr>
        <p:spPr>
          <a:xfrm>
            <a:off x="7278007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Conector recto 737">
            <a:extLst>
              <a:ext uri="{FF2B5EF4-FFF2-40B4-BE49-F238E27FC236}">
                <a16:creationId xmlns:a16="http://schemas.microsoft.com/office/drawing/2014/main" id="{F7F070D7-8DD8-01B8-4741-D2EBAAFFB4FB}"/>
              </a:ext>
            </a:extLst>
          </p:cNvPr>
          <p:cNvCxnSpPr>
            <a:cxnSpLocks/>
          </p:cNvCxnSpPr>
          <p:nvPr/>
        </p:nvCxnSpPr>
        <p:spPr>
          <a:xfrm flipV="1">
            <a:off x="1" y="5227555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onector recto 739">
            <a:extLst>
              <a:ext uri="{FF2B5EF4-FFF2-40B4-BE49-F238E27FC236}">
                <a16:creationId xmlns:a16="http://schemas.microsoft.com/office/drawing/2014/main" id="{D46F5882-9164-C14F-0CA0-BE408099DD04}"/>
              </a:ext>
            </a:extLst>
          </p:cNvPr>
          <p:cNvCxnSpPr>
            <a:cxnSpLocks/>
          </p:cNvCxnSpPr>
          <p:nvPr/>
        </p:nvCxnSpPr>
        <p:spPr>
          <a:xfrm flipV="1">
            <a:off x="6323" y="5451827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Conector recto 740">
            <a:extLst>
              <a:ext uri="{FF2B5EF4-FFF2-40B4-BE49-F238E27FC236}">
                <a16:creationId xmlns:a16="http://schemas.microsoft.com/office/drawing/2014/main" id="{5521A4A5-48F8-A971-8F9A-D53CE93A41A5}"/>
              </a:ext>
            </a:extLst>
          </p:cNvPr>
          <p:cNvCxnSpPr>
            <a:cxnSpLocks/>
          </p:cNvCxnSpPr>
          <p:nvPr/>
        </p:nvCxnSpPr>
        <p:spPr>
          <a:xfrm flipV="1">
            <a:off x="1" y="5654252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Conector recto 741">
            <a:extLst>
              <a:ext uri="{FF2B5EF4-FFF2-40B4-BE49-F238E27FC236}">
                <a16:creationId xmlns:a16="http://schemas.microsoft.com/office/drawing/2014/main" id="{5D1C5AD0-EC4F-2080-FADA-8CDB9B382C99}"/>
              </a:ext>
            </a:extLst>
          </p:cNvPr>
          <p:cNvCxnSpPr>
            <a:cxnSpLocks/>
          </p:cNvCxnSpPr>
          <p:nvPr/>
        </p:nvCxnSpPr>
        <p:spPr>
          <a:xfrm flipV="1">
            <a:off x="6323" y="5878524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" name="Rectángulo 742">
            <a:extLst>
              <a:ext uri="{FF2B5EF4-FFF2-40B4-BE49-F238E27FC236}">
                <a16:creationId xmlns:a16="http://schemas.microsoft.com/office/drawing/2014/main" id="{FEAB70D2-AE7B-5F31-1D28-85AF5FF18BAF}"/>
              </a:ext>
            </a:extLst>
          </p:cNvPr>
          <p:cNvSpPr/>
          <p:nvPr/>
        </p:nvSpPr>
        <p:spPr>
          <a:xfrm>
            <a:off x="1189082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Rectángulo 743">
            <a:extLst>
              <a:ext uri="{FF2B5EF4-FFF2-40B4-BE49-F238E27FC236}">
                <a16:creationId xmlns:a16="http://schemas.microsoft.com/office/drawing/2014/main" id="{2DA8F516-100E-B825-758A-81A3C307E532}"/>
              </a:ext>
            </a:extLst>
          </p:cNvPr>
          <p:cNvSpPr/>
          <p:nvPr/>
        </p:nvSpPr>
        <p:spPr>
          <a:xfrm>
            <a:off x="2802778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8" name="Rectángulo 747">
            <a:extLst>
              <a:ext uri="{FF2B5EF4-FFF2-40B4-BE49-F238E27FC236}">
                <a16:creationId xmlns:a16="http://schemas.microsoft.com/office/drawing/2014/main" id="{2A0B8BF0-4096-3E88-E948-098D6D014178}"/>
              </a:ext>
            </a:extLst>
          </p:cNvPr>
          <p:cNvSpPr/>
          <p:nvPr/>
        </p:nvSpPr>
        <p:spPr>
          <a:xfrm>
            <a:off x="9205775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9" name="Rectángulo 748">
            <a:extLst>
              <a:ext uri="{FF2B5EF4-FFF2-40B4-BE49-F238E27FC236}">
                <a16:creationId xmlns:a16="http://schemas.microsoft.com/office/drawing/2014/main" id="{456C4066-1AD4-8CAD-AA48-66E868BBC4A1}"/>
              </a:ext>
            </a:extLst>
          </p:cNvPr>
          <p:cNvSpPr/>
          <p:nvPr/>
        </p:nvSpPr>
        <p:spPr>
          <a:xfrm>
            <a:off x="10842662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4C7E272-399B-F47F-ED62-9D958E1F494C}"/>
              </a:ext>
            </a:extLst>
          </p:cNvPr>
          <p:cNvSpPr/>
          <p:nvPr/>
        </p:nvSpPr>
        <p:spPr>
          <a:xfrm>
            <a:off x="4104298" y="5387997"/>
            <a:ext cx="3915751" cy="643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B13BC6-EE64-A6C0-EF3A-BA38DA5C1F16}"/>
              </a:ext>
            </a:extLst>
          </p:cNvPr>
          <p:cNvSpPr/>
          <p:nvPr/>
        </p:nvSpPr>
        <p:spPr>
          <a:xfrm>
            <a:off x="4508509" y="5152387"/>
            <a:ext cx="3082916" cy="87900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1036AF-C98E-8528-9BF2-5D9F1EF449A5}"/>
              </a:ext>
            </a:extLst>
          </p:cNvPr>
          <p:cNvSpPr/>
          <p:nvPr/>
        </p:nvSpPr>
        <p:spPr>
          <a:xfrm>
            <a:off x="5193017" y="5505449"/>
            <a:ext cx="342610" cy="5246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49C84C7-B295-80DD-9165-8F93E7524737}"/>
              </a:ext>
            </a:extLst>
          </p:cNvPr>
          <p:cNvSpPr/>
          <p:nvPr/>
        </p:nvSpPr>
        <p:spPr>
          <a:xfrm>
            <a:off x="4763001" y="5421631"/>
            <a:ext cx="236357" cy="303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6" name="Rectángulo 745">
            <a:extLst>
              <a:ext uri="{FF2B5EF4-FFF2-40B4-BE49-F238E27FC236}">
                <a16:creationId xmlns:a16="http://schemas.microsoft.com/office/drawing/2014/main" id="{93EA7EA1-7293-3914-CD80-AEBEA04C2CB5}"/>
              </a:ext>
            </a:extLst>
          </p:cNvPr>
          <p:cNvSpPr/>
          <p:nvPr/>
        </p:nvSpPr>
        <p:spPr>
          <a:xfrm>
            <a:off x="6003541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5" name="Rectángulo 744">
            <a:extLst>
              <a:ext uri="{FF2B5EF4-FFF2-40B4-BE49-F238E27FC236}">
                <a16:creationId xmlns:a16="http://schemas.microsoft.com/office/drawing/2014/main" id="{1015049A-815D-FAE3-6CD9-394F3554A59C}"/>
              </a:ext>
            </a:extLst>
          </p:cNvPr>
          <p:cNvSpPr/>
          <p:nvPr/>
        </p:nvSpPr>
        <p:spPr>
          <a:xfrm>
            <a:off x="4395413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7" name="Rectángulo 746">
            <a:extLst>
              <a:ext uri="{FF2B5EF4-FFF2-40B4-BE49-F238E27FC236}">
                <a16:creationId xmlns:a16="http://schemas.microsoft.com/office/drawing/2014/main" id="{C8F5D959-BB83-6986-6043-34A28030426F}"/>
              </a:ext>
            </a:extLst>
          </p:cNvPr>
          <p:cNvSpPr/>
          <p:nvPr/>
        </p:nvSpPr>
        <p:spPr>
          <a:xfrm>
            <a:off x="7619923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7A60B45D-835F-CC75-BC52-0A1E25C8DC81}"/>
              </a:ext>
            </a:extLst>
          </p:cNvPr>
          <p:cNvSpPr/>
          <p:nvPr/>
        </p:nvSpPr>
        <p:spPr>
          <a:xfrm rot="5400000">
            <a:off x="2360762" y="385414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B058D489-1396-6912-D027-20990CF46A84}"/>
              </a:ext>
            </a:extLst>
          </p:cNvPr>
          <p:cNvSpPr/>
          <p:nvPr/>
        </p:nvSpPr>
        <p:spPr>
          <a:xfrm rot="16200000">
            <a:off x="2769878" y="385362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6A3FF779-11D6-DA8D-4D58-157E5EE580E7}"/>
              </a:ext>
            </a:extLst>
          </p:cNvPr>
          <p:cNvSpPr/>
          <p:nvPr/>
        </p:nvSpPr>
        <p:spPr>
          <a:xfrm rot="5400000">
            <a:off x="3999224" y="383668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6" name="Triángulo isósceles 105">
            <a:extLst>
              <a:ext uri="{FF2B5EF4-FFF2-40B4-BE49-F238E27FC236}">
                <a16:creationId xmlns:a16="http://schemas.microsoft.com/office/drawing/2014/main" id="{325CA80B-521D-A6D2-AC04-9B527838EADC}"/>
              </a:ext>
            </a:extLst>
          </p:cNvPr>
          <p:cNvSpPr/>
          <p:nvPr/>
        </p:nvSpPr>
        <p:spPr>
          <a:xfrm rot="16200000">
            <a:off x="4398204" y="3834573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" name="Triángulo isósceles 106">
            <a:extLst>
              <a:ext uri="{FF2B5EF4-FFF2-40B4-BE49-F238E27FC236}">
                <a16:creationId xmlns:a16="http://schemas.microsoft.com/office/drawing/2014/main" id="{B0665D68-0530-5AD8-3093-9E6A18F7FF10}"/>
              </a:ext>
            </a:extLst>
          </p:cNvPr>
          <p:cNvSpPr/>
          <p:nvPr/>
        </p:nvSpPr>
        <p:spPr>
          <a:xfrm rot="5400000">
            <a:off x="5600372" y="382427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" name="Triángulo isósceles 109">
            <a:extLst>
              <a:ext uri="{FF2B5EF4-FFF2-40B4-BE49-F238E27FC236}">
                <a16:creationId xmlns:a16="http://schemas.microsoft.com/office/drawing/2014/main" id="{514E0FA4-F329-9212-5581-E5B3E55AD961}"/>
              </a:ext>
            </a:extLst>
          </p:cNvPr>
          <p:cNvSpPr/>
          <p:nvPr/>
        </p:nvSpPr>
        <p:spPr>
          <a:xfrm rot="16200000">
            <a:off x="6005487" y="382808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" name="Triángulo isósceles 110">
            <a:extLst>
              <a:ext uri="{FF2B5EF4-FFF2-40B4-BE49-F238E27FC236}">
                <a16:creationId xmlns:a16="http://schemas.microsoft.com/office/drawing/2014/main" id="{77C6A3BA-0103-B00E-7D15-1AB9998A782B}"/>
              </a:ext>
            </a:extLst>
          </p:cNvPr>
          <p:cNvSpPr/>
          <p:nvPr/>
        </p:nvSpPr>
        <p:spPr>
          <a:xfrm rot="5400000">
            <a:off x="7230478" y="3826943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5" name="Triángulo isósceles 114">
            <a:extLst>
              <a:ext uri="{FF2B5EF4-FFF2-40B4-BE49-F238E27FC236}">
                <a16:creationId xmlns:a16="http://schemas.microsoft.com/office/drawing/2014/main" id="{08F966F9-7E6C-1A91-2628-70255E12A1A6}"/>
              </a:ext>
            </a:extLst>
          </p:cNvPr>
          <p:cNvSpPr/>
          <p:nvPr/>
        </p:nvSpPr>
        <p:spPr>
          <a:xfrm rot="5400000">
            <a:off x="8837976" y="383284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8B3A9ABE-65C1-60D6-23FD-AFC5D812D835}"/>
              </a:ext>
            </a:extLst>
          </p:cNvPr>
          <p:cNvSpPr/>
          <p:nvPr/>
        </p:nvSpPr>
        <p:spPr>
          <a:xfrm rot="16200000">
            <a:off x="9245811" y="384025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6" name="Rectángulo 1075">
            <a:extLst>
              <a:ext uri="{FF2B5EF4-FFF2-40B4-BE49-F238E27FC236}">
                <a16:creationId xmlns:a16="http://schemas.microsoft.com/office/drawing/2014/main" id="{5E3C8EBC-9A72-6B97-974B-B90C2492FE96}"/>
              </a:ext>
            </a:extLst>
          </p:cNvPr>
          <p:cNvSpPr/>
          <p:nvPr/>
        </p:nvSpPr>
        <p:spPr>
          <a:xfrm>
            <a:off x="3345869" y="5736947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78" name="Rectángulo 1077">
            <a:extLst>
              <a:ext uri="{FF2B5EF4-FFF2-40B4-BE49-F238E27FC236}">
                <a16:creationId xmlns:a16="http://schemas.microsoft.com/office/drawing/2014/main" id="{4546C3DD-3ADE-61C5-98CB-3524DD3FA8BF}"/>
              </a:ext>
            </a:extLst>
          </p:cNvPr>
          <p:cNvSpPr/>
          <p:nvPr/>
        </p:nvSpPr>
        <p:spPr>
          <a:xfrm>
            <a:off x="3345869" y="5853918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79" name="Conector recto 1078">
            <a:extLst>
              <a:ext uri="{FF2B5EF4-FFF2-40B4-BE49-F238E27FC236}">
                <a16:creationId xmlns:a16="http://schemas.microsoft.com/office/drawing/2014/main" id="{1C647074-1F4E-ED05-42F5-03C6FFC1BBDC}"/>
              </a:ext>
            </a:extLst>
          </p:cNvPr>
          <p:cNvCxnSpPr>
            <a:cxnSpLocks/>
          </p:cNvCxnSpPr>
          <p:nvPr/>
        </p:nvCxnSpPr>
        <p:spPr>
          <a:xfrm>
            <a:off x="3335526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3B91CA8B-49C5-64E3-7DEF-508D6EF9795D}"/>
              </a:ext>
            </a:extLst>
          </p:cNvPr>
          <p:cNvCxnSpPr>
            <a:cxnSpLocks/>
          </p:cNvCxnSpPr>
          <p:nvPr/>
        </p:nvCxnSpPr>
        <p:spPr>
          <a:xfrm>
            <a:off x="3937982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Rectángulo 1086">
            <a:extLst>
              <a:ext uri="{FF2B5EF4-FFF2-40B4-BE49-F238E27FC236}">
                <a16:creationId xmlns:a16="http://schemas.microsoft.com/office/drawing/2014/main" id="{0FA36419-B41F-F8E8-9A06-44977487A328}"/>
              </a:ext>
            </a:extLst>
          </p:cNvPr>
          <p:cNvSpPr/>
          <p:nvPr/>
        </p:nvSpPr>
        <p:spPr>
          <a:xfrm>
            <a:off x="3345869" y="5684161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19C45AA3-7045-2F7D-EA49-DAE3812B9BCB}"/>
              </a:ext>
            </a:extLst>
          </p:cNvPr>
          <p:cNvSpPr/>
          <p:nvPr/>
        </p:nvSpPr>
        <p:spPr>
          <a:xfrm>
            <a:off x="3345869" y="5459889"/>
            <a:ext cx="591501" cy="224272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5" name="Rectángulo 704">
            <a:extLst>
              <a:ext uri="{FF2B5EF4-FFF2-40B4-BE49-F238E27FC236}">
                <a16:creationId xmlns:a16="http://schemas.microsoft.com/office/drawing/2014/main" id="{B59B384F-E832-0C4F-54BD-89AC4628137E}"/>
              </a:ext>
            </a:extLst>
          </p:cNvPr>
          <p:cNvSpPr/>
          <p:nvPr/>
        </p:nvSpPr>
        <p:spPr>
          <a:xfrm>
            <a:off x="3345869" y="5459751"/>
            <a:ext cx="591501" cy="7238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6" name="Rectángulo 705">
            <a:extLst>
              <a:ext uri="{FF2B5EF4-FFF2-40B4-BE49-F238E27FC236}">
                <a16:creationId xmlns:a16="http://schemas.microsoft.com/office/drawing/2014/main" id="{325B99D7-3894-5BBF-B171-20587D605C17}"/>
              </a:ext>
            </a:extLst>
          </p:cNvPr>
          <p:cNvSpPr/>
          <p:nvPr/>
        </p:nvSpPr>
        <p:spPr>
          <a:xfrm>
            <a:off x="8208163" y="5736946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7" name="Rectángulo 706">
            <a:extLst>
              <a:ext uri="{FF2B5EF4-FFF2-40B4-BE49-F238E27FC236}">
                <a16:creationId xmlns:a16="http://schemas.microsoft.com/office/drawing/2014/main" id="{6601C68E-1855-EEE8-4A3E-3056B1724E9E}"/>
              </a:ext>
            </a:extLst>
          </p:cNvPr>
          <p:cNvSpPr/>
          <p:nvPr/>
        </p:nvSpPr>
        <p:spPr>
          <a:xfrm>
            <a:off x="8208163" y="5853917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136187C0-9973-1840-F33B-A8C6462D7238}"/>
              </a:ext>
            </a:extLst>
          </p:cNvPr>
          <p:cNvCxnSpPr>
            <a:cxnSpLocks/>
          </p:cNvCxnSpPr>
          <p:nvPr/>
        </p:nvCxnSpPr>
        <p:spPr>
          <a:xfrm>
            <a:off x="8197820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7414F0B-5D23-0A03-30D1-3B169F397AD5}"/>
              </a:ext>
            </a:extLst>
          </p:cNvPr>
          <p:cNvCxnSpPr>
            <a:cxnSpLocks/>
          </p:cNvCxnSpPr>
          <p:nvPr/>
        </p:nvCxnSpPr>
        <p:spPr>
          <a:xfrm>
            <a:off x="8800276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Rectángulo 709">
            <a:extLst>
              <a:ext uri="{FF2B5EF4-FFF2-40B4-BE49-F238E27FC236}">
                <a16:creationId xmlns:a16="http://schemas.microsoft.com/office/drawing/2014/main" id="{BD95687D-6C60-80B1-9F7C-3E176478CF1A}"/>
              </a:ext>
            </a:extLst>
          </p:cNvPr>
          <p:cNvSpPr/>
          <p:nvPr/>
        </p:nvSpPr>
        <p:spPr>
          <a:xfrm>
            <a:off x="8208163" y="5684160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1" name="Rectángulo 710">
            <a:extLst>
              <a:ext uri="{FF2B5EF4-FFF2-40B4-BE49-F238E27FC236}">
                <a16:creationId xmlns:a16="http://schemas.microsoft.com/office/drawing/2014/main" id="{1CD2CED3-B6D8-0C4B-D5D7-20DDCDE9E6BF}"/>
              </a:ext>
            </a:extLst>
          </p:cNvPr>
          <p:cNvSpPr/>
          <p:nvPr/>
        </p:nvSpPr>
        <p:spPr>
          <a:xfrm>
            <a:off x="8208163" y="5459888"/>
            <a:ext cx="591501" cy="224272"/>
          </a:xfrm>
          <a:prstGeom prst="rect">
            <a:avLst/>
          </a:prstGeom>
          <a:solidFill>
            <a:srgbClr val="B9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2" name="Rectángulo 711">
            <a:extLst>
              <a:ext uri="{FF2B5EF4-FFF2-40B4-BE49-F238E27FC236}">
                <a16:creationId xmlns:a16="http://schemas.microsoft.com/office/drawing/2014/main" id="{F13EEFB2-4C16-9635-8047-9BF6C17EEC54}"/>
              </a:ext>
            </a:extLst>
          </p:cNvPr>
          <p:cNvSpPr/>
          <p:nvPr/>
        </p:nvSpPr>
        <p:spPr>
          <a:xfrm>
            <a:off x="8208163" y="5459750"/>
            <a:ext cx="591501" cy="72383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4" name="Rectángulo 713">
            <a:extLst>
              <a:ext uri="{FF2B5EF4-FFF2-40B4-BE49-F238E27FC236}">
                <a16:creationId xmlns:a16="http://schemas.microsoft.com/office/drawing/2014/main" id="{CA2A4BBD-A20B-8028-FAF8-1FFA82368075}"/>
              </a:ext>
            </a:extLst>
          </p:cNvPr>
          <p:cNvSpPr/>
          <p:nvPr/>
        </p:nvSpPr>
        <p:spPr>
          <a:xfrm>
            <a:off x="1877920" y="519326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Rectángulo 714">
            <a:extLst>
              <a:ext uri="{FF2B5EF4-FFF2-40B4-BE49-F238E27FC236}">
                <a16:creationId xmlns:a16="http://schemas.microsoft.com/office/drawing/2014/main" id="{62191E21-5BA4-23AC-6188-738723AEE10B}"/>
              </a:ext>
            </a:extLst>
          </p:cNvPr>
          <p:cNvSpPr/>
          <p:nvPr/>
        </p:nvSpPr>
        <p:spPr>
          <a:xfrm>
            <a:off x="2109848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6" name="Conector recto 715">
            <a:extLst>
              <a:ext uri="{FF2B5EF4-FFF2-40B4-BE49-F238E27FC236}">
                <a16:creationId xmlns:a16="http://schemas.microsoft.com/office/drawing/2014/main" id="{A4243136-FEF5-0602-E3B5-A6D65BD0C364}"/>
              </a:ext>
            </a:extLst>
          </p:cNvPr>
          <p:cNvCxnSpPr>
            <a:cxnSpLocks/>
          </p:cNvCxnSpPr>
          <p:nvPr/>
        </p:nvCxnSpPr>
        <p:spPr>
          <a:xfrm flipV="1">
            <a:off x="608129" y="4957043"/>
            <a:ext cx="0" cy="52578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CEBBE235-7AB9-36B0-4A15-95B875ED7D4F}"/>
              </a:ext>
            </a:extLst>
          </p:cNvPr>
          <p:cNvCxnSpPr>
            <a:cxnSpLocks/>
          </p:cNvCxnSpPr>
          <p:nvPr/>
        </p:nvCxnSpPr>
        <p:spPr>
          <a:xfrm flipV="1">
            <a:off x="5355129" y="4957043"/>
            <a:ext cx="0" cy="108966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Conector recto 718">
            <a:extLst>
              <a:ext uri="{FF2B5EF4-FFF2-40B4-BE49-F238E27FC236}">
                <a16:creationId xmlns:a16="http://schemas.microsoft.com/office/drawing/2014/main" id="{B11C94B3-F211-633F-4AEA-30A6C7F2FBE6}"/>
              </a:ext>
            </a:extLst>
          </p:cNvPr>
          <p:cNvCxnSpPr>
            <a:cxnSpLocks/>
          </p:cNvCxnSpPr>
          <p:nvPr/>
        </p:nvCxnSpPr>
        <p:spPr>
          <a:xfrm flipV="1">
            <a:off x="6858773" y="4937993"/>
            <a:ext cx="0" cy="110871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97FE195A-4A3A-2329-EC58-2697C6308B49}"/>
              </a:ext>
            </a:extLst>
          </p:cNvPr>
          <p:cNvCxnSpPr>
            <a:cxnSpLocks/>
          </p:cNvCxnSpPr>
          <p:nvPr/>
        </p:nvCxnSpPr>
        <p:spPr>
          <a:xfrm flipV="1">
            <a:off x="8639540" y="4962123"/>
            <a:ext cx="0" cy="108458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Conector recto 720">
            <a:extLst>
              <a:ext uri="{FF2B5EF4-FFF2-40B4-BE49-F238E27FC236}">
                <a16:creationId xmlns:a16="http://schemas.microsoft.com/office/drawing/2014/main" id="{F4746D0A-003A-228D-0CE9-76F236AEE1CB}"/>
              </a:ext>
            </a:extLst>
          </p:cNvPr>
          <p:cNvCxnSpPr>
            <a:cxnSpLocks/>
          </p:cNvCxnSpPr>
          <p:nvPr/>
        </p:nvCxnSpPr>
        <p:spPr>
          <a:xfrm flipV="1">
            <a:off x="11282464" y="4995143"/>
            <a:ext cx="0" cy="48768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Conector recto 721">
            <a:extLst>
              <a:ext uri="{FF2B5EF4-FFF2-40B4-BE49-F238E27FC236}">
                <a16:creationId xmlns:a16="http://schemas.microsoft.com/office/drawing/2014/main" id="{2CCEFED3-650F-858C-2CF3-24E5A24E8D55}"/>
              </a:ext>
            </a:extLst>
          </p:cNvPr>
          <p:cNvCxnSpPr>
            <a:cxnSpLocks/>
          </p:cNvCxnSpPr>
          <p:nvPr/>
        </p:nvCxnSpPr>
        <p:spPr>
          <a:xfrm flipV="1">
            <a:off x="9517093" y="4957043"/>
            <a:ext cx="0" cy="23622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onector recto 722">
            <a:extLst>
              <a:ext uri="{FF2B5EF4-FFF2-40B4-BE49-F238E27FC236}">
                <a16:creationId xmlns:a16="http://schemas.microsoft.com/office/drawing/2014/main" id="{99AEB771-B619-8A17-153B-4214A6DFFD22}"/>
              </a:ext>
            </a:extLst>
          </p:cNvPr>
          <p:cNvCxnSpPr>
            <a:cxnSpLocks/>
          </p:cNvCxnSpPr>
          <p:nvPr/>
        </p:nvCxnSpPr>
        <p:spPr>
          <a:xfrm flipV="1">
            <a:off x="7767118" y="4937993"/>
            <a:ext cx="0" cy="23622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onector recto 723">
            <a:extLst>
              <a:ext uri="{FF2B5EF4-FFF2-40B4-BE49-F238E27FC236}">
                <a16:creationId xmlns:a16="http://schemas.microsoft.com/office/drawing/2014/main" id="{4FFA2B60-1F6C-83C2-069C-EA903BF890CD}"/>
              </a:ext>
            </a:extLst>
          </p:cNvPr>
          <p:cNvCxnSpPr>
            <a:cxnSpLocks/>
          </p:cNvCxnSpPr>
          <p:nvPr/>
        </p:nvCxnSpPr>
        <p:spPr>
          <a:xfrm flipV="1">
            <a:off x="4436520" y="4957043"/>
            <a:ext cx="0" cy="23622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onector recto 724">
            <a:extLst>
              <a:ext uri="{FF2B5EF4-FFF2-40B4-BE49-F238E27FC236}">
                <a16:creationId xmlns:a16="http://schemas.microsoft.com/office/drawing/2014/main" id="{2E51E51C-F995-1475-838B-2ACABB99B62A}"/>
              </a:ext>
            </a:extLst>
          </p:cNvPr>
          <p:cNvCxnSpPr>
            <a:cxnSpLocks/>
          </p:cNvCxnSpPr>
          <p:nvPr/>
        </p:nvCxnSpPr>
        <p:spPr>
          <a:xfrm flipV="1">
            <a:off x="2671150" y="4937993"/>
            <a:ext cx="0" cy="23622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" name="Rectángulo 725">
            <a:extLst>
              <a:ext uri="{FF2B5EF4-FFF2-40B4-BE49-F238E27FC236}">
                <a16:creationId xmlns:a16="http://schemas.microsoft.com/office/drawing/2014/main" id="{810DE0D8-D28D-30C5-6094-DDBF101E8E7C}"/>
              </a:ext>
            </a:extLst>
          </p:cNvPr>
          <p:cNvSpPr/>
          <p:nvPr/>
        </p:nvSpPr>
        <p:spPr>
          <a:xfrm>
            <a:off x="1795993" y="5955263"/>
            <a:ext cx="269571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CD677058-89B6-59BE-EF99-5565D34F10BB}"/>
              </a:ext>
            </a:extLst>
          </p:cNvPr>
          <p:cNvCxnSpPr>
            <a:cxnSpLocks/>
            <a:stCxn id="732" idx="2"/>
            <a:endCxn id="715" idx="2"/>
          </p:cNvCxnSpPr>
          <p:nvPr/>
        </p:nvCxnSpPr>
        <p:spPr>
          <a:xfrm flipV="1">
            <a:off x="2225909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E0567FED-9462-D5AD-4419-9684F5E98887}"/>
              </a:ext>
            </a:extLst>
          </p:cNvPr>
          <p:cNvCxnSpPr>
            <a:cxnSpLocks/>
          </p:cNvCxnSpPr>
          <p:nvPr/>
        </p:nvCxnSpPr>
        <p:spPr>
          <a:xfrm flipV="1">
            <a:off x="2193539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37607240-B161-6B95-76D8-C6D8BFF363D8}"/>
              </a:ext>
            </a:extLst>
          </p:cNvPr>
          <p:cNvCxnSpPr>
            <a:cxnSpLocks/>
          </p:cNvCxnSpPr>
          <p:nvPr/>
        </p:nvCxnSpPr>
        <p:spPr>
          <a:xfrm flipV="1">
            <a:off x="2266023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C622FDEE-1EE6-EC59-5C5B-0C80889CC2FF}"/>
              </a:ext>
            </a:extLst>
          </p:cNvPr>
          <p:cNvSpPr/>
          <p:nvPr/>
        </p:nvSpPr>
        <p:spPr>
          <a:xfrm>
            <a:off x="2105304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Rectángulo 733">
            <a:extLst>
              <a:ext uri="{FF2B5EF4-FFF2-40B4-BE49-F238E27FC236}">
                <a16:creationId xmlns:a16="http://schemas.microsoft.com/office/drawing/2014/main" id="{6C74C174-731B-F260-136E-6B1B1B712BFE}"/>
              </a:ext>
            </a:extLst>
          </p:cNvPr>
          <p:cNvSpPr/>
          <p:nvPr/>
        </p:nvSpPr>
        <p:spPr>
          <a:xfrm>
            <a:off x="25461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7" name="Rectángulo 736">
            <a:extLst>
              <a:ext uri="{FF2B5EF4-FFF2-40B4-BE49-F238E27FC236}">
                <a16:creationId xmlns:a16="http://schemas.microsoft.com/office/drawing/2014/main" id="{67E4B363-373F-FB83-25C6-C9F1F5C22940}"/>
              </a:ext>
            </a:extLst>
          </p:cNvPr>
          <p:cNvSpPr/>
          <p:nvPr/>
        </p:nvSpPr>
        <p:spPr>
          <a:xfrm>
            <a:off x="2779302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9" name="Rectángulo 738">
            <a:extLst>
              <a:ext uri="{FF2B5EF4-FFF2-40B4-BE49-F238E27FC236}">
                <a16:creationId xmlns:a16="http://schemas.microsoft.com/office/drawing/2014/main" id="{F549FCD6-DA76-5400-AAE7-97FF3FBCFF65}"/>
              </a:ext>
            </a:extLst>
          </p:cNvPr>
          <p:cNvSpPr/>
          <p:nvPr/>
        </p:nvSpPr>
        <p:spPr>
          <a:xfrm>
            <a:off x="301245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 750">
            <a:extLst>
              <a:ext uri="{FF2B5EF4-FFF2-40B4-BE49-F238E27FC236}">
                <a16:creationId xmlns:a16="http://schemas.microsoft.com/office/drawing/2014/main" id="{7641C202-3EF3-BC3B-81B4-B684F928DAB1}"/>
              </a:ext>
            </a:extLst>
          </p:cNvPr>
          <p:cNvSpPr/>
          <p:nvPr/>
        </p:nvSpPr>
        <p:spPr>
          <a:xfrm>
            <a:off x="3245605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Rectángulo 751">
            <a:extLst>
              <a:ext uri="{FF2B5EF4-FFF2-40B4-BE49-F238E27FC236}">
                <a16:creationId xmlns:a16="http://schemas.microsoft.com/office/drawing/2014/main" id="{DD8F7F21-B93D-0634-5736-4598633AA7A5}"/>
              </a:ext>
            </a:extLst>
          </p:cNvPr>
          <p:cNvSpPr/>
          <p:nvPr/>
        </p:nvSpPr>
        <p:spPr>
          <a:xfrm>
            <a:off x="370970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Rectángulo 752">
            <a:extLst>
              <a:ext uri="{FF2B5EF4-FFF2-40B4-BE49-F238E27FC236}">
                <a16:creationId xmlns:a16="http://schemas.microsoft.com/office/drawing/2014/main" id="{1774E5BB-9C84-3644-24E5-12E03A7106B6}"/>
              </a:ext>
            </a:extLst>
          </p:cNvPr>
          <p:cNvSpPr/>
          <p:nvPr/>
        </p:nvSpPr>
        <p:spPr>
          <a:xfrm>
            <a:off x="3942861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4" name="Rectángulo 753">
            <a:extLst>
              <a:ext uri="{FF2B5EF4-FFF2-40B4-BE49-F238E27FC236}">
                <a16:creationId xmlns:a16="http://schemas.microsoft.com/office/drawing/2014/main" id="{39341F15-E533-E1F5-E2B6-7BF7661C7E79}"/>
              </a:ext>
            </a:extLst>
          </p:cNvPr>
          <p:cNvSpPr/>
          <p:nvPr/>
        </p:nvSpPr>
        <p:spPr>
          <a:xfrm>
            <a:off x="4176012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5" name="Rectángulo 754">
            <a:extLst>
              <a:ext uri="{FF2B5EF4-FFF2-40B4-BE49-F238E27FC236}">
                <a16:creationId xmlns:a16="http://schemas.microsoft.com/office/drawing/2014/main" id="{3E8C73C7-E53D-E51F-CC9D-19EE0DCF8A87}"/>
              </a:ext>
            </a:extLst>
          </p:cNvPr>
          <p:cNvSpPr/>
          <p:nvPr/>
        </p:nvSpPr>
        <p:spPr>
          <a:xfrm>
            <a:off x="4409164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6" name="Rectángulo 755">
            <a:extLst>
              <a:ext uri="{FF2B5EF4-FFF2-40B4-BE49-F238E27FC236}">
                <a16:creationId xmlns:a16="http://schemas.microsoft.com/office/drawing/2014/main" id="{7644C812-E389-6EE9-8AF5-A82BF43077B1}"/>
              </a:ext>
            </a:extLst>
          </p:cNvPr>
          <p:cNvSpPr/>
          <p:nvPr/>
        </p:nvSpPr>
        <p:spPr>
          <a:xfrm>
            <a:off x="4665547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7" name="Rectángulo 756">
            <a:extLst>
              <a:ext uri="{FF2B5EF4-FFF2-40B4-BE49-F238E27FC236}">
                <a16:creationId xmlns:a16="http://schemas.microsoft.com/office/drawing/2014/main" id="{CE91C331-0B5E-48D9-3811-2328BD89D0ED}"/>
              </a:ext>
            </a:extLst>
          </p:cNvPr>
          <p:cNvSpPr/>
          <p:nvPr/>
        </p:nvSpPr>
        <p:spPr>
          <a:xfrm>
            <a:off x="489869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8" name="Rectángulo 757">
            <a:extLst>
              <a:ext uri="{FF2B5EF4-FFF2-40B4-BE49-F238E27FC236}">
                <a16:creationId xmlns:a16="http://schemas.microsoft.com/office/drawing/2014/main" id="{042D858C-03FD-3AC2-8A79-4F32D5C5E003}"/>
              </a:ext>
            </a:extLst>
          </p:cNvPr>
          <p:cNvSpPr/>
          <p:nvPr/>
        </p:nvSpPr>
        <p:spPr>
          <a:xfrm>
            <a:off x="5131850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A4471819-1891-16C2-F50D-43A7D873B668}"/>
              </a:ext>
            </a:extLst>
          </p:cNvPr>
          <p:cNvSpPr/>
          <p:nvPr/>
        </p:nvSpPr>
        <p:spPr>
          <a:xfrm>
            <a:off x="557021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 759">
            <a:extLst>
              <a:ext uri="{FF2B5EF4-FFF2-40B4-BE49-F238E27FC236}">
                <a16:creationId xmlns:a16="http://schemas.microsoft.com/office/drawing/2014/main" id="{8C667E01-DAFC-E8C6-456E-008C64327140}"/>
              </a:ext>
            </a:extLst>
          </p:cNvPr>
          <p:cNvSpPr/>
          <p:nvPr/>
        </p:nvSpPr>
        <p:spPr>
          <a:xfrm>
            <a:off x="5803361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Rectángulo 760">
            <a:extLst>
              <a:ext uri="{FF2B5EF4-FFF2-40B4-BE49-F238E27FC236}">
                <a16:creationId xmlns:a16="http://schemas.microsoft.com/office/drawing/2014/main" id="{9872BDA2-94DB-18FA-CFDF-4846A7DF4D7A}"/>
              </a:ext>
            </a:extLst>
          </p:cNvPr>
          <p:cNvSpPr/>
          <p:nvPr/>
        </p:nvSpPr>
        <p:spPr>
          <a:xfrm>
            <a:off x="6036513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Rectángulo 761">
            <a:extLst>
              <a:ext uri="{FF2B5EF4-FFF2-40B4-BE49-F238E27FC236}">
                <a16:creationId xmlns:a16="http://schemas.microsoft.com/office/drawing/2014/main" id="{019CDA5B-D59F-6A33-5225-3711543C893C}"/>
              </a:ext>
            </a:extLst>
          </p:cNvPr>
          <p:cNvSpPr/>
          <p:nvPr/>
        </p:nvSpPr>
        <p:spPr>
          <a:xfrm>
            <a:off x="6269664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3" name="Rectángulo 762">
            <a:extLst>
              <a:ext uri="{FF2B5EF4-FFF2-40B4-BE49-F238E27FC236}">
                <a16:creationId xmlns:a16="http://schemas.microsoft.com/office/drawing/2014/main" id="{1C004885-68D4-AE63-3B52-C75ADAE978EB}"/>
              </a:ext>
            </a:extLst>
          </p:cNvPr>
          <p:cNvSpPr/>
          <p:nvPr/>
        </p:nvSpPr>
        <p:spPr>
          <a:xfrm>
            <a:off x="651422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4" name="Rectángulo 763">
            <a:extLst>
              <a:ext uri="{FF2B5EF4-FFF2-40B4-BE49-F238E27FC236}">
                <a16:creationId xmlns:a16="http://schemas.microsoft.com/office/drawing/2014/main" id="{757F6F83-4D78-CF83-0765-F4ACDB19C40B}"/>
              </a:ext>
            </a:extLst>
          </p:cNvPr>
          <p:cNvSpPr/>
          <p:nvPr/>
        </p:nvSpPr>
        <p:spPr>
          <a:xfrm>
            <a:off x="709229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5" name="Rectángulo 764">
            <a:extLst>
              <a:ext uri="{FF2B5EF4-FFF2-40B4-BE49-F238E27FC236}">
                <a16:creationId xmlns:a16="http://schemas.microsoft.com/office/drawing/2014/main" id="{267316F7-904C-697D-F17C-DC2F0A221A91}"/>
              </a:ext>
            </a:extLst>
          </p:cNvPr>
          <p:cNvSpPr/>
          <p:nvPr/>
        </p:nvSpPr>
        <p:spPr>
          <a:xfrm>
            <a:off x="7342497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6" name="Rectángulo 765">
            <a:extLst>
              <a:ext uri="{FF2B5EF4-FFF2-40B4-BE49-F238E27FC236}">
                <a16:creationId xmlns:a16="http://schemas.microsoft.com/office/drawing/2014/main" id="{84587248-9F5B-2E42-2CC2-D68B9676B12E}"/>
              </a:ext>
            </a:extLst>
          </p:cNvPr>
          <p:cNvSpPr/>
          <p:nvPr/>
        </p:nvSpPr>
        <p:spPr>
          <a:xfrm>
            <a:off x="7575648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7" name="Rectángulo 766">
            <a:extLst>
              <a:ext uri="{FF2B5EF4-FFF2-40B4-BE49-F238E27FC236}">
                <a16:creationId xmlns:a16="http://schemas.microsoft.com/office/drawing/2014/main" id="{CE457992-CFC8-F53E-84B1-4E716B137907}"/>
              </a:ext>
            </a:extLst>
          </p:cNvPr>
          <p:cNvSpPr/>
          <p:nvPr/>
        </p:nvSpPr>
        <p:spPr>
          <a:xfrm>
            <a:off x="7808800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8" name="Rectángulo 1087">
            <a:extLst>
              <a:ext uri="{FF2B5EF4-FFF2-40B4-BE49-F238E27FC236}">
                <a16:creationId xmlns:a16="http://schemas.microsoft.com/office/drawing/2014/main" id="{D106E3AC-BA09-3D03-C7BC-430BB7F65C65}"/>
              </a:ext>
            </a:extLst>
          </p:cNvPr>
          <p:cNvSpPr/>
          <p:nvPr/>
        </p:nvSpPr>
        <p:spPr>
          <a:xfrm>
            <a:off x="80419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9" name="Rectángulo 1088">
            <a:extLst>
              <a:ext uri="{FF2B5EF4-FFF2-40B4-BE49-F238E27FC236}">
                <a16:creationId xmlns:a16="http://schemas.microsoft.com/office/drawing/2014/main" id="{3608A1F0-D508-BE2D-6E36-E2A4AE8F67CB}"/>
              </a:ext>
            </a:extLst>
          </p:cNvPr>
          <p:cNvSpPr/>
          <p:nvPr/>
        </p:nvSpPr>
        <p:spPr>
          <a:xfrm>
            <a:off x="8309506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0" name="Rectángulo 1089">
            <a:extLst>
              <a:ext uri="{FF2B5EF4-FFF2-40B4-BE49-F238E27FC236}">
                <a16:creationId xmlns:a16="http://schemas.microsoft.com/office/drawing/2014/main" id="{B8D97F63-92A9-CDDD-938C-E9BB6EE18FB7}"/>
              </a:ext>
            </a:extLst>
          </p:cNvPr>
          <p:cNvSpPr/>
          <p:nvPr/>
        </p:nvSpPr>
        <p:spPr>
          <a:xfrm>
            <a:off x="881302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1" name="Rectángulo 1090">
            <a:extLst>
              <a:ext uri="{FF2B5EF4-FFF2-40B4-BE49-F238E27FC236}">
                <a16:creationId xmlns:a16="http://schemas.microsoft.com/office/drawing/2014/main" id="{7B516441-5C1A-44DC-DAB1-48F29637A3B1}"/>
              </a:ext>
            </a:extLst>
          </p:cNvPr>
          <p:cNvSpPr/>
          <p:nvPr/>
        </p:nvSpPr>
        <p:spPr>
          <a:xfrm>
            <a:off x="9046173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2" name="Rectángulo 1091">
            <a:extLst>
              <a:ext uri="{FF2B5EF4-FFF2-40B4-BE49-F238E27FC236}">
                <a16:creationId xmlns:a16="http://schemas.microsoft.com/office/drawing/2014/main" id="{8C8538A0-4E1E-193B-F5AE-BBA5D65F625E}"/>
              </a:ext>
            </a:extLst>
          </p:cNvPr>
          <p:cNvSpPr/>
          <p:nvPr/>
        </p:nvSpPr>
        <p:spPr>
          <a:xfrm>
            <a:off x="9304000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3" name="Rectángulo 1092">
            <a:extLst>
              <a:ext uri="{FF2B5EF4-FFF2-40B4-BE49-F238E27FC236}">
                <a16:creationId xmlns:a16="http://schemas.microsoft.com/office/drawing/2014/main" id="{6958B9E1-81D7-65AF-0E55-334904AD7F55}"/>
              </a:ext>
            </a:extLst>
          </p:cNvPr>
          <p:cNvSpPr/>
          <p:nvPr/>
        </p:nvSpPr>
        <p:spPr>
          <a:xfrm>
            <a:off x="9537151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4" name="Rectángulo 1093">
            <a:extLst>
              <a:ext uri="{FF2B5EF4-FFF2-40B4-BE49-F238E27FC236}">
                <a16:creationId xmlns:a16="http://schemas.microsoft.com/office/drawing/2014/main" id="{80A70796-5A80-F942-E1A4-02E5B3518CA1}"/>
              </a:ext>
            </a:extLst>
          </p:cNvPr>
          <p:cNvSpPr/>
          <p:nvPr/>
        </p:nvSpPr>
        <p:spPr>
          <a:xfrm>
            <a:off x="1017719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5" name="Rectángulo 1094">
            <a:extLst>
              <a:ext uri="{FF2B5EF4-FFF2-40B4-BE49-F238E27FC236}">
                <a16:creationId xmlns:a16="http://schemas.microsoft.com/office/drawing/2014/main" id="{A1BE6155-7F7C-DFD2-C8B2-4B3D9836E93F}"/>
              </a:ext>
            </a:extLst>
          </p:cNvPr>
          <p:cNvSpPr/>
          <p:nvPr/>
        </p:nvSpPr>
        <p:spPr>
          <a:xfrm>
            <a:off x="766121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6" name="Rectángulo 1095">
            <a:extLst>
              <a:ext uri="{FF2B5EF4-FFF2-40B4-BE49-F238E27FC236}">
                <a16:creationId xmlns:a16="http://schemas.microsoft.com/office/drawing/2014/main" id="{219CDE01-3FBE-A8AE-CD05-90947A511DF8}"/>
              </a:ext>
            </a:extLst>
          </p:cNvPr>
          <p:cNvSpPr/>
          <p:nvPr/>
        </p:nvSpPr>
        <p:spPr>
          <a:xfrm>
            <a:off x="9992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7" name="Rectángulo 1096">
            <a:extLst>
              <a:ext uri="{FF2B5EF4-FFF2-40B4-BE49-F238E27FC236}">
                <a16:creationId xmlns:a16="http://schemas.microsoft.com/office/drawing/2014/main" id="{5191261F-AFEC-2E7C-3545-D02A98645980}"/>
              </a:ext>
            </a:extLst>
          </p:cNvPr>
          <p:cNvSpPr/>
          <p:nvPr/>
        </p:nvSpPr>
        <p:spPr>
          <a:xfrm>
            <a:off x="12324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8" name="Rectángulo 1097">
            <a:extLst>
              <a:ext uri="{FF2B5EF4-FFF2-40B4-BE49-F238E27FC236}">
                <a16:creationId xmlns:a16="http://schemas.microsoft.com/office/drawing/2014/main" id="{3041ECB9-EA1E-20AD-38A5-DC8E5FC8EA04}"/>
              </a:ext>
            </a:extLst>
          </p:cNvPr>
          <p:cNvSpPr/>
          <p:nvPr/>
        </p:nvSpPr>
        <p:spPr>
          <a:xfrm>
            <a:off x="1465575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9" name="Rectángulo 1098">
            <a:extLst>
              <a:ext uri="{FF2B5EF4-FFF2-40B4-BE49-F238E27FC236}">
                <a16:creationId xmlns:a16="http://schemas.microsoft.com/office/drawing/2014/main" id="{972C529A-BBC5-5A09-E97C-B7AF5B7B2E79}"/>
              </a:ext>
            </a:extLst>
          </p:cNvPr>
          <p:cNvSpPr/>
          <p:nvPr/>
        </p:nvSpPr>
        <p:spPr>
          <a:xfrm>
            <a:off x="1307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0" name="Rectángulo 1099">
            <a:extLst>
              <a:ext uri="{FF2B5EF4-FFF2-40B4-BE49-F238E27FC236}">
                <a16:creationId xmlns:a16="http://schemas.microsoft.com/office/drawing/2014/main" id="{0ED00CF1-A4E5-EDD4-1066-1647DF5BAD67}"/>
              </a:ext>
            </a:extLst>
          </p:cNvPr>
          <p:cNvSpPr/>
          <p:nvPr/>
        </p:nvSpPr>
        <p:spPr>
          <a:xfrm>
            <a:off x="3639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1" name="Rectángulo 1100">
            <a:extLst>
              <a:ext uri="{FF2B5EF4-FFF2-40B4-BE49-F238E27FC236}">
                <a16:creationId xmlns:a16="http://schemas.microsoft.com/office/drawing/2014/main" id="{9079548B-CB94-82E8-C1C7-F8D542AECDA5}"/>
              </a:ext>
            </a:extLst>
          </p:cNvPr>
          <p:cNvSpPr/>
          <p:nvPr/>
        </p:nvSpPr>
        <p:spPr>
          <a:xfrm>
            <a:off x="0" y="5482823"/>
            <a:ext cx="1739711" cy="52578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3" name="Rectángulo 1102">
            <a:extLst>
              <a:ext uri="{FF2B5EF4-FFF2-40B4-BE49-F238E27FC236}">
                <a16:creationId xmlns:a16="http://schemas.microsoft.com/office/drawing/2014/main" id="{FF0D85E9-C1CA-027E-AB0E-EA1EB1D9E2AA}"/>
              </a:ext>
            </a:extLst>
          </p:cNvPr>
          <p:cNvSpPr/>
          <p:nvPr/>
        </p:nvSpPr>
        <p:spPr>
          <a:xfrm>
            <a:off x="2352625" y="5955263"/>
            <a:ext cx="1169525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4" name="Rectángulo 1103">
            <a:extLst>
              <a:ext uri="{FF2B5EF4-FFF2-40B4-BE49-F238E27FC236}">
                <a16:creationId xmlns:a16="http://schemas.microsoft.com/office/drawing/2014/main" id="{A0CED3FA-13EE-61ED-4E3F-7141429D8E17}"/>
              </a:ext>
            </a:extLst>
          </p:cNvPr>
          <p:cNvSpPr/>
          <p:nvPr/>
        </p:nvSpPr>
        <p:spPr>
          <a:xfrm>
            <a:off x="3559971" y="5955263"/>
            <a:ext cx="176450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F641D254-A7A3-E323-1D27-2EB7596A1E6E}"/>
              </a:ext>
            </a:extLst>
          </p:cNvPr>
          <p:cNvCxnSpPr>
            <a:cxnSpLocks/>
          </p:cNvCxnSpPr>
          <p:nvPr/>
        </p:nvCxnSpPr>
        <p:spPr>
          <a:xfrm flipV="1">
            <a:off x="3564099" y="4957043"/>
            <a:ext cx="0" cy="108966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Rectángulo 1105">
            <a:extLst>
              <a:ext uri="{FF2B5EF4-FFF2-40B4-BE49-F238E27FC236}">
                <a16:creationId xmlns:a16="http://schemas.microsoft.com/office/drawing/2014/main" id="{F7B0AD56-3A24-7D18-4583-01BDAB16D136}"/>
              </a:ext>
            </a:extLst>
          </p:cNvPr>
          <p:cNvSpPr/>
          <p:nvPr/>
        </p:nvSpPr>
        <p:spPr>
          <a:xfrm>
            <a:off x="6863083" y="5955263"/>
            <a:ext cx="1745440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7" name="Rectángulo 1106">
            <a:extLst>
              <a:ext uri="{FF2B5EF4-FFF2-40B4-BE49-F238E27FC236}">
                <a16:creationId xmlns:a16="http://schemas.microsoft.com/office/drawing/2014/main" id="{6BD9665B-E9A3-FA85-2EA6-44E91023C897}"/>
              </a:ext>
            </a:extLst>
          </p:cNvPr>
          <p:cNvSpPr/>
          <p:nvPr/>
        </p:nvSpPr>
        <p:spPr>
          <a:xfrm>
            <a:off x="8668190" y="5955263"/>
            <a:ext cx="111642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8" name="Rectángulo 1107">
            <a:extLst>
              <a:ext uri="{FF2B5EF4-FFF2-40B4-BE49-F238E27FC236}">
                <a16:creationId xmlns:a16="http://schemas.microsoft.com/office/drawing/2014/main" id="{6623EAD7-E784-518F-C58D-853E49AB4112}"/>
              </a:ext>
            </a:extLst>
          </p:cNvPr>
          <p:cNvSpPr/>
          <p:nvPr/>
        </p:nvSpPr>
        <p:spPr>
          <a:xfrm>
            <a:off x="10066601" y="5955263"/>
            <a:ext cx="321308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9" name="Rectángulo 1108">
            <a:extLst>
              <a:ext uri="{FF2B5EF4-FFF2-40B4-BE49-F238E27FC236}">
                <a16:creationId xmlns:a16="http://schemas.microsoft.com/office/drawing/2014/main" id="{7CBC6DC2-9207-9725-382B-F4067B6B77B0}"/>
              </a:ext>
            </a:extLst>
          </p:cNvPr>
          <p:cNvSpPr/>
          <p:nvPr/>
        </p:nvSpPr>
        <p:spPr>
          <a:xfrm>
            <a:off x="1057973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0" name="Rectángulo 1109">
            <a:extLst>
              <a:ext uri="{FF2B5EF4-FFF2-40B4-BE49-F238E27FC236}">
                <a16:creationId xmlns:a16="http://schemas.microsoft.com/office/drawing/2014/main" id="{5483ED84-118B-310A-113F-27A7E565DC7C}"/>
              </a:ext>
            </a:extLst>
          </p:cNvPr>
          <p:cNvSpPr/>
          <p:nvPr/>
        </p:nvSpPr>
        <p:spPr>
          <a:xfrm>
            <a:off x="10812887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1" name="Rectángulo 1110">
            <a:extLst>
              <a:ext uri="{FF2B5EF4-FFF2-40B4-BE49-F238E27FC236}">
                <a16:creationId xmlns:a16="http://schemas.microsoft.com/office/drawing/2014/main" id="{887CD9EA-4A52-AD6B-66BB-5C956821B33F}"/>
              </a:ext>
            </a:extLst>
          </p:cNvPr>
          <p:cNvSpPr/>
          <p:nvPr/>
        </p:nvSpPr>
        <p:spPr>
          <a:xfrm>
            <a:off x="11046038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2" name="Rectángulo 1111">
            <a:extLst>
              <a:ext uri="{FF2B5EF4-FFF2-40B4-BE49-F238E27FC236}">
                <a16:creationId xmlns:a16="http://schemas.microsoft.com/office/drawing/2014/main" id="{F6241BF4-325E-332C-9634-DC76D59335A8}"/>
              </a:ext>
            </a:extLst>
          </p:cNvPr>
          <p:cNvSpPr/>
          <p:nvPr/>
        </p:nvSpPr>
        <p:spPr>
          <a:xfrm>
            <a:off x="11446072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3" name="Rectángulo 1112">
            <a:extLst>
              <a:ext uri="{FF2B5EF4-FFF2-40B4-BE49-F238E27FC236}">
                <a16:creationId xmlns:a16="http://schemas.microsoft.com/office/drawing/2014/main" id="{08FFBAD2-261C-C637-0B51-911F47C52549}"/>
              </a:ext>
            </a:extLst>
          </p:cNvPr>
          <p:cNvSpPr/>
          <p:nvPr/>
        </p:nvSpPr>
        <p:spPr>
          <a:xfrm>
            <a:off x="11679224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4" name="Rectángulo 1113">
            <a:extLst>
              <a:ext uri="{FF2B5EF4-FFF2-40B4-BE49-F238E27FC236}">
                <a16:creationId xmlns:a16="http://schemas.microsoft.com/office/drawing/2014/main" id="{9E8170D0-C015-F5F2-46AE-90CB1880F409}"/>
              </a:ext>
            </a:extLst>
          </p:cNvPr>
          <p:cNvSpPr/>
          <p:nvPr/>
        </p:nvSpPr>
        <p:spPr>
          <a:xfrm>
            <a:off x="1191237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6" name="Rectángulo 1115">
            <a:extLst>
              <a:ext uri="{FF2B5EF4-FFF2-40B4-BE49-F238E27FC236}">
                <a16:creationId xmlns:a16="http://schemas.microsoft.com/office/drawing/2014/main" id="{86E30608-BA2A-F152-6C8E-14704DE7CA8A}"/>
              </a:ext>
            </a:extLst>
          </p:cNvPr>
          <p:cNvSpPr/>
          <p:nvPr/>
        </p:nvSpPr>
        <p:spPr>
          <a:xfrm>
            <a:off x="10445966" y="5482823"/>
            <a:ext cx="1739711" cy="5257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7" name="Rectángulo 1116">
            <a:extLst>
              <a:ext uri="{FF2B5EF4-FFF2-40B4-BE49-F238E27FC236}">
                <a16:creationId xmlns:a16="http://schemas.microsoft.com/office/drawing/2014/main" id="{8DF0CAA6-8C41-5E90-34E0-AEF3E5432349}"/>
              </a:ext>
            </a:extLst>
          </p:cNvPr>
          <p:cNvSpPr/>
          <p:nvPr/>
        </p:nvSpPr>
        <p:spPr>
          <a:xfrm>
            <a:off x="9807446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888182B6-EBB9-893F-DF5C-5A59478A18D2}"/>
              </a:ext>
            </a:extLst>
          </p:cNvPr>
          <p:cNvCxnSpPr>
            <a:cxnSpLocks/>
            <a:stCxn id="1121" idx="2"/>
            <a:endCxn id="1117" idx="2"/>
          </p:cNvCxnSpPr>
          <p:nvPr/>
        </p:nvCxnSpPr>
        <p:spPr>
          <a:xfrm flipV="1">
            <a:off x="9923507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Conector recto 1118">
            <a:extLst>
              <a:ext uri="{FF2B5EF4-FFF2-40B4-BE49-F238E27FC236}">
                <a16:creationId xmlns:a16="http://schemas.microsoft.com/office/drawing/2014/main" id="{3A330546-AEDD-CB09-86DD-A73265F179BB}"/>
              </a:ext>
            </a:extLst>
          </p:cNvPr>
          <p:cNvCxnSpPr>
            <a:cxnSpLocks/>
          </p:cNvCxnSpPr>
          <p:nvPr/>
        </p:nvCxnSpPr>
        <p:spPr>
          <a:xfrm flipV="1">
            <a:off x="9891137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4355ED99-8B8C-73AD-F754-A8CC016EDB9F}"/>
              </a:ext>
            </a:extLst>
          </p:cNvPr>
          <p:cNvCxnSpPr>
            <a:cxnSpLocks/>
          </p:cNvCxnSpPr>
          <p:nvPr/>
        </p:nvCxnSpPr>
        <p:spPr>
          <a:xfrm flipV="1">
            <a:off x="9963621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Rectángulo 1120">
            <a:extLst>
              <a:ext uri="{FF2B5EF4-FFF2-40B4-BE49-F238E27FC236}">
                <a16:creationId xmlns:a16="http://schemas.microsoft.com/office/drawing/2014/main" id="{4E37D4E8-2302-41BC-27DE-B26EFC3F0498}"/>
              </a:ext>
            </a:extLst>
          </p:cNvPr>
          <p:cNvSpPr/>
          <p:nvPr/>
        </p:nvSpPr>
        <p:spPr>
          <a:xfrm>
            <a:off x="9802902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2" name="Rectángulo 1121">
            <a:extLst>
              <a:ext uri="{FF2B5EF4-FFF2-40B4-BE49-F238E27FC236}">
                <a16:creationId xmlns:a16="http://schemas.microsoft.com/office/drawing/2014/main" id="{2B33EA92-B65A-C11A-0BB2-8EFC8F5127BB}"/>
              </a:ext>
            </a:extLst>
          </p:cNvPr>
          <p:cNvSpPr/>
          <p:nvPr/>
        </p:nvSpPr>
        <p:spPr>
          <a:xfrm>
            <a:off x="1739711" y="4957043"/>
            <a:ext cx="8706254" cy="236220"/>
          </a:xfrm>
          <a:prstGeom prst="rect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3" name="Rectángulo 1122">
            <a:extLst>
              <a:ext uri="{FF2B5EF4-FFF2-40B4-BE49-F238E27FC236}">
                <a16:creationId xmlns:a16="http://schemas.microsoft.com/office/drawing/2014/main" id="{AFCEB4A8-C525-32E0-DCD6-2476C6986657}"/>
              </a:ext>
            </a:extLst>
          </p:cNvPr>
          <p:cNvSpPr/>
          <p:nvPr/>
        </p:nvSpPr>
        <p:spPr>
          <a:xfrm>
            <a:off x="5266377" y="4901163"/>
            <a:ext cx="1653752" cy="236220"/>
          </a:xfrm>
          <a:prstGeom prst="rect">
            <a:avLst/>
          </a:prstGeom>
          <a:solidFill>
            <a:srgbClr val="FFC000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Pavimento en un camino de entrada Stock de Foto gratis - Public Domain  Pictures">
            <a:extLst>
              <a:ext uri="{FF2B5EF4-FFF2-40B4-BE49-F238E27FC236}">
                <a16:creationId xmlns:a16="http://schemas.microsoft.com/office/drawing/2014/main" id="{44469BAF-B5B3-8075-8573-83E1178B9F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68"/>
          <a:stretch>
            <a:fillRect/>
          </a:stretch>
        </p:blipFill>
        <p:spPr bwMode="auto">
          <a:xfrm>
            <a:off x="0" y="6037579"/>
            <a:ext cx="12179011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0" name="Rectángulo 749">
            <a:extLst>
              <a:ext uri="{FF2B5EF4-FFF2-40B4-BE49-F238E27FC236}">
                <a16:creationId xmlns:a16="http://schemas.microsoft.com/office/drawing/2014/main" id="{C0371CA1-6FCB-6F42-F1A2-BEB52B29E778}"/>
              </a:ext>
            </a:extLst>
          </p:cNvPr>
          <p:cNvSpPr/>
          <p:nvPr/>
        </p:nvSpPr>
        <p:spPr>
          <a:xfrm>
            <a:off x="1696" y="6037577"/>
            <a:ext cx="12211874" cy="589280"/>
          </a:xfrm>
          <a:prstGeom prst="rect">
            <a:avLst/>
          </a:prstGeom>
          <a:solidFill>
            <a:schemeClr val="bg1">
              <a:lumMod val="50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3" name="CuadroTexto 1142">
            <a:extLst>
              <a:ext uri="{FF2B5EF4-FFF2-40B4-BE49-F238E27FC236}">
                <a16:creationId xmlns:a16="http://schemas.microsoft.com/office/drawing/2014/main" id="{11602D64-92AE-CF73-E725-E183B995A898}"/>
              </a:ext>
            </a:extLst>
          </p:cNvPr>
          <p:cNvSpPr txBox="1"/>
          <p:nvPr/>
        </p:nvSpPr>
        <p:spPr>
          <a:xfrm>
            <a:off x="5212277" y="4811448"/>
            <a:ext cx="18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LIGA CAUCANA DE FÚTBOL</a:t>
            </a:r>
          </a:p>
        </p:txBody>
      </p:sp>
      <p:sp>
        <p:nvSpPr>
          <p:cNvPr id="1145" name="CuadroTexto 1144">
            <a:extLst>
              <a:ext uri="{FF2B5EF4-FFF2-40B4-BE49-F238E27FC236}">
                <a16:creationId xmlns:a16="http://schemas.microsoft.com/office/drawing/2014/main" id="{76681D4C-BEF2-7BAB-BE14-5B53C624EF36}"/>
              </a:ext>
            </a:extLst>
          </p:cNvPr>
          <p:cNvSpPr txBox="1"/>
          <p:nvPr/>
        </p:nvSpPr>
        <p:spPr>
          <a:xfrm>
            <a:off x="5218377" y="4936604"/>
            <a:ext cx="17241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ESTADIO</a:t>
            </a:r>
          </a:p>
        </p:txBody>
      </p:sp>
      <p:sp>
        <p:nvSpPr>
          <p:cNvPr id="1146" name="CuadroTexto 1145">
            <a:extLst>
              <a:ext uri="{FF2B5EF4-FFF2-40B4-BE49-F238E27FC236}">
                <a16:creationId xmlns:a16="http://schemas.microsoft.com/office/drawing/2014/main" id="{3DA872CC-04FB-97FA-1858-43AA69944100}"/>
              </a:ext>
            </a:extLst>
          </p:cNvPr>
          <p:cNvSpPr txBox="1"/>
          <p:nvPr/>
        </p:nvSpPr>
        <p:spPr>
          <a:xfrm>
            <a:off x="5202964" y="5011105"/>
            <a:ext cx="1724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CIRO LÓPEZ</a:t>
            </a:r>
          </a:p>
        </p:txBody>
      </p:sp>
      <p:sp>
        <p:nvSpPr>
          <p:cNvPr id="1126" name="Rectángulo 1125">
            <a:extLst>
              <a:ext uri="{FF2B5EF4-FFF2-40B4-BE49-F238E27FC236}">
                <a16:creationId xmlns:a16="http://schemas.microsoft.com/office/drawing/2014/main" id="{96E92CAF-4366-BCC5-9DE5-F4DC96B381EE}"/>
              </a:ext>
            </a:extLst>
          </p:cNvPr>
          <p:cNvSpPr/>
          <p:nvPr/>
        </p:nvSpPr>
        <p:spPr>
          <a:xfrm flipH="1">
            <a:off x="10224135" y="1257922"/>
            <a:ext cx="363778" cy="698513"/>
          </a:xfrm>
          <a:prstGeom prst="rect">
            <a:avLst/>
          </a:prstGeom>
          <a:solidFill>
            <a:srgbClr val="46B1E1"/>
          </a:solidFill>
          <a:ln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3" name="Rectángulo 1132">
            <a:extLst>
              <a:ext uri="{FF2B5EF4-FFF2-40B4-BE49-F238E27FC236}">
                <a16:creationId xmlns:a16="http://schemas.microsoft.com/office/drawing/2014/main" id="{14C2E17D-CAFD-867E-C09E-A371BBF2F0E1}"/>
              </a:ext>
            </a:extLst>
          </p:cNvPr>
          <p:cNvSpPr/>
          <p:nvPr/>
        </p:nvSpPr>
        <p:spPr>
          <a:xfrm rot="21430377" flipH="1">
            <a:off x="10401297" y="1958728"/>
            <a:ext cx="167640" cy="3027045"/>
          </a:xfrm>
          <a:prstGeom prst="rect">
            <a:avLst/>
          </a:prstGeom>
          <a:gradFill>
            <a:gsLst>
              <a:gs pos="100000">
                <a:srgbClr val="46B1E1"/>
              </a:gs>
              <a:gs pos="0">
                <a:srgbClr val="B8E1F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5" name="Rectángulo 1134">
            <a:extLst>
              <a:ext uri="{FF2B5EF4-FFF2-40B4-BE49-F238E27FC236}">
                <a16:creationId xmlns:a16="http://schemas.microsoft.com/office/drawing/2014/main" id="{CCDAAD5C-5DF4-BDF9-429B-5A8F749E99A9}"/>
              </a:ext>
            </a:extLst>
          </p:cNvPr>
          <p:cNvSpPr/>
          <p:nvPr/>
        </p:nvSpPr>
        <p:spPr>
          <a:xfrm>
            <a:off x="1604087" y="1257922"/>
            <a:ext cx="363777" cy="698513"/>
          </a:xfrm>
          <a:prstGeom prst="rect">
            <a:avLst/>
          </a:prstGeom>
          <a:solidFill>
            <a:srgbClr val="46B1E1"/>
          </a:solidFill>
          <a:ln>
            <a:solidFill>
              <a:srgbClr val="46B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2" name="Rectángulo 1141">
            <a:extLst>
              <a:ext uri="{FF2B5EF4-FFF2-40B4-BE49-F238E27FC236}">
                <a16:creationId xmlns:a16="http://schemas.microsoft.com/office/drawing/2014/main" id="{7CCAE488-250C-969E-963A-76101B713CCF}"/>
              </a:ext>
            </a:extLst>
          </p:cNvPr>
          <p:cNvSpPr/>
          <p:nvPr/>
        </p:nvSpPr>
        <p:spPr>
          <a:xfrm rot="169623">
            <a:off x="1623062" y="1958728"/>
            <a:ext cx="167640" cy="3027045"/>
          </a:xfrm>
          <a:prstGeom prst="rect">
            <a:avLst/>
          </a:prstGeom>
          <a:gradFill>
            <a:gsLst>
              <a:gs pos="100000">
                <a:srgbClr val="46B1E1"/>
              </a:gs>
              <a:gs pos="0">
                <a:srgbClr val="B8E1F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2" name="Rectángulo 1101">
            <a:extLst>
              <a:ext uri="{FF2B5EF4-FFF2-40B4-BE49-F238E27FC236}">
                <a16:creationId xmlns:a16="http://schemas.microsoft.com/office/drawing/2014/main" id="{0FF450EE-DD74-F823-1E68-A88E86E91F40}"/>
              </a:ext>
            </a:extLst>
          </p:cNvPr>
          <p:cNvSpPr/>
          <p:nvPr/>
        </p:nvSpPr>
        <p:spPr>
          <a:xfrm>
            <a:off x="0" y="4957043"/>
            <a:ext cx="1739711" cy="525780"/>
          </a:xfrm>
          <a:prstGeom prst="rect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5" name="Rectángulo 1114">
            <a:extLst>
              <a:ext uri="{FF2B5EF4-FFF2-40B4-BE49-F238E27FC236}">
                <a16:creationId xmlns:a16="http://schemas.microsoft.com/office/drawing/2014/main" id="{CAA201E7-783E-5B2E-1D67-845B726A559D}"/>
              </a:ext>
            </a:extLst>
          </p:cNvPr>
          <p:cNvSpPr/>
          <p:nvPr/>
        </p:nvSpPr>
        <p:spPr>
          <a:xfrm>
            <a:off x="10445966" y="4957043"/>
            <a:ext cx="1739711" cy="525780"/>
          </a:xfrm>
          <a:prstGeom prst="rect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199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61DFB473-3AA4-D6D4-2E50-457E0F85CA25}"/>
              </a:ext>
            </a:extLst>
          </p:cNvPr>
          <p:cNvSpPr/>
          <p:nvPr/>
        </p:nvSpPr>
        <p:spPr>
          <a:xfrm>
            <a:off x="1" y="-7569"/>
            <a:ext cx="12192000" cy="5011224"/>
          </a:xfrm>
          <a:prstGeom prst="rect">
            <a:avLst/>
          </a:prstGeom>
          <a:gradFill flip="none" rotWithShape="1">
            <a:gsLst>
              <a:gs pos="57000">
                <a:srgbClr val="747EAD"/>
              </a:gs>
              <a:gs pos="100000">
                <a:srgbClr val="183672"/>
              </a:gs>
              <a:gs pos="0">
                <a:srgbClr val="F9513A"/>
              </a:gs>
              <a:gs pos="6000">
                <a:srgbClr val="F38D4C"/>
              </a:gs>
              <a:gs pos="21000">
                <a:srgbClr val="EDB08D"/>
              </a:gs>
              <a:gs pos="39000">
                <a:srgbClr val="F2AFA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8" name="Triángulo isósceles 127">
            <a:extLst>
              <a:ext uri="{FF2B5EF4-FFF2-40B4-BE49-F238E27FC236}">
                <a16:creationId xmlns:a16="http://schemas.microsoft.com/office/drawing/2014/main" id="{66237AE9-7A68-40D8-3C04-367A6E293706}"/>
              </a:ext>
            </a:extLst>
          </p:cNvPr>
          <p:cNvSpPr/>
          <p:nvPr/>
        </p:nvSpPr>
        <p:spPr>
          <a:xfrm rot="10800000">
            <a:off x="2018588" y="4060521"/>
            <a:ext cx="463101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9" name="Triángulo isósceles 118">
            <a:extLst>
              <a:ext uri="{FF2B5EF4-FFF2-40B4-BE49-F238E27FC236}">
                <a16:creationId xmlns:a16="http://schemas.microsoft.com/office/drawing/2014/main" id="{759D9FCD-00A3-A7CF-9DFF-0079E82A1562}"/>
              </a:ext>
            </a:extLst>
          </p:cNvPr>
          <p:cNvSpPr/>
          <p:nvPr/>
        </p:nvSpPr>
        <p:spPr>
          <a:xfrm rot="10800000">
            <a:off x="3228190" y="4040738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0" name="Triángulo isósceles 119">
            <a:extLst>
              <a:ext uri="{FF2B5EF4-FFF2-40B4-BE49-F238E27FC236}">
                <a16:creationId xmlns:a16="http://schemas.microsoft.com/office/drawing/2014/main" id="{4B39B355-5E2D-BE60-051D-5A23E0C9E567}"/>
              </a:ext>
            </a:extLst>
          </p:cNvPr>
          <p:cNvSpPr/>
          <p:nvPr/>
        </p:nvSpPr>
        <p:spPr>
          <a:xfrm rot="10800000">
            <a:off x="4044638" y="4031079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1" name="Triángulo isósceles 120">
            <a:extLst>
              <a:ext uri="{FF2B5EF4-FFF2-40B4-BE49-F238E27FC236}">
                <a16:creationId xmlns:a16="http://schemas.microsoft.com/office/drawing/2014/main" id="{059F23BC-E6F7-ED2E-DAB1-A01CCCBF9311}"/>
              </a:ext>
            </a:extLst>
          </p:cNvPr>
          <p:cNvSpPr/>
          <p:nvPr/>
        </p:nvSpPr>
        <p:spPr>
          <a:xfrm rot="10800000">
            <a:off x="4834181" y="402458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Triángulo isósceles 121">
            <a:extLst>
              <a:ext uri="{FF2B5EF4-FFF2-40B4-BE49-F238E27FC236}">
                <a16:creationId xmlns:a16="http://schemas.microsoft.com/office/drawing/2014/main" id="{4D03778C-597F-F6BB-E943-5572613CE9CF}"/>
              </a:ext>
            </a:extLst>
          </p:cNvPr>
          <p:cNvSpPr/>
          <p:nvPr/>
        </p:nvSpPr>
        <p:spPr>
          <a:xfrm rot="10800000">
            <a:off x="5642606" y="402623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3" name="Triángulo isósceles 122">
            <a:extLst>
              <a:ext uri="{FF2B5EF4-FFF2-40B4-BE49-F238E27FC236}">
                <a16:creationId xmlns:a16="http://schemas.microsoft.com/office/drawing/2014/main" id="{D20AB3AD-13F7-AA0D-8AAC-05693DE5A6AD}"/>
              </a:ext>
            </a:extLst>
          </p:cNvPr>
          <p:cNvSpPr/>
          <p:nvPr/>
        </p:nvSpPr>
        <p:spPr>
          <a:xfrm rot="10800000">
            <a:off x="6432149" y="40197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4" name="Triángulo isósceles 123">
            <a:extLst>
              <a:ext uri="{FF2B5EF4-FFF2-40B4-BE49-F238E27FC236}">
                <a16:creationId xmlns:a16="http://schemas.microsoft.com/office/drawing/2014/main" id="{01A49E17-B19E-D212-4C4E-41457CD373C7}"/>
              </a:ext>
            </a:extLst>
          </p:cNvPr>
          <p:cNvSpPr/>
          <p:nvPr/>
        </p:nvSpPr>
        <p:spPr>
          <a:xfrm rot="10800000">
            <a:off x="7271519" y="4023127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5" name="Triángulo isósceles 124">
            <a:extLst>
              <a:ext uri="{FF2B5EF4-FFF2-40B4-BE49-F238E27FC236}">
                <a16:creationId xmlns:a16="http://schemas.microsoft.com/office/drawing/2014/main" id="{6FFA326A-290F-8FD5-28DA-3D577988BDC9}"/>
              </a:ext>
            </a:extLst>
          </p:cNvPr>
          <p:cNvSpPr/>
          <p:nvPr/>
        </p:nvSpPr>
        <p:spPr>
          <a:xfrm rot="10800000">
            <a:off x="8061062" y="401663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6" name="Triángulo isósceles 125">
            <a:extLst>
              <a:ext uri="{FF2B5EF4-FFF2-40B4-BE49-F238E27FC236}">
                <a16:creationId xmlns:a16="http://schemas.microsoft.com/office/drawing/2014/main" id="{E8391DB0-5EED-B92C-47F4-137F38F35FD8}"/>
              </a:ext>
            </a:extLst>
          </p:cNvPr>
          <p:cNvSpPr/>
          <p:nvPr/>
        </p:nvSpPr>
        <p:spPr>
          <a:xfrm rot="10800000">
            <a:off x="8885964" y="40213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7" name="Triángulo isósceles 126">
            <a:extLst>
              <a:ext uri="{FF2B5EF4-FFF2-40B4-BE49-F238E27FC236}">
                <a16:creationId xmlns:a16="http://schemas.microsoft.com/office/drawing/2014/main" id="{386E5760-70AC-D424-6A71-9F473EC4FD58}"/>
              </a:ext>
            </a:extLst>
          </p:cNvPr>
          <p:cNvSpPr/>
          <p:nvPr/>
        </p:nvSpPr>
        <p:spPr>
          <a:xfrm rot="10800000">
            <a:off x="9673205" y="4036620"/>
            <a:ext cx="445000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D3DCD17-5DF5-5132-CC1E-23D2B3B741F2}"/>
              </a:ext>
            </a:extLst>
          </p:cNvPr>
          <p:cNvSpPr/>
          <p:nvPr/>
        </p:nvSpPr>
        <p:spPr>
          <a:xfrm>
            <a:off x="2352625" y="3905704"/>
            <a:ext cx="7460456" cy="132833"/>
          </a:xfrm>
          <a:prstGeom prst="rect">
            <a:avLst/>
          </a:prstGeom>
          <a:gradFill flip="none" rotWithShape="1">
            <a:gsLst>
              <a:gs pos="0">
                <a:srgbClr val="82703D">
                  <a:shade val="30000"/>
                  <a:satMod val="115000"/>
                </a:srgbClr>
              </a:gs>
              <a:gs pos="50000">
                <a:srgbClr val="82703D">
                  <a:shade val="67500"/>
                  <a:satMod val="115000"/>
                </a:srgbClr>
              </a:gs>
              <a:gs pos="100000">
                <a:srgbClr val="82703D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AA472161-7C45-83E4-FAD3-7CC5C63F3B20}"/>
              </a:ext>
            </a:extLst>
          </p:cNvPr>
          <p:cNvSpPr/>
          <p:nvPr/>
        </p:nvSpPr>
        <p:spPr>
          <a:xfrm rot="10800000">
            <a:off x="2418746" y="403853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56EFD272-5A15-B367-6243-89BA51C63D68}"/>
              </a:ext>
            </a:extLst>
          </p:cNvPr>
          <p:cNvSpPr/>
          <p:nvPr/>
        </p:nvSpPr>
        <p:spPr>
          <a:xfrm rot="16200000">
            <a:off x="1948721" y="385839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BA107329-B16F-9AA5-D07C-9DFEFFC9453A}"/>
              </a:ext>
            </a:extLst>
          </p:cNvPr>
          <p:cNvSpPr/>
          <p:nvPr/>
        </p:nvSpPr>
        <p:spPr>
          <a:xfrm rot="5400000">
            <a:off x="3181919" y="384937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D61F75E5-FDE0-AA45-7A25-21AA425329B6}"/>
              </a:ext>
            </a:extLst>
          </p:cNvPr>
          <p:cNvSpPr/>
          <p:nvPr/>
        </p:nvSpPr>
        <p:spPr>
          <a:xfrm rot="16200000">
            <a:off x="3587183" y="384093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" name="Triángulo isósceles 104">
            <a:extLst>
              <a:ext uri="{FF2B5EF4-FFF2-40B4-BE49-F238E27FC236}">
                <a16:creationId xmlns:a16="http://schemas.microsoft.com/office/drawing/2014/main" id="{A7D99744-4E82-612D-B0D9-086767EAF0C5}"/>
              </a:ext>
            </a:extLst>
          </p:cNvPr>
          <p:cNvSpPr/>
          <p:nvPr/>
        </p:nvSpPr>
        <p:spPr>
          <a:xfrm rot="5400000">
            <a:off x="4810245" y="3830319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" name="Triángulo isósceles 107">
            <a:extLst>
              <a:ext uri="{FF2B5EF4-FFF2-40B4-BE49-F238E27FC236}">
                <a16:creationId xmlns:a16="http://schemas.microsoft.com/office/drawing/2014/main" id="{EAF673CA-CAAF-C2A3-5C41-42BE03A44065}"/>
              </a:ext>
            </a:extLst>
          </p:cNvPr>
          <p:cNvSpPr/>
          <p:nvPr/>
        </p:nvSpPr>
        <p:spPr>
          <a:xfrm rot="16200000">
            <a:off x="5197062" y="382837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" name="Triángulo isósceles 108">
            <a:extLst>
              <a:ext uri="{FF2B5EF4-FFF2-40B4-BE49-F238E27FC236}">
                <a16:creationId xmlns:a16="http://schemas.microsoft.com/office/drawing/2014/main" id="{1C953181-AE4E-772B-EE9A-EEA01831DDA8}"/>
              </a:ext>
            </a:extLst>
          </p:cNvPr>
          <p:cNvSpPr/>
          <p:nvPr/>
        </p:nvSpPr>
        <p:spPr>
          <a:xfrm rot="5400000">
            <a:off x="6417528" y="382383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CD2BF13E-D57C-1636-F7A8-E6C3E9687642}"/>
              </a:ext>
            </a:extLst>
          </p:cNvPr>
          <p:cNvSpPr/>
          <p:nvPr/>
        </p:nvSpPr>
        <p:spPr>
          <a:xfrm rot="16200000">
            <a:off x="6818437" y="3831197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715F84DE-9328-C9C6-5710-916FCB374F94}"/>
              </a:ext>
            </a:extLst>
          </p:cNvPr>
          <p:cNvSpPr/>
          <p:nvPr/>
        </p:nvSpPr>
        <p:spPr>
          <a:xfrm rot="5400000">
            <a:off x="8044082" y="382818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24D07B9F-1A07-DF34-E817-6DBC5725E814}"/>
              </a:ext>
            </a:extLst>
          </p:cNvPr>
          <p:cNvSpPr/>
          <p:nvPr/>
        </p:nvSpPr>
        <p:spPr>
          <a:xfrm rot="16200000">
            <a:off x="7632041" y="383244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6" name="Triángulo isósceles 115">
            <a:extLst>
              <a:ext uri="{FF2B5EF4-FFF2-40B4-BE49-F238E27FC236}">
                <a16:creationId xmlns:a16="http://schemas.microsoft.com/office/drawing/2014/main" id="{C731F97C-6EB9-EC7D-8E44-222968A1BF2D}"/>
              </a:ext>
            </a:extLst>
          </p:cNvPr>
          <p:cNvSpPr/>
          <p:nvPr/>
        </p:nvSpPr>
        <p:spPr>
          <a:xfrm rot="16200000">
            <a:off x="8435888" y="383721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21728907-6839-9AAB-1645-B13B8F8337F4}"/>
              </a:ext>
            </a:extLst>
          </p:cNvPr>
          <p:cNvSpPr/>
          <p:nvPr/>
        </p:nvSpPr>
        <p:spPr>
          <a:xfrm rot="5400000">
            <a:off x="9657852" y="383600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35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4B12204E-99D5-4337-B04C-C8E468AA9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12989" y="6268720"/>
            <a:ext cx="6092526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DDA4AAB-2F62-EB4B-2358-2B7E9590D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6073382" y="6268720"/>
            <a:ext cx="6131603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" name="Rectángulo 716">
            <a:extLst>
              <a:ext uri="{FF2B5EF4-FFF2-40B4-BE49-F238E27FC236}">
                <a16:creationId xmlns:a16="http://schemas.microsoft.com/office/drawing/2014/main" id="{CE7DB67E-14DC-A0C2-C0DE-B17047ADAB1C}"/>
              </a:ext>
            </a:extLst>
          </p:cNvPr>
          <p:cNvSpPr/>
          <p:nvPr/>
        </p:nvSpPr>
        <p:spPr>
          <a:xfrm>
            <a:off x="6330962" y="4333869"/>
            <a:ext cx="925530" cy="854081"/>
          </a:xfrm>
          <a:prstGeom prst="rect">
            <a:avLst/>
          </a:prstGeom>
          <a:solidFill>
            <a:srgbClr val="B3B1B0"/>
          </a:solidFill>
          <a:ln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AA937A-60F8-49CF-1C6A-28C20B600B25}"/>
              </a:ext>
            </a:extLst>
          </p:cNvPr>
          <p:cNvSpPr/>
          <p:nvPr/>
        </p:nvSpPr>
        <p:spPr>
          <a:xfrm>
            <a:off x="0" y="6268720"/>
            <a:ext cx="12211874" cy="589280"/>
          </a:xfrm>
          <a:prstGeom prst="rect">
            <a:avLst/>
          </a:prstGeom>
          <a:solidFill>
            <a:srgbClr val="89943C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9C73D4-50CE-0153-5CDC-F83185E129BD}"/>
              </a:ext>
            </a:extLst>
          </p:cNvPr>
          <p:cNvSpPr/>
          <p:nvPr/>
        </p:nvSpPr>
        <p:spPr>
          <a:xfrm>
            <a:off x="1" y="4976812"/>
            <a:ext cx="12191996" cy="106076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2DAEDA-05E5-1C9F-D561-9949B7542682}"/>
              </a:ext>
            </a:extLst>
          </p:cNvPr>
          <p:cNvSpPr/>
          <p:nvPr/>
        </p:nvSpPr>
        <p:spPr>
          <a:xfrm>
            <a:off x="1703384" y="4783135"/>
            <a:ext cx="8695535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684181-CF46-421E-F655-BBE539FD0D91}"/>
              </a:ext>
            </a:extLst>
          </p:cNvPr>
          <p:cNvSpPr/>
          <p:nvPr/>
        </p:nvSpPr>
        <p:spPr>
          <a:xfrm>
            <a:off x="10398919" y="4783137"/>
            <a:ext cx="1793080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CDEC2D-BC59-9D28-9265-044F4079F3E4}"/>
              </a:ext>
            </a:extLst>
          </p:cNvPr>
          <p:cNvSpPr/>
          <p:nvPr/>
        </p:nvSpPr>
        <p:spPr>
          <a:xfrm>
            <a:off x="0" y="4783136"/>
            <a:ext cx="1703385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F34809-AFBB-8075-7651-73D27E71CED4}"/>
              </a:ext>
            </a:extLst>
          </p:cNvPr>
          <p:cNvSpPr/>
          <p:nvPr/>
        </p:nvSpPr>
        <p:spPr>
          <a:xfrm>
            <a:off x="10844209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E787198-060D-4A98-1046-639FA789B2BD}"/>
              </a:ext>
            </a:extLst>
          </p:cNvPr>
          <p:cNvCxnSpPr>
            <a:cxnSpLocks/>
          </p:cNvCxnSpPr>
          <p:nvPr/>
        </p:nvCxnSpPr>
        <p:spPr>
          <a:xfrm>
            <a:off x="273844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246B263-E064-A30A-6A35-45B898107BC8}"/>
              </a:ext>
            </a:extLst>
          </p:cNvPr>
          <p:cNvCxnSpPr>
            <a:cxnSpLocks/>
          </p:cNvCxnSpPr>
          <p:nvPr/>
        </p:nvCxnSpPr>
        <p:spPr>
          <a:xfrm>
            <a:off x="621507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D741CD5-5627-31A8-4031-1050DEE59A89}"/>
              </a:ext>
            </a:extLst>
          </p:cNvPr>
          <p:cNvCxnSpPr>
            <a:cxnSpLocks/>
          </p:cNvCxnSpPr>
          <p:nvPr/>
        </p:nvCxnSpPr>
        <p:spPr>
          <a:xfrm>
            <a:off x="1357313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1A54369-3164-93CB-3A84-26F553F90D28}"/>
              </a:ext>
            </a:extLst>
          </p:cNvPr>
          <p:cNvCxnSpPr>
            <a:cxnSpLocks/>
          </p:cNvCxnSpPr>
          <p:nvPr/>
        </p:nvCxnSpPr>
        <p:spPr>
          <a:xfrm>
            <a:off x="1012031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88F5EE0-171A-3855-9477-CE3724661795}"/>
              </a:ext>
            </a:extLst>
          </p:cNvPr>
          <p:cNvCxnSpPr>
            <a:cxnSpLocks/>
          </p:cNvCxnSpPr>
          <p:nvPr/>
        </p:nvCxnSpPr>
        <p:spPr>
          <a:xfrm>
            <a:off x="205104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C9CF54-22B4-1296-5F8C-7552D00623D6}"/>
              </a:ext>
            </a:extLst>
          </p:cNvPr>
          <p:cNvCxnSpPr>
            <a:cxnSpLocks/>
          </p:cNvCxnSpPr>
          <p:nvPr/>
        </p:nvCxnSpPr>
        <p:spPr>
          <a:xfrm>
            <a:off x="23979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9905677-CA7F-DE22-EF9F-A64F10E36B23}"/>
              </a:ext>
            </a:extLst>
          </p:cNvPr>
          <p:cNvCxnSpPr>
            <a:cxnSpLocks/>
          </p:cNvCxnSpPr>
          <p:nvPr/>
        </p:nvCxnSpPr>
        <p:spPr>
          <a:xfrm>
            <a:off x="274479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3CB0504-2904-201D-BF96-C07C1A471F70}"/>
              </a:ext>
            </a:extLst>
          </p:cNvPr>
          <p:cNvCxnSpPr>
            <a:cxnSpLocks/>
          </p:cNvCxnSpPr>
          <p:nvPr/>
        </p:nvCxnSpPr>
        <p:spPr>
          <a:xfrm>
            <a:off x="30916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82B3A51-BD3E-482A-8029-8458991BEE27}"/>
              </a:ext>
            </a:extLst>
          </p:cNvPr>
          <p:cNvCxnSpPr>
            <a:cxnSpLocks/>
          </p:cNvCxnSpPr>
          <p:nvPr/>
        </p:nvCxnSpPr>
        <p:spPr>
          <a:xfrm>
            <a:off x="343853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08A8B2E-3061-8CE2-1E91-D6721F43C1B6}"/>
              </a:ext>
            </a:extLst>
          </p:cNvPr>
          <p:cNvCxnSpPr>
            <a:cxnSpLocks/>
          </p:cNvCxnSpPr>
          <p:nvPr/>
        </p:nvCxnSpPr>
        <p:spPr>
          <a:xfrm>
            <a:off x="37854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6201576-F4D8-F323-8B2C-1C91CE553B3F}"/>
              </a:ext>
            </a:extLst>
          </p:cNvPr>
          <p:cNvCxnSpPr>
            <a:cxnSpLocks/>
          </p:cNvCxnSpPr>
          <p:nvPr/>
        </p:nvCxnSpPr>
        <p:spPr>
          <a:xfrm>
            <a:off x="4135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F21AA9C-C581-C2CA-94CD-658BDEEC048F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591D983-87A0-B939-DD7C-1685594C81F3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1BDE580-20DF-B932-9C34-A5EDDE2616BC}"/>
              </a:ext>
            </a:extLst>
          </p:cNvPr>
          <p:cNvCxnSpPr>
            <a:cxnSpLocks/>
          </p:cNvCxnSpPr>
          <p:nvPr/>
        </p:nvCxnSpPr>
        <p:spPr>
          <a:xfrm>
            <a:off x="518558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327DF9E-D409-971D-DDBD-933C22FFBF74}"/>
              </a:ext>
            </a:extLst>
          </p:cNvPr>
          <p:cNvCxnSpPr>
            <a:cxnSpLocks/>
          </p:cNvCxnSpPr>
          <p:nvPr/>
        </p:nvCxnSpPr>
        <p:spPr>
          <a:xfrm>
            <a:off x="553562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31BF663-9DD1-48A7-1CA7-B6A763CD4E71}"/>
              </a:ext>
            </a:extLst>
          </p:cNvPr>
          <p:cNvCxnSpPr>
            <a:cxnSpLocks/>
          </p:cNvCxnSpPr>
          <p:nvPr/>
        </p:nvCxnSpPr>
        <p:spPr>
          <a:xfrm>
            <a:off x="588567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2C53353-61D3-158F-4489-7FB1717D1DAC}"/>
              </a:ext>
            </a:extLst>
          </p:cNvPr>
          <p:cNvCxnSpPr>
            <a:cxnSpLocks/>
          </p:cNvCxnSpPr>
          <p:nvPr/>
        </p:nvCxnSpPr>
        <p:spPr>
          <a:xfrm>
            <a:off x="623571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4DE102A-1CB6-57D0-D57D-38B2F04F4B91}"/>
              </a:ext>
            </a:extLst>
          </p:cNvPr>
          <p:cNvCxnSpPr>
            <a:cxnSpLocks/>
          </p:cNvCxnSpPr>
          <p:nvPr/>
        </p:nvCxnSpPr>
        <p:spPr>
          <a:xfrm>
            <a:off x="11714956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9C1B94B-5A8D-F758-B8D2-6600A9EE2E6E}"/>
              </a:ext>
            </a:extLst>
          </p:cNvPr>
          <p:cNvCxnSpPr>
            <a:cxnSpLocks/>
          </p:cNvCxnSpPr>
          <p:nvPr/>
        </p:nvCxnSpPr>
        <p:spPr>
          <a:xfrm>
            <a:off x="11366499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A689017-E752-51F3-B570-035660EAFD02}"/>
              </a:ext>
            </a:extLst>
          </p:cNvPr>
          <p:cNvCxnSpPr>
            <a:cxnSpLocks/>
          </p:cNvCxnSpPr>
          <p:nvPr/>
        </p:nvCxnSpPr>
        <p:spPr>
          <a:xfrm>
            <a:off x="10667998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83B707F-5A81-B74B-C0C3-683313BA3D4C}"/>
              </a:ext>
            </a:extLst>
          </p:cNvPr>
          <p:cNvCxnSpPr>
            <a:cxnSpLocks/>
          </p:cNvCxnSpPr>
          <p:nvPr/>
        </p:nvCxnSpPr>
        <p:spPr>
          <a:xfrm>
            <a:off x="103179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7C0D480-841E-32E7-162C-C0754F064560}"/>
              </a:ext>
            </a:extLst>
          </p:cNvPr>
          <p:cNvCxnSpPr>
            <a:cxnSpLocks/>
          </p:cNvCxnSpPr>
          <p:nvPr/>
        </p:nvCxnSpPr>
        <p:spPr>
          <a:xfrm>
            <a:off x="9967910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8609BA2-35B3-6914-4785-B79799580621}"/>
              </a:ext>
            </a:extLst>
          </p:cNvPr>
          <p:cNvCxnSpPr>
            <a:cxnSpLocks/>
          </p:cNvCxnSpPr>
          <p:nvPr/>
        </p:nvCxnSpPr>
        <p:spPr>
          <a:xfrm>
            <a:off x="9617866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252CE15-EDB9-AB07-3E29-8ADCE069F829}"/>
              </a:ext>
            </a:extLst>
          </p:cNvPr>
          <p:cNvCxnSpPr>
            <a:cxnSpLocks/>
          </p:cNvCxnSpPr>
          <p:nvPr/>
        </p:nvCxnSpPr>
        <p:spPr>
          <a:xfrm>
            <a:off x="89082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C23FCD0-621B-7347-21E5-A8B5BE37A041}"/>
              </a:ext>
            </a:extLst>
          </p:cNvPr>
          <p:cNvCxnSpPr>
            <a:cxnSpLocks/>
          </p:cNvCxnSpPr>
          <p:nvPr/>
        </p:nvCxnSpPr>
        <p:spPr>
          <a:xfrm>
            <a:off x="85582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8A50E6D-72BB-7FB0-976C-327E0A8B348F}"/>
              </a:ext>
            </a:extLst>
          </p:cNvPr>
          <p:cNvCxnSpPr>
            <a:cxnSpLocks/>
          </p:cNvCxnSpPr>
          <p:nvPr/>
        </p:nvCxnSpPr>
        <p:spPr>
          <a:xfrm>
            <a:off x="82081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836FE289-777B-ED04-FCA9-9ABD46829B49}"/>
              </a:ext>
            </a:extLst>
          </p:cNvPr>
          <p:cNvCxnSpPr>
            <a:cxnSpLocks/>
          </p:cNvCxnSpPr>
          <p:nvPr/>
        </p:nvCxnSpPr>
        <p:spPr>
          <a:xfrm>
            <a:off x="78581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19A1246-48A5-8813-5BC2-C0D0560997E2}"/>
              </a:ext>
            </a:extLst>
          </p:cNvPr>
          <p:cNvCxnSpPr>
            <a:cxnSpLocks/>
          </p:cNvCxnSpPr>
          <p:nvPr/>
        </p:nvCxnSpPr>
        <p:spPr>
          <a:xfrm>
            <a:off x="7510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61524A7-F866-6468-D2FD-811D63B41349}"/>
              </a:ext>
            </a:extLst>
          </p:cNvPr>
          <p:cNvSpPr/>
          <p:nvPr/>
        </p:nvSpPr>
        <p:spPr>
          <a:xfrm>
            <a:off x="4398167" y="4062407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D48F3E-3DCE-36D9-E135-6116B3913F40}"/>
              </a:ext>
            </a:extLst>
          </p:cNvPr>
          <p:cNvSpPr/>
          <p:nvPr/>
        </p:nvSpPr>
        <p:spPr>
          <a:xfrm>
            <a:off x="2795587" y="4076700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7C6C1A-EFED-62D7-018D-5E7A1BF028CE}"/>
              </a:ext>
            </a:extLst>
          </p:cNvPr>
          <p:cNvSpPr/>
          <p:nvPr/>
        </p:nvSpPr>
        <p:spPr>
          <a:xfrm>
            <a:off x="1193007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158F75-0B5A-D32E-1E06-43C6726073C3}"/>
              </a:ext>
            </a:extLst>
          </p:cNvPr>
          <p:cNvSpPr/>
          <p:nvPr/>
        </p:nvSpPr>
        <p:spPr>
          <a:xfrm>
            <a:off x="10844209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DEADDD-27F4-76B6-DF66-BAABAA339809}"/>
              </a:ext>
            </a:extLst>
          </p:cNvPr>
          <p:cNvSpPr/>
          <p:nvPr/>
        </p:nvSpPr>
        <p:spPr>
          <a:xfrm>
            <a:off x="9213053" y="4030636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C8D82B-D0F8-E7D9-38AA-E57C8E8B859A}"/>
              </a:ext>
            </a:extLst>
          </p:cNvPr>
          <p:cNvSpPr/>
          <p:nvPr/>
        </p:nvSpPr>
        <p:spPr>
          <a:xfrm>
            <a:off x="761999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43481BE-71D4-2198-90A8-4EAE1E9D3D21}"/>
              </a:ext>
            </a:extLst>
          </p:cNvPr>
          <p:cNvSpPr/>
          <p:nvPr/>
        </p:nvSpPr>
        <p:spPr>
          <a:xfrm>
            <a:off x="600074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1AD136-784B-BA56-E77F-8C1457CE1EFD}"/>
              </a:ext>
            </a:extLst>
          </p:cNvPr>
          <p:cNvSpPr/>
          <p:nvPr/>
        </p:nvSpPr>
        <p:spPr>
          <a:xfrm>
            <a:off x="1193007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7CCEA11-3499-0FC7-BF05-A81819F68831}"/>
              </a:ext>
            </a:extLst>
          </p:cNvPr>
          <p:cNvCxnSpPr>
            <a:cxnSpLocks/>
          </p:cNvCxnSpPr>
          <p:nvPr/>
        </p:nvCxnSpPr>
        <p:spPr>
          <a:xfrm>
            <a:off x="11018042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Conector recto 728">
            <a:extLst>
              <a:ext uri="{FF2B5EF4-FFF2-40B4-BE49-F238E27FC236}">
                <a16:creationId xmlns:a16="http://schemas.microsoft.com/office/drawing/2014/main" id="{2CDBCC2C-9E4C-9AB6-D5AC-396864B09BF9}"/>
              </a:ext>
            </a:extLst>
          </p:cNvPr>
          <p:cNvCxnSpPr>
            <a:cxnSpLocks/>
          </p:cNvCxnSpPr>
          <p:nvPr/>
        </p:nvCxnSpPr>
        <p:spPr>
          <a:xfrm>
            <a:off x="6583383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Conector recto 730">
            <a:extLst>
              <a:ext uri="{FF2B5EF4-FFF2-40B4-BE49-F238E27FC236}">
                <a16:creationId xmlns:a16="http://schemas.microsoft.com/office/drawing/2014/main" id="{62D78786-013F-04B0-4260-27BF1BB4268F}"/>
              </a:ext>
            </a:extLst>
          </p:cNvPr>
          <p:cNvCxnSpPr>
            <a:cxnSpLocks/>
          </p:cNvCxnSpPr>
          <p:nvPr/>
        </p:nvCxnSpPr>
        <p:spPr>
          <a:xfrm>
            <a:off x="693390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Conector recto 732">
            <a:extLst>
              <a:ext uri="{FF2B5EF4-FFF2-40B4-BE49-F238E27FC236}">
                <a16:creationId xmlns:a16="http://schemas.microsoft.com/office/drawing/2014/main" id="{F4153144-BD6E-D446-C116-4CB40C481122}"/>
              </a:ext>
            </a:extLst>
          </p:cNvPr>
          <p:cNvCxnSpPr>
            <a:cxnSpLocks/>
          </p:cNvCxnSpPr>
          <p:nvPr/>
        </p:nvCxnSpPr>
        <p:spPr>
          <a:xfrm>
            <a:off x="7278007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Conector recto 737">
            <a:extLst>
              <a:ext uri="{FF2B5EF4-FFF2-40B4-BE49-F238E27FC236}">
                <a16:creationId xmlns:a16="http://schemas.microsoft.com/office/drawing/2014/main" id="{F7F070D7-8DD8-01B8-4741-D2EBAAFFB4FB}"/>
              </a:ext>
            </a:extLst>
          </p:cNvPr>
          <p:cNvCxnSpPr>
            <a:cxnSpLocks/>
          </p:cNvCxnSpPr>
          <p:nvPr/>
        </p:nvCxnSpPr>
        <p:spPr>
          <a:xfrm flipV="1">
            <a:off x="1" y="5227555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onector recto 739">
            <a:extLst>
              <a:ext uri="{FF2B5EF4-FFF2-40B4-BE49-F238E27FC236}">
                <a16:creationId xmlns:a16="http://schemas.microsoft.com/office/drawing/2014/main" id="{D46F5882-9164-C14F-0CA0-BE408099DD04}"/>
              </a:ext>
            </a:extLst>
          </p:cNvPr>
          <p:cNvCxnSpPr>
            <a:cxnSpLocks/>
          </p:cNvCxnSpPr>
          <p:nvPr/>
        </p:nvCxnSpPr>
        <p:spPr>
          <a:xfrm flipV="1">
            <a:off x="6323" y="5451827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Conector recto 740">
            <a:extLst>
              <a:ext uri="{FF2B5EF4-FFF2-40B4-BE49-F238E27FC236}">
                <a16:creationId xmlns:a16="http://schemas.microsoft.com/office/drawing/2014/main" id="{5521A4A5-48F8-A971-8F9A-D53CE93A41A5}"/>
              </a:ext>
            </a:extLst>
          </p:cNvPr>
          <p:cNvCxnSpPr>
            <a:cxnSpLocks/>
          </p:cNvCxnSpPr>
          <p:nvPr/>
        </p:nvCxnSpPr>
        <p:spPr>
          <a:xfrm flipV="1">
            <a:off x="1" y="5654252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Conector recto 741">
            <a:extLst>
              <a:ext uri="{FF2B5EF4-FFF2-40B4-BE49-F238E27FC236}">
                <a16:creationId xmlns:a16="http://schemas.microsoft.com/office/drawing/2014/main" id="{5D1C5AD0-EC4F-2080-FADA-8CDB9B382C99}"/>
              </a:ext>
            </a:extLst>
          </p:cNvPr>
          <p:cNvCxnSpPr>
            <a:cxnSpLocks/>
          </p:cNvCxnSpPr>
          <p:nvPr/>
        </p:nvCxnSpPr>
        <p:spPr>
          <a:xfrm flipV="1">
            <a:off x="6323" y="5878524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" name="Rectángulo 742">
            <a:extLst>
              <a:ext uri="{FF2B5EF4-FFF2-40B4-BE49-F238E27FC236}">
                <a16:creationId xmlns:a16="http://schemas.microsoft.com/office/drawing/2014/main" id="{FEAB70D2-AE7B-5F31-1D28-85AF5FF18BAF}"/>
              </a:ext>
            </a:extLst>
          </p:cNvPr>
          <p:cNvSpPr/>
          <p:nvPr/>
        </p:nvSpPr>
        <p:spPr>
          <a:xfrm>
            <a:off x="1189082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Rectángulo 743">
            <a:extLst>
              <a:ext uri="{FF2B5EF4-FFF2-40B4-BE49-F238E27FC236}">
                <a16:creationId xmlns:a16="http://schemas.microsoft.com/office/drawing/2014/main" id="{2DA8F516-100E-B825-758A-81A3C307E532}"/>
              </a:ext>
            </a:extLst>
          </p:cNvPr>
          <p:cNvSpPr/>
          <p:nvPr/>
        </p:nvSpPr>
        <p:spPr>
          <a:xfrm>
            <a:off x="2802778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8" name="Rectángulo 747">
            <a:extLst>
              <a:ext uri="{FF2B5EF4-FFF2-40B4-BE49-F238E27FC236}">
                <a16:creationId xmlns:a16="http://schemas.microsoft.com/office/drawing/2014/main" id="{2A0B8BF0-4096-3E88-E948-098D6D014178}"/>
              </a:ext>
            </a:extLst>
          </p:cNvPr>
          <p:cNvSpPr/>
          <p:nvPr/>
        </p:nvSpPr>
        <p:spPr>
          <a:xfrm>
            <a:off x="9205775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9" name="Rectángulo 748">
            <a:extLst>
              <a:ext uri="{FF2B5EF4-FFF2-40B4-BE49-F238E27FC236}">
                <a16:creationId xmlns:a16="http://schemas.microsoft.com/office/drawing/2014/main" id="{456C4066-1AD4-8CAD-AA48-66E868BBC4A1}"/>
              </a:ext>
            </a:extLst>
          </p:cNvPr>
          <p:cNvSpPr/>
          <p:nvPr/>
        </p:nvSpPr>
        <p:spPr>
          <a:xfrm>
            <a:off x="10842662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4C7E272-399B-F47F-ED62-9D958E1F494C}"/>
              </a:ext>
            </a:extLst>
          </p:cNvPr>
          <p:cNvSpPr/>
          <p:nvPr/>
        </p:nvSpPr>
        <p:spPr>
          <a:xfrm>
            <a:off x="4104298" y="5387997"/>
            <a:ext cx="3915751" cy="6434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B13BC6-EE64-A6C0-EF3A-BA38DA5C1F16}"/>
              </a:ext>
            </a:extLst>
          </p:cNvPr>
          <p:cNvSpPr/>
          <p:nvPr/>
        </p:nvSpPr>
        <p:spPr>
          <a:xfrm>
            <a:off x="4508509" y="5152387"/>
            <a:ext cx="3082916" cy="87900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1036AF-C98E-8528-9BF2-5D9F1EF449A5}"/>
              </a:ext>
            </a:extLst>
          </p:cNvPr>
          <p:cNvSpPr/>
          <p:nvPr/>
        </p:nvSpPr>
        <p:spPr>
          <a:xfrm>
            <a:off x="5193017" y="5505449"/>
            <a:ext cx="342610" cy="5246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49C84C7-B295-80DD-9165-8F93E7524737}"/>
              </a:ext>
            </a:extLst>
          </p:cNvPr>
          <p:cNvSpPr/>
          <p:nvPr/>
        </p:nvSpPr>
        <p:spPr>
          <a:xfrm>
            <a:off x="4763001" y="5421631"/>
            <a:ext cx="236357" cy="303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6" name="Rectángulo 745">
            <a:extLst>
              <a:ext uri="{FF2B5EF4-FFF2-40B4-BE49-F238E27FC236}">
                <a16:creationId xmlns:a16="http://schemas.microsoft.com/office/drawing/2014/main" id="{93EA7EA1-7293-3914-CD80-AEBEA04C2CB5}"/>
              </a:ext>
            </a:extLst>
          </p:cNvPr>
          <p:cNvSpPr/>
          <p:nvPr/>
        </p:nvSpPr>
        <p:spPr>
          <a:xfrm>
            <a:off x="6003541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5" name="Rectángulo 744">
            <a:extLst>
              <a:ext uri="{FF2B5EF4-FFF2-40B4-BE49-F238E27FC236}">
                <a16:creationId xmlns:a16="http://schemas.microsoft.com/office/drawing/2014/main" id="{1015049A-815D-FAE3-6CD9-394F3554A59C}"/>
              </a:ext>
            </a:extLst>
          </p:cNvPr>
          <p:cNvSpPr/>
          <p:nvPr/>
        </p:nvSpPr>
        <p:spPr>
          <a:xfrm>
            <a:off x="4395413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7" name="Rectángulo 746">
            <a:extLst>
              <a:ext uri="{FF2B5EF4-FFF2-40B4-BE49-F238E27FC236}">
                <a16:creationId xmlns:a16="http://schemas.microsoft.com/office/drawing/2014/main" id="{C8F5D959-BB83-6986-6043-34A28030426F}"/>
              </a:ext>
            </a:extLst>
          </p:cNvPr>
          <p:cNvSpPr/>
          <p:nvPr/>
        </p:nvSpPr>
        <p:spPr>
          <a:xfrm>
            <a:off x="7619923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7A60B45D-835F-CC75-BC52-0A1E25C8DC81}"/>
              </a:ext>
            </a:extLst>
          </p:cNvPr>
          <p:cNvSpPr/>
          <p:nvPr/>
        </p:nvSpPr>
        <p:spPr>
          <a:xfrm rot="5400000">
            <a:off x="2360762" y="385414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B058D489-1396-6912-D027-20990CF46A84}"/>
              </a:ext>
            </a:extLst>
          </p:cNvPr>
          <p:cNvSpPr/>
          <p:nvPr/>
        </p:nvSpPr>
        <p:spPr>
          <a:xfrm rot="16200000">
            <a:off x="2769878" y="385362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6A3FF779-11D6-DA8D-4D58-157E5EE580E7}"/>
              </a:ext>
            </a:extLst>
          </p:cNvPr>
          <p:cNvSpPr/>
          <p:nvPr/>
        </p:nvSpPr>
        <p:spPr>
          <a:xfrm rot="5400000">
            <a:off x="3999224" y="383668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6" name="Triángulo isósceles 105">
            <a:extLst>
              <a:ext uri="{FF2B5EF4-FFF2-40B4-BE49-F238E27FC236}">
                <a16:creationId xmlns:a16="http://schemas.microsoft.com/office/drawing/2014/main" id="{325CA80B-521D-A6D2-AC04-9B527838EADC}"/>
              </a:ext>
            </a:extLst>
          </p:cNvPr>
          <p:cNvSpPr/>
          <p:nvPr/>
        </p:nvSpPr>
        <p:spPr>
          <a:xfrm rot="16200000">
            <a:off x="4398204" y="3834573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" name="Triángulo isósceles 106">
            <a:extLst>
              <a:ext uri="{FF2B5EF4-FFF2-40B4-BE49-F238E27FC236}">
                <a16:creationId xmlns:a16="http://schemas.microsoft.com/office/drawing/2014/main" id="{B0665D68-0530-5AD8-3093-9E6A18F7FF10}"/>
              </a:ext>
            </a:extLst>
          </p:cNvPr>
          <p:cNvSpPr/>
          <p:nvPr/>
        </p:nvSpPr>
        <p:spPr>
          <a:xfrm rot="5400000">
            <a:off x="5609103" y="382412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" name="Triángulo isósceles 109">
            <a:extLst>
              <a:ext uri="{FF2B5EF4-FFF2-40B4-BE49-F238E27FC236}">
                <a16:creationId xmlns:a16="http://schemas.microsoft.com/office/drawing/2014/main" id="{514E0FA4-F329-9212-5581-E5B3E55AD961}"/>
              </a:ext>
            </a:extLst>
          </p:cNvPr>
          <p:cNvSpPr/>
          <p:nvPr/>
        </p:nvSpPr>
        <p:spPr>
          <a:xfrm rot="16200000">
            <a:off x="6005487" y="382808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" name="Triángulo isósceles 110">
            <a:extLst>
              <a:ext uri="{FF2B5EF4-FFF2-40B4-BE49-F238E27FC236}">
                <a16:creationId xmlns:a16="http://schemas.microsoft.com/office/drawing/2014/main" id="{77C6A3BA-0103-B00E-7D15-1AB9998A782B}"/>
              </a:ext>
            </a:extLst>
          </p:cNvPr>
          <p:cNvSpPr/>
          <p:nvPr/>
        </p:nvSpPr>
        <p:spPr>
          <a:xfrm rot="5400000">
            <a:off x="7230478" y="3826943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5" name="Triángulo isósceles 114">
            <a:extLst>
              <a:ext uri="{FF2B5EF4-FFF2-40B4-BE49-F238E27FC236}">
                <a16:creationId xmlns:a16="http://schemas.microsoft.com/office/drawing/2014/main" id="{08F966F9-7E6C-1A91-2628-70255E12A1A6}"/>
              </a:ext>
            </a:extLst>
          </p:cNvPr>
          <p:cNvSpPr/>
          <p:nvPr/>
        </p:nvSpPr>
        <p:spPr>
          <a:xfrm rot="5400000">
            <a:off x="8847929" y="383296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8B3A9ABE-65C1-60D6-23FD-AFC5D812D835}"/>
              </a:ext>
            </a:extLst>
          </p:cNvPr>
          <p:cNvSpPr/>
          <p:nvPr/>
        </p:nvSpPr>
        <p:spPr>
          <a:xfrm rot="16200000">
            <a:off x="9245811" y="384025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6" name="Rectángulo 1075">
            <a:extLst>
              <a:ext uri="{FF2B5EF4-FFF2-40B4-BE49-F238E27FC236}">
                <a16:creationId xmlns:a16="http://schemas.microsoft.com/office/drawing/2014/main" id="{5E3C8EBC-9A72-6B97-974B-B90C2492FE96}"/>
              </a:ext>
            </a:extLst>
          </p:cNvPr>
          <p:cNvSpPr/>
          <p:nvPr/>
        </p:nvSpPr>
        <p:spPr>
          <a:xfrm>
            <a:off x="3345869" y="5736947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78" name="Rectángulo 1077">
            <a:extLst>
              <a:ext uri="{FF2B5EF4-FFF2-40B4-BE49-F238E27FC236}">
                <a16:creationId xmlns:a16="http://schemas.microsoft.com/office/drawing/2014/main" id="{4546C3DD-3ADE-61C5-98CB-3524DD3FA8BF}"/>
              </a:ext>
            </a:extLst>
          </p:cNvPr>
          <p:cNvSpPr/>
          <p:nvPr/>
        </p:nvSpPr>
        <p:spPr>
          <a:xfrm>
            <a:off x="3345869" y="5853918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79" name="Conector recto 1078">
            <a:extLst>
              <a:ext uri="{FF2B5EF4-FFF2-40B4-BE49-F238E27FC236}">
                <a16:creationId xmlns:a16="http://schemas.microsoft.com/office/drawing/2014/main" id="{1C647074-1F4E-ED05-42F5-03C6FFC1BBDC}"/>
              </a:ext>
            </a:extLst>
          </p:cNvPr>
          <p:cNvCxnSpPr>
            <a:cxnSpLocks/>
          </p:cNvCxnSpPr>
          <p:nvPr/>
        </p:nvCxnSpPr>
        <p:spPr>
          <a:xfrm>
            <a:off x="3335526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3B91CA8B-49C5-64E3-7DEF-508D6EF9795D}"/>
              </a:ext>
            </a:extLst>
          </p:cNvPr>
          <p:cNvCxnSpPr>
            <a:cxnSpLocks/>
          </p:cNvCxnSpPr>
          <p:nvPr/>
        </p:nvCxnSpPr>
        <p:spPr>
          <a:xfrm>
            <a:off x="3937982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Rectángulo 1086">
            <a:extLst>
              <a:ext uri="{FF2B5EF4-FFF2-40B4-BE49-F238E27FC236}">
                <a16:creationId xmlns:a16="http://schemas.microsoft.com/office/drawing/2014/main" id="{0FA36419-B41F-F8E8-9A06-44977487A328}"/>
              </a:ext>
            </a:extLst>
          </p:cNvPr>
          <p:cNvSpPr/>
          <p:nvPr/>
        </p:nvSpPr>
        <p:spPr>
          <a:xfrm>
            <a:off x="3345869" y="5684161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19C45AA3-7045-2F7D-EA49-DAE3812B9BCB}"/>
              </a:ext>
            </a:extLst>
          </p:cNvPr>
          <p:cNvSpPr/>
          <p:nvPr/>
        </p:nvSpPr>
        <p:spPr>
          <a:xfrm>
            <a:off x="3345869" y="5459889"/>
            <a:ext cx="591501" cy="224272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5" name="Rectángulo 704">
            <a:extLst>
              <a:ext uri="{FF2B5EF4-FFF2-40B4-BE49-F238E27FC236}">
                <a16:creationId xmlns:a16="http://schemas.microsoft.com/office/drawing/2014/main" id="{B59B384F-E832-0C4F-54BD-89AC4628137E}"/>
              </a:ext>
            </a:extLst>
          </p:cNvPr>
          <p:cNvSpPr/>
          <p:nvPr/>
        </p:nvSpPr>
        <p:spPr>
          <a:xfrm>
            <a:off x="3345869" y="5459751"/>
            <a:ext cx="591501" cy="7238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6" name="Rectángulo 705">
            <a:extLst>
              <a:ext uri="{FF2B5EF4-FFF2-40B4-BE49-F238E27FC236}">
                <a16:creationId xmlns:a16="http://schemas.microsoft.com/office/drawing/2014/main" id="{325B99D7-3894-5BBF-B171-20587D605C17}"/>
              </a:ext>
            </a:extLst>
          </p:cNvPr>
          <p:cNvSpPr/>
          <p:nvPr/>
        </p:nvSpPr>
        <p:spPr>
          <a:xfrm>
            <a:off x="8208163" y="5736946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7" name="Rectángulo 706">
            <a:extLst>
              <a:ext uri="{FF2B5EF4-FFF2-40B4-BE49-F238E27FC236}">
                <a16:creationId xmlns:a16="http://schemas.microsoft.com/office/drawing/2014/main" id="{6601C68E-1855-EEE8-4A3E-3056B1724E9E}"/>
              </a:ext>
            </a:extLst>
          </p:cNvPr>
          <p:cNvSpPr/>
          <p:nvPr/>
        </p:nvSpPr>
        <p:spPr>
          <a:xfrm>
            <a:off x="8208163" y="5853917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136187C0-9973-1840-F33B-A8C6462D7238}"/>
              </a:ext>
            </a:extLst>
          </p:cNvPr>
          <p:cNvCxnSpPr>
            <a:cxnSpLocks/>
          </p:cNvCxnSpPr>
          <p:nvPr/>
        </p:nvCxnSpPr>
        <p:spPr>
          <a:xfrm>
            <a:off x="8197820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7414F0B-5D23-0A03-30D1-3B169F397AD5}"/>
              </a:ext>
            </a:extLst>
          </p:cNvPr>
          <p:cNvCxnSpPr>
            <a:cxnSpLocks/>
          </p:cNvCxnSpPr>
          <p:nvPr/>
        </p:nvCxnSpPr>
        <p:spPr>
          <a:xfrm>
            <a:off x="8800276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Rectángulo 709">
            <a:extLst>
              <a:ext uri="{FF2B5EF4-FFF2-40B4-BE49-F238E27FC236}">
                <a16:creationId xmlns:a16="http://schemas.microsoft.com/office/drawing/2014/main" id="{BD95687D-6C60-80B1-9F7C-3E176478CF1A}"/>
              </a:ext>
            </a:extLst>
          </p:cNvPr>
          <p:cNvSpPr/>
          <p:nvPr/>
        </p:nvSpPr>
        <p:spPr>
          <a:xfrm>
            <a:off x="8208163" y="5684160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1" name="Rectángulo 710">
            <a:extLst>
              <a:ext uri="{FF2B5EF4-FFF2-40B4-BE49-F238E27FC236}">
                <a16:creationId xmlns:a16="http://schemas.microsoft.com/office/drawing/2014/main" id="{1CD2CED3-B6D8-0C4B-D5D7-20DDCDE9E6BF}"/>
              </a:ext>
            </a:extLst>
          </p:cNvPr>
          <p:cNvSpPr/>
          <p:nvPr/>
        </p:nvSpPr>
        <p:spPr>
          <a:xfrm>
            <a:off x="8208163" y="5459888"/>
            <a:ext cx="591501" cy="224272"/>
          </a:xfrm>
          <a:prstGeom prst="rect">
            <a:avLst/>
          </a:prstGeom>
          <a:solidFill>
            <a:srgbClr val="B9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2" name="Rectángulo 711">
            <a:extLst>
              <a:ext uri="{FF2B5EF4-FFF2-40B4-BE49-F238E27FC236}">
                <a16:creationId xmlns:a16="http://schemas.microsoft.com/office/drawing/2014/main" id="{F13EEFB2-4C16-9635-8047-9BF6C17EEC54}"/>
              </a:ext>
            </a:extLst>
          </p:cNvPr>
          <p:cNvSpPr/>
          <p:nvPr/>
        </p:nvSpPr>
        <p:spPr>
          <a:xfrm>
            <a:off x="8208163" y="5459750"/>
            <a:ext cx="591501" cy="72383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4" name="Rectángulo 713">
            <a:extLst>
              <a:ext uri="{FF2B5EF4-FFF2-40B4-BE49-F238E27FC236}">
                <a16:creationId xmlns:a16="http://schemas.microsoft.com/office/drawing/2014/main" id="{CA2A4BBD-A20B-8028-FAF8-1FFA82368075}"/>
              </a:ext>
            </a:extLst>
          </p:cNvPr>
          <p:cNvSpPr/>
          <p:nvPr/>
        </p:nvSpPr>
        <p:spPr>
          <a:xfrm>
            <a:off x="1877920" y="519326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Rectángulo 714">
            <a:extLst>
              <a:ext uri="{FF2B5EF4-FFF2-40B4-BE49-F238E27FC236}">
                <a16:creationId xmlns:a16="http://schemas.microsoft.com/office/drawing/2014/main" id="{62191E21-5BA4-23AC-6188-738723AEE10B}"/>
              </a:ext>
            </a:extLst>
          </p:cNvPr>
          <p:cNvSpPr/>
          <p:nvPr/>
        </p:nvSpPr>
        <p:spPr>
          <a:xfrm>
            <a:off x="2109848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6" name="Conector recto 715">
            <a:extLst>
              <a:ext uri="{FF2B5EF4-FFF2-40B4-BE49-F238E27FC236}">
                <a16:creationId xmlns:a16="http://schemas.microsoft.com/office/drawing/2014/main" id="{A4243136-FEF5-0602-E3B5-A6D65BD0C364}"/>
              </a:ext>
            </a:extLst>
          </p:cNvPr>
          <p:cNvCxnSpPr>
            <a:cxnSpLocks/>
          </p:cNvCxnSpPr>
          <p:nvPr/>
        </p:nvCxnSpPr>
        <p:spPr>
          <a:xfrm flipV="1">
            <a:off x="608129" y="4957043"/>
            <a:ext cx="0" cy="52578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CEBBE235-7AB9-36B0-4A15-95B875ED7D4F}"/>
              </a:ext>
            </a:extLst>
          </p:cNvPr>
          <p:cNvCxnSpPr>
            <a:cxnSpLocks/>
          </p:cNvCxnSpPr>
          <p:nvPr/>
        </p:nvCxnSpPr>
        <p:spPr>
          <a:xfrm flipV="1">
            <a:off x="5355129" y="4957043"/>
            <a:ext cx="0" cy="108966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Conector recto 718">
            <a:extLst>
              <a:ext uri="{FF2B5EF4-FFF2-40B4-BE49-F238E27FC236}">
                <a16:creationId xmlns:a16="http://schemas.microsoft.com/office/drawing/2014/main" id="{B11C94B3-F211-633F-4AEA-30A6C7F2FBE6}"/>
              </a:ext>
            </a:extLst>
          </p:cNvPr>
          <p:cNvCxnSpPr>
            <a:cxnSpLocks/>
          </p:cNvCxnSpPr>
          <p:nvPr/>
        </p:nvCxnSpPr>
        <p:spPr>
          <a:xfrm flipV="1">
            <a:off x="6858773" y="4937993"/>
            <a:ext cx="0" cy="110871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97FE195A-4A3A-2329-EC58-2697C6308B49}"/>
              </a:ext>
            </a:extLst>
          </p:cNvPr>
          <p:cNvCxnSpPr>
            <a:cxnSpLocks/>
          </p:cNvCxnSpPr>
          <p:nvPr/>
        </p:nvCxnSpPr>
        <p:spPr>
          <a:xfrm flipV="1">
            <a:off x="8639540" y="4962123"/>
            <a:ext cx="0" cy="108458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Conector recto 720">
            <a:extLst>
              <a:ext uri="{FF2B5EF4-FFF2-40B4-BE49-F238E27FC236}">
                <a16:creationId xmlns:a16="http://schemas.microsoft.com/office/drawing/2014/main" id="{F4746D0A-003A-228D-0CE9-76F236AEE1CB}"/>
              </a:ext>
            </a:extLst>
          </p:cNvPr>
          <p:cNvCxnSpPr>
            <a:cxnSpLocks/>
          </p:cNvCxnSpPr>
          <p:nvPr/>
        </p:nvCxnSpPr>
        <p:spPr>
          <a:xfrm flipV="1">
            <a:off x="11282464" y="4995143"/>
            <a:ext cx="0" cy="48768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Conector recto 721">
            <a:extLst>
              <a:ext uri="{FF2B5EF4-FFF2-40B4-BE49-F238E27FC236}">
                <a16:creationId xmlns:a16="http://schemas.microsoft.com/office/drawing/2014/main" id="{2CCEFED3-650F-858C-2CF3-24E5A24E8D55}"/>
              </a:ext>
            </a:extLst>
          </p:cNvPr>
          <p:cNvCxnSpPr>
            <a:cxnSpLocks/>
          </p:cNvCxnSpPr>
          <p:nvPr/>
        </p:nvCxnSpPr>
        <p:spPr>
          <a:xfrm flipV="1">
            <a:off x="9517093" y="4957043"/>
            <a:ext cx="0" cy="23622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onector recto 722">
            <a:extLst>
              <a:ext uri="{FF2B5EF4-FFF2-40B4-BE49-F238E27FC236}">
                <a16:creationId xmlns:a16="http://schemas.microsoft.com/office/drawing/2014/main" id="{99AEB771-B619-8A17-153B-4214A6DFFD22}"/>
              </a:ext>
            </a:extLst>
          </p:cNvPr>
          <p:cNvCxnSpPr>
            <a:cxnSpLocks/>
          </p:cNvCxnSpPr>
          <p:nvPr/>
        </p:nvCxnSpPr>
        <p:spPr>
          <a:xfrm flipV="1">
            <a:off x="7767118" y="4937993"/>
            <a:ext cx="0" cy="23622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onector recto 723">
            <a:extLst>
              <a:ext uri="{FF2B5EF4-FFF2-40B4-BE49-F238E27FC236}">
                <a16:creationId xmlns:a16="http://schemas.microsoft.com/office/drawing/2014/main" id="{4FFA2B60-1F6C-83C2-069C-EA903BF890CD}"/>
              </a:ext>
            </a:extLst>
          </p:cNvPr>
          <p:cNvCxnSpPr>
            <a:cxnSpLocks/>
          </p:cNvCxnSpPr>
          <p:nvPr/>
        </p:nvCxnSpPr>
        <p:spPr>
          <a:xfrm flipV="1">
            <a:off x="4436520" y="4957043"/>
            <a:ext cx="0" cy="23622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onector recto 724">
            <a:extLst>
              <a:ext uri="{FF2B5EF4-FFF2-40B4-BE49-F238E27FC236}">
                <a16:creationId xmlns:a16="http://schemas.microsoft.com/office/drawing/2014/main" id="{2E51E51C-F995-1475-838B-2ACABB99B62A}"/>
              </a:ext>
            </a:extLst>
          </p:cNvPr>
          <p:cNvCxnSpPr>
            <a:cxnSpLocks/>
          </p:cNvCxnSpPr>
          <p:nvPr/>
        </p:nvCxnSpPr>
        <p:spPr>
          <a:xfrm flipV="1">
            <a:off x="2671150" y="4937993"/>
            <a:ext cx="0" cy="23622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" name="Rectángulo 725">
            <a:extLst>
              <a:ext uri="{FF2B5EF4-FFF2-40B4-BE49-F238E27FC236}">
                <a16:creationId xmlns:a16="http://schemas.microsoft.com/office/drawing/2014/main" id="{810DE0D8-D28D-30C5-6094-DDBF101E8E7C}"/>
              </a:ext>
            </a:extLst>
          </p:cNvPr>
          <p:cNvSpPr/>
          <p:nvPr/>
        </p:nvSpPr>
        <p:spPr>
          <a:xfrm>
            <a:off x="1795993" y="5955263"/>
            <a:ext cx="269571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CD677058-89B6-59BE-EF99-5565D34F10BB}"/>
              </a:ext>
            </a:extLst>
          </p:cNvPr>
          <p:cNvCxnSpPr>
            <a:cxnSpLocks/>
            <a:stCxn id="732" idx="2"/>
            <a:endCxn id="715" idx="2"/>
          </p:cNvCxnSpPr>
          <p:nvPr/>
        </p:nvCxnSpPr>
        <p:spPr>
          <a:xfrm flipV="1">
            <a:off x="2225909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E0567FED-9462-D5AD-4419-9684F5E98887}"/>
              </a:ext>
            </a:extLst>
          </p:cNvPr>
          <p:cNvCxnSpPr>
            <a:cxnSpLocks/>
          </p:cNvCxnSpPr>
          <p:nvPr/>
        </p:nvCxnSpPr>
        <p:spPr>
          <a:xfrm flipV="1">
            <a:off x="2193539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37607240-B161-6B95-76D8-C6D8BFF363D8}"/>
              </a:ext>
            </a:extLst>
          </p:cNvPr>
          <p:cNvCxnSpPr>
            <a:cxnSpLocks/>
          </p:cNvCxnSpPr>
          <p:nvPr/>
        </p:nvCxnSpPr>
        <p:spPr>
          <a:xfrm flipV="1">
            <a:off x="2266023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C622FDEE-1EE6-EC59-5C5B-0C80889CC2FF}"/>
              </a:ext>
            </a:extLst>
          </p:cNvPr>
          <p:cNvSpPr/>
          <p:nvPr/>
        </p:nvSpPr>
        <p:spPr>
          <a:xfrm>
            <a:off x="2105304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Rectángulo 733">
            <a:extLst>
              <a:ext uri="{FF2B5EF4-FFF2-40B4-BE49-F238E27FC236}">
                <a16:creationId xmlns:a16="http://schemas.microsoft.com/office/drawing/2014/main" id="{6C74C174-731B-F260-136E-6B1B1B712BFE}"/>
              </a:ext>
            </a:extLst>
          </p:cNvPr>
          <p:cNvSpPr/>
          <p:nvPr/>
        </p:nvSpPr>
        <p:spPr>
          <a:xfrm>
            <a:off x="25461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7" name="Rectángulo 736">
            <a:extLst>
              <a:ext uri="{FF2B5EF4-FFF2-40B4-BE49-F238E27FC236}">
                <a16:creationId xmlns:a16="http://schemas.microsoft.com/office/drawing/2014/main" id="{67E4B363-373F-FB83-25C6-C9F1F5C22940}"/>
              </a:ext>
            </a:extLst>
          </p:cNvPr>
          <p:cNvSpPr/>
          <p:nvPr/>
        </p:nvSpPr>
        <p:spPr>
          <a:xfrm>
            <a:off x="2779302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9" name="Rectángulo 738">
            <a:extLst>
              <a:ext uri="{FF2B5EF4-FFF2-40B4-BE49-F238E27FC236}">
                <a16:creationId xmlns:a16="http://schemas.microsoft.com/office/drawing/2014/main" id="{F549FCD6-DA76-5400-AAE7-97FF3FBCFF65}"/>
              </a:ext>
            </a:extLst>
          </p:cNvPr>
          <p:cNvSpPr/>
          <p:nvPr/>
        </p:nvSpPr>
        <p:spPr>
          <a:xfrm>
            <a:off x="301245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 750">
            <a:extLst>
              <a:ext uri="{FF2B5EF4-FFF2-40B4-BE49-F238E27FC236}">
                <a16:creationId xmlns:a16="http://schemas.microsoft.com/office/drawing/2014/main" id="{7641C202-3EF3-BC3B-81B4-B684F928DAB1}"/>
              </a:ext>
            </a:extLst>
          </p:cNvPr>
          <p:cNvSpPr/>
          <p:nvPr/>
        </p:nvSpPr>
        <p:spPr>
          <a:xfrm>
            <a:off x="3245605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Rectángulo 751">
            <a:extLst>
              <a:ext uri="{FF2B5EF4-FFF2-40B4-BE49-F238E27FC236}">
                <a16:creationId xmlns:a16="http://schemas.microsoft.com/office/drawing/2014/main" id="{DD8F7F21-B93D-0634-5736-4598633AA7A5}"/>
              </a:ext>
            </a:extLst>
          </p:cNvPr>
          <p:cNvSpPr/>
          <p:nvPr/>
        </p:nvSpPr>
        <p:spPr>
          <a:xfrm>
            <a:off x="370970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Rectángulo 752">
            <a:extLst>
              <a:ext uri="{FF2B5EF4-FFF2-40B4-BE49-F238E27FC236}">
                <a16:creationId xmlns:a16="http://schemas.microsoft.com/office/drawing/2014/main" id="{1774E5BB-9C84-3644-24E5-12E03A7106B6}"/>
              </a:ext>
            </a:extLst>
          </p:cNvPr>
          <p:cNvSpPr/>
          <p:nvPr/>
        </p:nvSpPr>
        <p:spPr>
          <a:xfrm>
            <a:off x="3942861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4" name="Rectángulo 753">
            <a:extLst>
              <a:ext uri="{FF2B5EF4-FFF2-40B4-BE49-F238E27FC236}">
                <a16:creationId xmlns:a16="http://schemas.microsoft.com/office/drawing/2014/main" id="{39341F15-E533-E1F5-E2B6-7BF7661C7E79}"/>
              </a:ext>
            </a:extLst>
          </p:cNvPr>
          <p:cNvSpPr/>
          <p:nvPr/>
        </p:nvSpPr>
        <p:spPr>
          <a:xfrm>
            <a:off x="4176012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5" name="Rectángulo 754">
            <a:extLst>
              <a:ext uri="{FF2B5EF4-FFF2-40B4-BE49-F238E27FC236}">
                <a16:creationId xmlns:a16="http://schemas.microsoft.com/office/drawing/2014/main" id="{3E8C73C7-E53D-E51F-CC9D-19EE0DCF8A87}"/>
              </a:ext>
            </a:extLst>
          </p:cNvPr>
          <p:cNvSpPr/>
          <p:nvPr/>
        </p:nvSpPr>
        <p:spPr>
          <a:xfrm>
            <a:off x="4409164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6" name="Rectángulo 755">
            <a:extLst>
              <a:ext uri="{FF2B5EF4-FFF2-40B4-BE49-F238E27FC236}">
                <a16:creationId xmlns:a16="http://schemas.microsoft.com/office/drawing/2014/main" id="{7644C812-E389-6EE9-8AF5-A82BF43077B1}"/>
              </a:ext>
            </a:extLst>
          </p:cNvPr>
          <p:cNvSpPr/>
          <p:nvPr/>
        </p:nvSpPr>
        <p:spPr>
          <a:xfrm>
            <a:off x="4665547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7" name="Rectángulo 756">
            <a:extLst>
              <a:ext uri="{FF2B5EF4-FFF2-40B4-BE49-F238E27FC236}">
                <a16:creationId xmlns:a16="http://schemas.microsoft.com/office/drawing/2014/main" id="{CE91C331-0B5E-48D9-3811-2328BD89D0ED}"/>
              </a:ext>
            </a:extLst>
          </p:cNvPr>
          <p:cNvSpPr/>
          <p:nvPr/>
        </p:nvSpPr>
        <p:spPr>
          <a:xfrm>
            <a:off x="489869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8" name="Rectángulo 757">
            <a:extLst>
              <a:ext uri="{FF2B5EF4-FFF2-40B4-BE49-F238E27FC236}">
                <a16:creationId xmlns:a16="http://schemas.microsoft.com/office/drawing/2014/main" id="{042D858C-03FD-3AC2-8A79-4F32D5C5E003}"/>
              </a:ext>
            </a:extLst>
          </p:cNvPr>
          <p:cNvSpPr/>
          <p:nvPr/>
        </p:nvSpPr>
        <p:spPr>
          <a:xfrm>
            <a:off x="5131850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A4471819-1891-16C2-F50D-43A7D873B668}"/>
              </a:ext>
            </a:extLst>
          </p:cNvPr>
          <p:cNvSpPr/>
          <p:nvPr/>
        </p:nvSpPr>
        <p:spPr>
          <a:xfrm>
            <a:off x="557021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 759">
            <a:extLst>
              <a:ext uri="{FF2B5EF4-FFF2-40B4-BE49-F238E27FC236}">
                <a16:creationId xmlns:a16="http://schemas.microsoft.com/office/drawing/2014/main" id="{8C667E01-DAFC-E8C6-456E-008C64327140}"/>
              </a:ext>
            </a:extLst>
          </p:cNvPr>
          <p:cNvSpPr/>
          <p:nvPr/>
        </p:nvSpPr>
        <p:spPr>
          <a:xfrm>
            <a:off x="5803361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Rectángulo 760">
            <a:extLst>
              <a:ext uri="{FF2B5EF4-FFF2-40B4-BE49-F238E27FC236}">
                <a16:creationId xmlns:a16="http://schemas.microsoft.com/office/drawing/2014/main" id="{9872BDA2-94DB-18FA-CFDF-4846A7DF4D7A}"/>
              </a:ext>
            </a:extLst>
          </p:cNvPr>
          <p:cNvSpPr/>
          <p:nvPr/>
        </p:nvSpPr>
        <p:spPr>
          <a:xfrm>
            <a:off x="6036513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Rectángulo 761">
            <a:extLst>
              <a:ext uri="{FF2B5EF4-FFF2-40B4-BE49-F238E27FC236}">
                <a16:creationId xmlns:a16="http://schemas.microsoft.com/office/drawing/2014/main" id="{019CDA5B-D59F-6A33-5225-3711543C893C}"/>
              </a:ext>
            </a:extLst>
          </p:cNvPr>
          <p:cNvSpPr/>
          <p:nvPr/>
        </p:nvSpPr>
        <p:spPr>
          <a:xfrm>
            <a:off x="6269664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3" name="Rectángulo 762">
            <a:extLst>
              <a:ext uri="{FF2B5EF4-FFF2-40B4-BE49-F238E27FC236}">
                <a16:creationId xmlns:a16="http://schemas.microsoft.com/office/drawing/2014/main" id="{1C004885-68D4-AE63-3B52-C75ADAE978EB}"/>
              </a:ext>
            </a:extLst>
          </p:cNvPr>
          <p:cNvSpPr/>
          <p:nvPr/>
        </p:nvSpPr>
        <p:spPr>
          <a:xfrm>
            <a:off x="651422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4" name="Rectángulo 763">
            <a:extLst>
              <a:ext uri="{FF2B5EF4-FFF2-40B4-BE49-F238E27FC236}">
                <a16:creationId xmlns:a16="http://schemas.microsoft.com/office/drawing/2014/main" id="{757F6F83-4D78-CF83-0765-F4ACDB19C40B}"/>
              </a:ext>
            </a:extLst>
          </p:cNvPr>
          <p:cNvSpPr/>
          <p:nvPr/>
        </p:nvSpPr>
        <p:spPr>
          <a:xfrm>
            <a:off x="709229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5" name="Rectángulo 764">
            <a:extLst>
              <a:ext uri="{FF2B5EF4-FFF2-40B4-BE49-F238E27FC236}">
                <a16:creationId xmlns:a16="http://schemas.microsoft.com/office/drawing/2014/main" id="{267316F7-904C-697D-F17C-DC2F0A221A91}"/>
              </a:ext>
            </a:extLst>
          </p:cNvPr>
          <p:cNvSpPr/>
          <p:nvPr/>
        </p:nvSpPr>
        <p:spPr>
          <a:xfrm>
            <a:off x="7342497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6" name="Rectángulo 765">
            <a:extLst>
              <a:ext uri="{FF2B5EF4-FFF2-40B4-BE49-F238E27FC236}">
                <a16:creationId xmlns:a16="http://schemas.microsoft.com/office/drawing/2014/main" id="{84587248-9F5B-2E42-2CC2-D68B9676B12E}"/>
              </a:ext>
            </a:extLst>
          </p:cNvPr>
          <p:cNvSpPr/>
          <p:nvPr/>
        </p:nvSpPr>
        <p:spPr>
          <a:xfrm>
            <a:off x="7575648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7" name="Rectángulo 766">
            <a:extLst>
              <a:ext uri="{FF2B5EF4-FFF2-40B4-BE49-F238E27FC236}">
                <a16:creationId xmlns:a16="http://schemas.microsoft.com/office/drawing/2014/main" id="{CE457992-CFC8-F53E-84B1-4E716B137907}"/>
              </a:ext>
            </a:extLst>
          </p:cNvPr>
          <p:cNvSpPr/>
          <p:nvPr/>
        </p:nvSpPr>
        <p:spPr>
          <a:xfrm>
            <a:off x="7808800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8" name="Rectángulo 1087">
            <a:extLst>
              <a:ext uri="{FF2B5EF4-FFF2-40B4-BE49-F238E27FC236}">
                <a16:creationId xmlns:a16="http://schemas.microsoft.com/office/drawing/2014/main" id="{D106E3AC-BA09-3D03-C7BC-430BB7F65C65}"/>
              </a:ext>
            </a:extLst>
          </p:cNvPr>
          <p:cNvSpPr/>
          <p:nvPr/>
        </p:nvSpPr>
        <p:spPr>
          <a:xfrm>
            <a:off x="80419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9" name="Rectángulo 1088">
            <a:extLst>
              <a:ext uri="{FF2B5EF4-FFF2-40B4-BE49-F238E27FC236}">
                <a16:creationId xmlns:a16="http://schemas.microsoft.com/office/drawing/2014/main" id="{3608A1F0-D508-BE2D-6E36-E2A4AE8F67CB}"/>
              </a:ext>
            </a:extLst>
          </p:cNvPr>
          <p:cNvSpPr/>
          <p:nvPr/>
        </p:nvSpPr>
        <p:spPr>
          <a:xfrm>
            <a:off x="8309506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0" name="Rectángulo 1089">
            <a:extLst>
              <a:ext uri="{FF2B5EF4-FFF2-40B4-BE49-F238E27FC236}">
                <a16:creationId xmlns:a16="http://schemas.microsoft.com/office/drawing/2014/main" id="{B8D97F63-92A9-CDDD-938C-E9BB6EE18FB7}"/>
              </a:ext>
            </a:extLst>
          </p:cNvPr>
          <p:cNvSpPr/>
          <p:nvPr/>
        </p:nvSpPr>
        <p:spPr>
          <a:xfrm>
            <a:off x="881302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1" name="Rectángulo 1090">
            <a:extLst>
              <a:ext uri="{FF2B5EF4-FFF2-40B4-BE49-F238E27FC236}">
                <a16:creationId xmlns:a16="http://schemas.microsoft.com/office/drawing/2014/main" id="{7B516441-5C1A-44DC-DAB1-48F29637A3B1}"/>
              </a:ext>
            </a:extLst>
          </p:cNvPr>
          <p:cNvSpPr/>
          <p:nvPr/>
        </p:nvSpPr>
        <p:spPr>
          <a:xfrm>
            <a:off x="9046173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2" name="Rectángulo 1091">
            <a:extLst>
              <a:ext uri="{FF2B5EF4-FFF2-40B4-BE49-F238E27FC236}">
                <a16:creationId xmlns:a16="http://schemas.microsoft.com/office/drawing/2014/main" id="{8C8538A0-4E1E-193B-F5AE-BBA5D65F625E}"/>
              </a:ext>
            </a:extLst>
          </p:cNvPr>
          <p:cNvSpPr/>
          <p:nvPr/>
        </p:nvSpPr>
        <p:spPr>
          <a:xfrm>
            <a:off x="9304000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3" name="Rectángulo 1092">
            <a:extLst>
              <a:ext uri="{FF2B5EF4-FFF2-40B4-BE49-F238E27FC236}">
                <a16:creationId xmlns:a16="http://schemas.microsoft.com/office/drawing/2014/main" id="{6958B9E1-81D7-65AF-0E55-334904AD7F55}"/>
              </a:ext>
            </a:extLst>
          </p:cNvPr>
          <p:cNvSpPr/>
          <p:nvPr/>
        </p:nvSpPr>
        <p:spPr>
          <a:xfrm>
            <a:off x="9537151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4" name="Rectángulo 1093">
            <a:extLst>
              <a:ext uri="{FF2B5EF4-FFF2-40B4-BE49-F238E27FC236}">
                <a16:creationId xmlns:a16="http://schemas.microsoft.com/office/drawing/2014/main" id="{80A70796-5A80-F942-E1A4-02E5B3518CA1}"/>
              </a:ext>
            </a:extLst>
          </p:cNvPr>
          <p:cNvSpPr/>
          <p:nvPr/>
        </p:nvSpPr>
        <p:spPr>
          <a:xfrm>
            <a:off x="1017719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5" name="Rectángulo 1094">
            <a:extLst>
              <a:ext uri="{FF2B5EF4-FFF2-40B4-BE49-F238E27FC236}">
                <a16:creationId xmlns:a16="http://schemas.microsoft.com/office/drawing/2014/main" id="{A1BE6155-7F7C-DFD2-C8B2-4B3D9836E93F}"/>
              </a:ext>
            </a:extLst>
          </p:cNvPr>
          <p:cNvSpPr/>
          <p:nvPr/>
        </p:nvSpPr>
        <p:spPr>
          <a:xfrm>
            <a:off x="766121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6" name="Rectángulo 1095">
            <a:extLst>
              <a:ext uri="{FF2B5EF4-FFF2-40B4-BE49-F238E27FC236}">
                <a16:creationId xmlns:a16="http://schemas.microsoft.com/office/drawing/2014/main" id="{219CDE01-3FBE-A8AE-CD05-90947A511DF8}"/>
              </a:ext>
            </a:extLst>
          </p:cNvPr>
          <p:cNvSpPr/>
          <p:nvPr/>
        </p:nvSpPr>
        <p:spPr>
          <a:xfrm>
            <a:off x="9992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7" name="Rectángulo 1096">
            <a:extLst>
              <a:ext uri="{FF2B5EF4-FFF2-40B4-BE49-F238E27FC236}">
                <a16:creationId xmlns:a16="http://schemas.microsoft.com/office/drawing/2014/main" id="{5191261F-AFEC-2E7C-3545-D02A98645980}"/>
              </a:ext>
            </a:extLst>
          </p:cNvPr>
          <p:cNvSpPr/>
          <p:nvPr/>
        </p:nvSpPr>
        <p:spPr>
          <a:xfrm>
            <a:off x="12324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8" name="Rectángulo 1097">
            <a:extLst>
              <a:ext uri="{FF2B5EF4-FFF2-40B4-BE49-F238E27FC236}">
                <a16:creationId xmlns:a16="http://schemas.microsoft.com/office/drawing/2014/main" id="{3041ECB9-EA1E-20AD-38A5-DC8E5FC8EA04}"/>
              </a:ext>
            </a:extLst>
          </p:cNvPr>
          <p:cNvSpPr/>
          <p:nvPr/>
        </p:nvSpPr>
        <p:spPr>
          <a:xfrm>
            <a:off x="1465575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9" name="Rectángulo 1098">
            <a:extLst>
              <a:ext uri="{FF2B5EF4-FFF2-40B4-BE49-F238E27FC236}">
                <a16:creationId xmlns:a16="http://schemas.microsoft.com/office/drawing/2014/main" id="{972C529A-BBC5-5A09-E97C-B7AF5B7B2E79}"/>
              </a:ext>
            </a:extLst>
          </p:cNvPr>
          <p:cNvSpPr/>
          <p:nvPr/>
        </p:nvSpPr>
        <p:spPr>
          <a:xfrm>
            <a:off x="1307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0" name="Rectángulo 1099">
            <a:extLst>
              <a:ext uri="{FF2B5EF4-FFF2-40B4-BE49-F238E27FC236}">
                <a16:creationId xmlns:a16="http://schemas.microsoft.com/office/drawing/2014/main" id="{0ED00CF1-A4E5-EDD4-1066-1647DF5BAD67}"/>
              </a:ext>
            </a:extLst>
          </p:cNvPr>
          <p:cNvSpPr/>
          <p:nvPr/>
        </p:nvSpPr>
        <p:spPr>
          <a:xfrm>
            <a:off x="3639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1" name="Rectángulo 1100">
            <a:extLst>
              <a:ext uri="{FF2B5EF4-FFF2-40B4-BE49-F238E27FC236}">
                <a16:creationId xmlns:a16="http://schemas.microsoft.com/office/drawing/2014/main" id="{9079548B-CB94-82E8-C1C7-F8D542AECDA5}"/>
              </a:ext>
            </a:extLst>
          </p:cNvPr>
          <p:cNvSpPr/>
          <p:nvPr/>
        </p:nvSpPr>
        <p:spPr>
          <a:xfrm>
            <a:off x="0" y="5482823"/>
            <a:ext cx="1739711" cy="525780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3" name="Rectángulo 1102">
            <a:extLst>
              <a:ext uri="{FF2B5EF4-FFF2-40B4-BE49-F238E27FC236}">
                <a16:creationId xmlns:a16="http://schemas.microsoft.com/office/drawing/2014/main" id="{FF0D85E9-C1CA-027E-AB0E-EA1EB1D9E2AA}"/>
              </a:ext>
            </a:extLst>
          </p:cNvPr>
          <p:cNvSpPr/>
          <p:nvPr/>
        </p:nvSpPr>
        <p:spPr>
          <a:xfrm>
            <a:off x="2352625" y="5955263"/>
            <a:ext cx="1169525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4" name="Rectángulo 1103">
            <a:extLst>
              <a:ext uri="{FF2B5EF4-FFF2-40B4-BE49-F238E27FC236}">
                <a16:creationId xmlns:a16="http://schemas.microsoft.com/office/drawing/2014/main" id="{A0CED3FA-13EE-61ED-4E3F-7141429D8E17}"/>
              </a:ext>
            </a:extLst>
          </p:cNvPr>
          <p:cNvSpPr/>
          <p:nvPr/>
        </p:nvSpPr>
        <p:spPr>
          <a:xfrm>
            <a:off x="3559971" y="5955263"/>
            <a:ext cx="176450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F641D254-A7A3-E323-1D27-2EB7596A1E6E}"/>
              </a:ext>
            </a:extLst>
          </p:cNvPr>
          <p:cNvCxnSpPr>
            <a:cxnSpLocks/>
          </p:cNvCxnSpPr>
          <p:nvPr/>
        </p:nvCxnSpPr>
        <p:spPr>
          <a:xfrm flipV="1">
            <a:off x="3564099" y="4957043"/>
            <a:ext cx="0" cy="108966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Rectángulo 1105">
            <a:extLst>
              <a:ext uri="{FF2B5EF4-FFF2-40B4-BE49-F238E27FC236}">
                <a16:creationId xmlns:a16="http://schemas.microsoft.com/office/drawing/2014/main" id="{F7B0AD56-3A24-7D18-4583-01BDAB16D136}"/>
              </a:ext>
            </a:extLst>
          </p:cNvPr>
          <p:cNvSpPr/>
          <p:nvPr/>
        </p:nvSpPr>
        <p:spPr>
          <a:xfrm>
            <a:off x="6863083" y="5955263"/>
            <a:ext cx="1745440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7" name="Rectángulo 1106">
            <a:extLst>
              <a:ext uri="{FF2B5EF4-FFF2-40B4-BE49-F238E27FC236}">
                <a16:creationId xmlns:a16="http://schemas.microsoft.com/office/drawing/2014/main" id="{6BD9665B-E9A3-FA85-2EA6-44E91023C897}"/>
              </a:ext>
            </a:extLst>
          </p:cNvPr>
          <p:cNvSpPr/>
          <p:nvPr/>
        </p:nvSpPr>
        <p:spPr>
          <a:xfrm>
            <a:off x="8668190" y="5955263"/>
            <a:ext cx="111642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8" name="Rectángulo 1107">
            <a:extLst>
              <a:ext uri="{FF2B5EF4-FFF2-40B4-BE49-F238E27FC236}">
                <a16:creationId xmlns:a16="http://schemas.microsoft.com/office/drawing/2014/main" id="{6623EAD7-E784-518F-C58D-853E49AB4112}"/>
              </a:ext>
            </a:extLst>
          </p:cNvPr>
          <p:cNvSpPr/>
          <p:nvPr/>
        </p:nvSpPr>
        <p:spPr>
          <a:xfrm>
            <a:off x="10066601" y="5955263"/>
            <a:ext cx="321308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9" name="Rectángulo 1108">
            <a:extLst>
              <a:ext uri="{FF2B5EF4-FFF2-40B4-BE49-F238E27FC236}">
                <a16:creationId xmlns:a16="http://schemas.microsoft.com/office/drawing/2014/main" id="{7CBC6DC2-9207-9725-382B-F4067B6B77B0}"/>
              </a:ext>
            </a:extLst>
          </p:cNvPr>
          <p:cNvSpPr/>
          <p:nvPr/>
        </p:nvSpPr>
        <p:spPr>
          <a:xfrm>
            <a:off x="1057973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0" name="Rectángulo 1109">
            <a:extLst>
              <a:ext uri="{FF2B5EF4-FFF2-40B4-BE49-F238E27FC236}">
                <a16:creationId xmlns:a16="http://schemas.microsoft.com/office/drawing/2014/main" id="{5483ED84-118B-310A-113F-27A7E565DC7C}"/>
              </a:ext>
            </a:extLst>
          </p:cNvPr>
          <p:cNvSpPr/>
          <p:nvPr/>
        </p:nvSpPr>
        <p:spPr>
          <a:xfrm>
            <a:off x="10812887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1" name="Rectángulo 1110">
            <a:extLst>
              <a:ext uri="{FF2B5EF4-FFF2-40B4-BE49-F238E27FC236}">
                <a16:creationId xmlns:a16="http://schemas.microsoft.com/office/drawing/2014/main" id="{887CD9EA-4A52-AD6B-66BB-5C956821B33F}"/>
              </a:ext>
            </a:extLst>
          </p:cNvPr>
          <p:cNvSpPr/>
          <p:nvPr/>
        </p:nvSpPr>
        <p:spPr>
          <a:xfrm>
            <a:off x="11046038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2" name="Rectángulo 1111">
            <a:extLst>
              <a:ext uri="{FF2B5EF4-FFF2-40B4-BE49-F238E27FC236}">
                <a16:creationId xmlns:a16="http://schemas.microsoft.com/office/drawing/2014/main" id="{F6241BF4-325E-332C-9634-DC76D59335A8}"/>
              </a:ext>
            </a:extLst>
          </p:cNvPr>
          <p:cNvSpPr/>
          <p:nvPr/>
        </p:nvSpPr>
        <p:spPr>
          <a:xfrm>
            <a:off x="11446072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3" name="Rectángulo 1112">
            <a:extLst>
              <a:ext uri="{FF2B5EF4-FFF2-40B4-BE49-F238E27FC236}">
                <a16:creationId xmlns:a16="http://schemas.microsoft.com/office/drawing/2014/main" id="{08FFBAD2-261C-C637-0B51-911F47C52549}"/>
              </a:ext>
            </a:extLst>
          </p:cNvPr>
          <p:cNvSpPr/>
          <p:nvPr/>
        </p:nvSpPr>
        <p:spPr>
          <a:xfrm>
            <a:off x="11679224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4" name="Rectángulo 1113">
            <a:extLst>
              <a:ext uri="{FF2B5EF4-FFF2-40B4-BE49-F238E27FC236}">
                <a16:creationId xmlns:a16="http://schemas.microsoft.com/office/drawing/2014/main" id="{9E8170D0-C015-F5F2-46AE-90CB1880F409}"/>
              </a:ext>
            </a:extLst>
          </p:cNvPr>
          <p:cNvSpPr/>
          <p:nvPr/>
        </p:nvSpPr>
        <p:spPr>
          <a:xfrm>
            <a:off x="1191237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6" name="Rectángulo 1115">
            <a:extLst>
              <a:ext uri="{FF2B5EF4-FFF2-40B4-BE49-F238E27FC236}">
                <a16:creationId xmlns:a16="http://schemas.microsoft.com/office/drawing/2014/main" id="{86E30608-BA2A-F152-6C8E-14704DE7CA8A}"/>
              </a:ext>
            </a:extLst>
          </p:cNvPr>
          <p:cNvSpPr/>
          <p:nvPr/>
        </p:nvSpPr>
        <p:spPr>
          <a:xfrm>
            <a:off x="10445966" y="5482823"/>
            <a:ext cx="1739711" cy="5257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7" name="Rectángulo 1116">
            <a:extLst>
              <a:ext uri="{FF2B5EF4-FFF2-40B4-BE49-F238E27FC236}">
                <a16:creationId xmlns:a16="http://schemas.microsoft.com/office/drawing/2014/main" id="{8DF0CAA6-8C41-5E90-34E0-AEF3E5432349}"/>
              </a:ext>
            </a:extLst>
          </p:cNvPr>
          <p:cNvSpPr/>
          <p:nvPr/>
        </p:nvSpPr>
        <p:spPr>
          <a:xfrm>
            <a:off x="9807446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888182B6-EBB9-893F-DF5C-5A59478A18D2}"/>
              </a:ext>
            </a:extLst>
          </p:cNvPr>
          <p:cNvCxnSpPr>
            <a:cxnSpLocks/>
            <a:stCxn id="1121" idx="2"/>
            <a:endCxn id="1117" idx="2"/>
          </p:cNvCxnSpPr>
          <p:nvPr/>
        </p:nvCxnSpPr>
        <p:spPr>
          <a:xfrm flipV="1">
            <a:off x="9923507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Conector recto 1118">
            <a:extLst>
              <a:ext uri="{FF2B5EF4-FFF2-40B4-BE49-F238E27FC236}">
                <a16:creationId xmlns:a16="http://schemas.microsoft.com/office/drawing/2014/main" id="{3A330546-AEDD-CB09-86DD-A73265F179BB}"/>
              </a:ext>
            </a:extLst>
          </p:cNvPr>
          <p:cNvCxnSpPr>
            <a:cxnSpLocks/>
          </p:cNvCxnSpPr>
          <p:nvPr/>
        </p:nvCxnSpPr>
        <p:spPr>
          <a:xfrm flipV="1">
            <a:off x="9891137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4355ED99-8B8C-73AD-F754-A8CC016EDB9F}"/>
              </a:ext>
            </a:extLst>
          </p:cNvPr>
          <p:cNvCxnSpPr>
            <a:cxnSpLocks/>
          </p:cNvCxnSpPr>
          <p:nvPr/>
        </p:nvCxnSpPr>
        <p:spPr>
          <a:xfrm flipV="1">
            <a:off x="9963621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Rectángulo 1120">
            <a:extLst>
              <a:ext uri="{FF2B5EF4-FFF2-40B4-BE49-F238E27FC236}">
                <a16:creationId xmlns:a16="http://schemas.microsoft.com/office/drawing/2014/main" id="{4E37D4E8-2302-41BC-27DE-B26EFC3F0498}"/>
              </a:ext>
            </a:extLst>
          </p:cNvPr>
          <p:cNvSpPr/>
          <p:nvPr/>
        </p:nvSpPr>
        <p:spPr>
          <a:xfrm>
            <a:off x="9802902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2" name="Rectángulo 1121">
            <a:extLst>
              <a:ext uri="{FF2B5EF4-FFF2-40B4-BE49-F238E27FC236}">
                <a16:creationId xmlns:a16="http://schemas.microsoft.com/office/drawing/2014/main" id="{2B33EA92-B65A-C11A-0BB2-8EFC8F5127BB}"/>
              </a:ext>
            </a:extLst>
          </p:cNvPr>
          <p:cNvSpPr/>
          <p:nvPr/>
        </p:nvSpPr>
        <p:spPr>
          <a:xfrm>
            <a:off x="1739711" y="4957043"/>
            <a:ext cx="8706254" cy="23622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3" name="Rectángulo 1122">
            <a:extLst>
              <a:ext uri="{FF2B5EF4-FFF2-40B4-BE49-F238E27FC236}">
                <a16:creationId xmlns:a16="http://schemas.microsoft.com/office/drawing/2014/main" id="{AFCEB4A8-C525-32E0-DCD6-2476C6986657}"/>
              </a:ext>
            </a:extLst>
          </p:cNvPr>
          <p:cNvSpPr/>
          <p:nvPr/>
        </p:nvSpPr>
        <p:spPr>
          <a:xfrm>
            <a:off x="5266377" y="4901163"/>
            <a:ext cx="1653752" cy="2362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Pavimento en un camino de entrada Stock de Foto gratis - Public Domain  Pictures">
            <a:extLst>
              <a:ext uri="{FF2B5EF4-FFF2-40B4-BE49-F238E27FC236}">
                <a16:creationId xmlns:a16="http://schemas.microsoft.com/office/drawing/2014/main" id="{44469BAF-B5B3-8075-8573-83E1178B9F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68"/>
          <a:stretch>
            <a:fillRect/>
          </a:stretch>
        </p:blipFill>
        <p:spPr bwMode="auto">
          <a:xfrm>
            <a:off x="0" y="6037579"/>
            <a:ext cx="12179011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0" name="Rectángulo 749">
            <a:extLst>
              <a:ext uri="{FF2B5EF4-FFF2-40B4-BE49-F238E27FC236}">
                <a16:creationId xmlns:a16="http://schemas.microsoft.com/office/drawing/2014/main" id="{C0371CA1-6FCB-6F42-F1A2-BEB52B29E778}"/>
              </a:ext>
            </a:extLst>
          </p:cNvPr>
          <p:cNvSpPr/>
          <p:nvPr/>
        </p:nvSpPr>
        <p:spPr>
          <a:xfrm>
            <a:off x="1696" y="6037577"/>
            <a:ext cx="12211874" cy="589280"/>
          </a:xfrm>
          <a:prstGeom prst="rect">
            <a:avLst/>
          </a:prstGeom>
          <a:solidFill>
            <a:schemeClr val="bg1">
              <a:lumMod val="50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3" name="CuadroTexto 1142">
            <a:extLst>
              <a:ext uri="{FF2B5EF4-FFF2-40B4-BE49-F238E27FC236}">
                <a16:creationId xmlns:a16="http://schemas.microsoft.com/office/drawing/2014/main" id="{11602D64-92AE-CF73-E725-E183B995A898}"/>
              </a:ext>
            </a:extLst>
          </p:cNvPr>
          <p:cNvSpPr txBox="1"/>
          <p:nvPr/>
        </p:nvSpPr>
        <p:spPr>
          <a:xfrm>
            <a:off x="5212277" y="4811448"/>
            <a:ext cx="18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LIGA CAUCANA DE FÚTBOL</a:t>
            </a:r>
          </a:p>
        </p:txBody>
      </p:sp>
      <p:sp>
        <p:nvSpPr>
          <p:cNvPr id="1126" name="Rectángulo 1125">
            <a:extLst>
              <a:ext uri="{FF2B5EF4-FFF2-40B4-BE49-F238E27FC236}">
                <a16:creationId xmlns:a16="http://schemas.microsoft.com/office/drawing/2014/main" id="{96E92CAF-4366-BCC5-9DE5-F4DC96B381EE}"/>
              </a:ext>
            </a:extLst>
          </p:cNvPr>
          <p:cNvSpPr/>
          <p:nvPr/>
        </p:nvSpPr>
        <p:spPr>
          <a:xfrm flipH="1">
            <a:off x="10224135" y="1257922"/>
            <a:ext cx="363778" cy="698513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3" name="Rectángulo 1132">
            <a:extLst>
              <a:ext uri="{FF2B5EF4-FFF2-40B4-BE49-F238E27FC236}">
                <a16:creationId xmlns:a16="http://schemas.microsoft.com/office/drawing/2014/main" id="{14C2E17D-CAFD-867E-C09E-A371BBF2F0E1}"/>
              </a:ext>
            </a:extLst>
          </p:cNvPr>
          <p:cNvSpPr/>
          <p:nvPr/>
        </p:nvSpPr>
        <p:spPr>
          <a:xfrm rot="21430377" flipH="1">
            <a:off x="10401297" y="1958728"/>
            <a:ext cx="167640" cy="3027045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5" name="Rectángulo 1134">
            <a:extLst>
              <a:ext uri="{FF2B5EF4-FFF2-40B4-BE49-F238E27FC236}">
                <a16:creationId xmlns:a16="http://schemas.microsoft.com/office/drawing/2014/main" id="{CCDAAD5C-5DF4-BDF9-429B-5A8F749E99A9}"/>
              </a:ext>
            </a:extLst>
          </p:cNvPr>
          <p:cNvSpPr/>
          <p:nvPr/>
        </p:nvSpPr>
        <p:spPr>
          <a:xfrm>
            <a:off x="1604087" y="1257922"/>
            <a:ext cx="363777" cy="698513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C3EC264-7275-5E14-3832-0A71BA434044}"/>
              </a:ext>
            </a:extLst>
          </p:cNvPr>
          <p:cNvSpPr/>
          <p:nvPr/>
        </p:nvSpPr>
        <p:spPr>
          <a:xfrm>
            <a:off x="0" y="6576220"/>
            <a:ext cx="12211874" cy="295266"/>
          </a:xfrm>
          <a:prstGeom prst="rect">
            <a:avLst/>
          </a:prstGeom>
          <a:solidFill>
            <a:srgbClr val="255527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8A0A0ED-9B5E-8677-475B-0FB3B9B6454B}"/>
              </a:ext>
            </a:extLst>
          </p:cNvPr>
          <p:cNvSpPr/>
          <p:nvPr/>
        </p:nvSpPr>
        <p:spPr>
          <a:xfrm rot="169623">
            <a:off x="1623062" y="1958728"/>
            <a:ext cx="167640" cy="3027045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6681D4C-BEF2-7BAB-BE14-5B53C624EF36}"/>
              </a:ext>
            </a:extLst>
          </p:cNvPr>
          <p:cNvSpPr txBox="1"/>
          <p:nvPr/>
        </p:nvSpPr>
        <p:spPr>
          <a:xfrm>
            <a:off x="5218377" y="4936604"/>
            <a:ext cx="17241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ESTADIO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DA872CC-04FB-97FA-1858-43AA69944100}"/>
              </a:ext>
            </a:extLst>
          </p:cNvPr>
          <p:cNvSpPr txBox="1"/>
          <p:nvPr/>
        </p:nvSpPr>
        <p:spPr>
          <a:xfrm>
            <a:off x="5202964" y="5011105"/>
            <a:ext cx="1724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CIRO LÓPEZ</a:t>
            </a:r>
          </a:p>
        </p:txBody>
      </p:sp>
      <p:sp>
        <p:nvSpPr>
          <p:cNvPr id="1102" name="Rectángulo 1101">
            <a:extLst>
              <a:ext uri="{FF2B5EF4-FFF2-40B4-BE49-F238E27FC236}">
                <a16:creationId xmlns:a16="http://schemas.microsoft.com/office/drawing/2014/main" id="{0FF450EE-DD74-F823-1E68-A88E86E91F40}"/>
              </a:ext>
            </a:extLst>
          </p:cNvPr>
          <p:cNvSpPr/>
          <p:nvPr/>
        </p:nvSpPr>
        <p:spPr>
          <a:xfrm>
            <a:off x="0" y="4957043"/>
            <a:ext cx="1739711" cy="52578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5" name="Rectángulo 1114">
            <a:extLst>
              <a:ext uri="{FF2B5EF4-FFF2-40B4-BE49-F238E27FC236}">
                <a16:creationId xmlns:a16="http://schemas.microsoft.com/office/drawing/2014/main" id="{CAA201E7-783E-5B2E-1D67-845B726A559D}"/>
              </a:ext>
            </a:extLst>
          </p:cNvPr>
          <p:cNvSpPr/>
          <p:nvPr/>
        </p:nvSpPr>
        <p:spPr>
          <a:xfrm>
            <a:off x="10445966" y="4957043"/>
            <a:ext cx="1739711" cy="52578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299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B3312E8D-D126-A7C4-7FDE-3A192C5AF855}"/>
              </a:ext>
            </a:extLst>
          </p:cNvPr>
          <p:cNvSpPr/>
          <p:nvPr/>
        </p:nvSpPr>
        <p:spPr>
          <a:xfrm>
            <a:off x="1" y="-7569"/>
            <a:ext cx="12192000" cy="5011224"/>
          </a:xfrm>
          <a:prstGeom prst="rect">
            <a:avLst/>
          </a:prstGeom>
          <a:gradFill flip="none" rotWithShape="1">
            <a:gsLst>
              <a:gs pos="4000">
                <a:srgbClr val="5C5FA6"/>
              </a:gs>
              <a:gs pos="22000">
                <a:srgbClr val="31337D"/>
              </a:gs>
              <a:gs pos="39000">
                <a:srgbClr val="1C1E4E"/>
              </a:gs>
              <a:gs pos="53000">
                <a:srgbClr val="121238"/>
              </a:gs>
              <a:gs pos="76000">
                <a:srgbClr val="05051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Triángulo isósceles 47">
            <a:extLst>
              <a:ext uri="{FF2B5EF4-FFF2-40B4-BE49-F238E27FC236}">
                <a16:creationId xmlns:a16="http://schemas.microsoft.com/office/drawing/2014/main" id="{47CDEF2F-44D5-B720-D34F-332B99F0BFC8}"/>
              </a:ext>
            </a:extLst>
          </p:cNvPr>
          <p:cNvSpPr/>
          <p:nvPr/>
        </p:nvSpPr>
        <p:spPr>
          <a:xfrm>
            <a:off x="-110793" y="1764982"/>
            <a:ext cx="6156775" cy="4419911"/>
          </a:xfrm>
          <a:prstGeom prst="triangle">
            <a:avLst>
              <a:gd name="adj" fmla="val 30662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Triángulo isósceles 48">
            <a:extLst>
              <a:ext uri="{FF2B5EF4-FFF2-40B4-BE49-F238E27FC236}">
                <a16:creationId xmlns:a16="http://schemas.microsoft.com/office/drawing/2014/main" id="{96BA1630-01A6-CEA4-7935-9E687CAEFEB6}"/>
              </a:ext>
            </a:extLst>
          </p:cNvPr>
          <p:cNvSpPr/>
          <p:nvPr/>
        </p:nvSpPr>
        <p:spPr>
          <a:xfrm flipH="1">
            <a:off x="6114647" y="1755458"/>
            <a:ext cx="6226685" cy="4429436"/>
          </a:xfrm>
          <a:prstGeom prst="triangle">
            <a:avLst>
              <a:gd name="adj" fmla="val 30662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8" name="Triángulo isósceles 127">
            <a:extLst>
              <a:ext uri="{FF2B5EF4-FFF2-40B4-BE49-F238E27FC236}">
                <a16:creationId xmlns:a16="http://schemas.microsoft.com/office/drawing/2014/main" id="{66237AE9-7A68-40D8-3C04-367A6E293706}"/>
              </a:ext>
            </a:extLst>
          </p:cNvPr>
          <p:cNvSpPr/>
          <p:nvPr/>
        </p:nvSpPr>
        <p:spPr>
          <a:xfrm rot="10800000">
            <a:off x="2018588" y="4060521"/>
            <a:ext cx="463101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9" name="Triángulo isósceles 118">
            <a:extLst>
              <a:ext uri="{FF2B5EF4-FFF2-40B4-BE49-F238E27FC236}">
                <a16:creationId xmlns:a16="http://schemas.microsoft.com/office/drawing/2014/main" id="{759D9FCD-00A3-A7CF-9DFF-0079E82A1562}"/>
              </a:ext>
            </a:extLst>
          </p:cNvPr>
          <p:cNvSpPr/>
          <p:nvPr/>
        </p:nvSpPr>
        <p:spPr>
          <a:xfrm rot="10800000">
            <a:off x="3228190" y="4040738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0" name="Triángulo isósceles 119">
            <a:extLst>
              <a:ext uri="{FF2B5EF4-FFF2-40B4-BE49-F238E27FC236}">
                <a16:creationId xmlns:a16="http://schemas.microsoft.com/office/drawing/2014/main" id="{4B39B355-5E2D-BE60-051D-5A23E0C9E567}"/>
              </a:ext>
            </a:extLst>
          </p:cNvPr>
          <p:cNvSpPr/>
          <p:nvPr/>
        </p:nvSpPr>
        <p:spPr>
          <a:xfrm rot="10800000">
            <a:off x="4044638" y="4031079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1" name="Triángulo isósceles 120">
            <a:extLst>
              <a:ext uri="{FF2B5EF4-FFF2-40B4-BE49-F238E27FC236}">
                <a16:creationId xmlns:a16="http://schemas.microsoft.com/office/drawing/2014/main" id="{059F23BC-E6F7-ED2E-DAB1-A01CCCBF9311}"/>
              </a:ext>
            </a:extLst>
          </p:cNvPr>
          <p:cNvSpPr/>
          <p:nvPr/>
        </p:nvSpPr>
        <p:spPr>
          <a:xfrm rot="10800000">
            <a:off x="4834181" y="402458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Triángulo isósceles 121">
            <a:extLst>
              <a:ext uri="{FF2B5EF4-FFF2-40B4-BE49-F238E27FC236}">
                <a16:creationId xmlns:a16="http://schemas.microsoft.com/office/drawing/2014/main" id="{4D03778C-597F-F6BB-E943-5572613CE9CF}"/>
              </a:ext>
            </a:extLst>
          </p:cNvPr>
          <p:cNvSpPr/>
          <p:nvPr/>
        </p:nvSpPr>
        <p:spPr>
          <a:xfrm rot="10800000">
            <a:off x="5642606" y="402623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3" name="Triángulo isósceles 122">
            <a:extLst>
              <a:ext uri="{FF2B5EF4-FFF2-40B4-BE49-F238E27FC236}">
                <a16:creationId xmlns:a16="http://schemas.microsoft.com/office/drawing/2014/main" id="{D20AB3AD-13F7-AA0D-8AAC-05693DE5A6AD}"/>
              </a:ext>
            </a:extLst>
          </p:cNvPr>
          <p:cNvSpPr/>
          <p:nvPr/>
        </p:nvSpPr>
        <p:spPr>
          <a:xfrm rot="10800000">
            <a:off x="6432149" y="40197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4" name="Triángulo isósceles 123">
            <a:extLst>
              <a:ext uri="{FF2B5EF4-FFF2-40B4-BE49-F238E27FC236}">
                <a16:creationId xmlns:a16="http://schemas.microsoft.com/office/drawing/2014/main" id="{01A49E17-B19E-D212-4C4E-41457CD373C7}"/>
              </a:ext>
            </a:extLst>
          </p:cNvPr>
          <p:cNvSpPr/>
          <p:nvPr/>
        </p:nvSpPr>
        <p:spPr>
          <a:xfrm rot="10800000">
            <a:off x="7271519" y="4023127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5" name="Triángulo isósceles 124">
            <a:extLst>
              <a:ext uri="{FF2B5EF4-FFF2-40B4-BE49-F238E27FC236}">
                <a16:creationId xmlns:a16="http://schemas.microsoft.com/office/drawing/2014/main" id="{6FFA326A-290F-8FD5-28DA-3D577988BDC9}"/>
              </a:ext>
            </a:extLst>
          </p:cNvPr>
          <p:cNvSpPr/>
          <p:nvPr/>
        </p:nvSpPr>
        <p:spPr>
          <a:xfrm rot="10800000">
            <a:off x="8061062" y="401663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6" name="Triángulo isósceles 125">
            <a:extLst>
              <a:ext uri="{FF2B5EF4-FFF2-40B4-BE49-F238E27FC236}">
                <a16:creationId xmlns:a16="http://schemas.microsoft.com/office/drawing/2014/main" id="{E8391DB0-5EED-B92C-47F4-137F38F35FD8}"/>
              </a:ext>
            </a:extLst>
          </p:cNvPr>
          <p:cNvSpPr/>
          <p:nvPr/>
        </p:nvSpPr>
        <p:spPr>
          <a:xfrm rot="10800000">
            <a:off x="8885964" y="402133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7" name="Triángulo isósceles 126">
            <a:extLst>
              <a:ext uri="{FF2B5EF4-FFF2-40B4-BE49-F238E27FC236}">
                <a16:creationId xmlns:a16="http://schemas.microsoft.com/office/drawing/2014/main" id="{386E5760-70AC-D424-6A71-9F473EC4FD58}"/>
              </a:ext>
            </a:extLst>
          </p:cNvPr>
          <p:cNvSpPr/>
          <p:nvPr/>
        </p:nvSpPr>
        <p:spPr>
          <a:xfrm rot="10800000">
            <a:off x="9673205" y="4036620"/>
            <a:ext cx="445000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D3DCD17-5DF5-5132-CC1E-23D2B3B741F2}"/>
              </a:ext>
            </a:extLst>
          </p:cNvPr>
          <p:cNvSpPr/>
          <p:nvPr/>
        </p:nvSpPr>
        <p:spPr>
          <a:xfrm>
            <a:off x="2352625" y="3905704"/>
            <a:ext cx="7460456" cy="132833"/>
          </a:xfrm>
          <a:prstGeom prst="rect">
            <a:avLst/>
          </a:prstGeom>
          <a:gradFill flip="none" rotWithShape="1">
            <a:gsLst>
              <a:gs pos="0">
                <a:srgbClr val="82703D">
                  <a:shade val="30000"/>
                  <a:satMod val="115000"/>
                </a:srgbClr>
              </a:gs>
              <a:gs pos="50000">
                <a:srgbClr val="82703D">
                  <a:shade val="67500"/>
                  <a:satMod val="115000"/>
                </a:srgbClr>
              </a:gs>
              <a:gs pos="100000">
                <a:srgbClr val="82703D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AA472161-7C45-83E4-FAD3-7CC5C63F3B20}"/>
              </a:ext>
            </a:extLst>
          </p:cNvPr>
          <p:cNvSpPr/>
          <p:nvPr/>
        </p:nvSpPr>
        <p:spPr>
          <a:xfrm rot="10800000">
            <a:off x="2418746" y="403853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56EFD272-5A15-B367-6243-89BA51C63D68}"/>
              </a:ext>
            </a:extLst>
          </p:cNvPr>
          <p:cNvSpPr/>
          <p:nvPr/>
        </p:nvSpPr>
        <p:spPr>
          <a:xfrm rot="16200000">
            <a:off x="1948721" y="385839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BA107329-B16F-9AA5-D07C-9DFEFFC9453A}"/>
              </a:ext>
            </a:extLst>
          </p:cNvPr>
          <p:cNvSpPr/>
          <p:nvPr/>
        </p:nvSpPr>
        <p:spPr>
          <a:xfrm rot="5400000">
            <a:off x="3181919" y="384937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D61F75E5-FDE0-AA45-7A25-21AA425329B6}"/>
              </a:ext>
            </a:extLst>
          </p:cNvPr>
          <p:cNvSpPr/>
          <p:nvPr/>
        </p:nvSpPr>
        <p:spPr>
          <a:xfrm rot="16200000">
            <a:off x="3587183" y="384093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" name="Triángulo isósceles 104">
            <a:extLst>
              <a:ext uri="{FF2B5EF4-FFF2-40B4-BE49-F238E27FC236}">
                <a16:creationId xmlns:a16="http://schemas.microsoft.com/office/drawing/2014/main" id="{A7D99744-4E82-612D-B0D9-086767EAF0C5}"/>
              </a:ext>
            </a:extLst>
          </p:cNvPr>
          <p:cNvSpPr/>
          <p:nvPr/>
        </p:nvSpPr>
        <p:spPr>
          <a:xfrm rot="5400000">
            <a:off x="4810245" y="3830319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" name="Triángulo isósceles 107">
            <a:extLst>
              <a:ext uri="{FF2B5EF4-FFF2-40B4-BE49-F238E27FC236}">
                <a16:creationId xmlns:a16="http://schemas.microsoft.com/office/drawing/2014/main" id="{EAF673CA-CAAF-C2A3-5C41-42BE03A44065}"/>
              </a:ext>
            </a:extLst>
          </p:cNvPr>
          <p:cNvSpPr/>
          <p:nvPr/>
        </p:nvSpPr>
        <p:spPr>
          <a:xfrm rot="16200000">
            <a:off x="5197062" y="382837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" name="Triángulo isósceles 108">
            <a:extLst>
              <a:ext uri="{FF2B5EF4-FFF2-40B4-BE49-F238E27FC236}">
                <a16:creationId xmlns:a16="http://schemas.microsoft.com/office/drawing/2014/main" id="{1C953181-AE4E-772B-EE9A-EEA01831DDA8}"/>
              </a:ext>
            </a:extLst>
          </p:cNvPr>
          <p:cNvSpPr/>
          <p:nvPr/>
        </p:nvSpPr>
        <p:spPr>
          <a:xfrm rot="5400000">
            <a:off x="6417528" y="382383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CD2BF13E-D57C-1636-F7A8-E6C3E9687642}"/>
              </a:ext>
            </a:extLst>
          </p:cNvPr>
          <p:cNvSpPr/>
          <p:nvPr/>
        </p:nvSpPr>
        <p:spPr>
          <a:xfrm rot="16200000">
            <a:off x="6818437" y="3831197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715F84DE-9328-C9C6-5710-916FCB374F94}"/>
              </a:ext>
            </a:extLst>
          </p:cNvPr>
          <p:cNvSpPr/>
          <p:nvPr/>
        </p:nvSpPr>
        <p:spPr>
          <a:xfrm rot="5400000">
            <a:off x="8044082" y="382818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24D07B9F-1A07-DF34-E817-6DBC5725E814}"/>
              </a:ext>
            </a:extLst>
          </p:cNvPr>
          <p:cNvSpPr/>
          <p:nvPr/>
        </p:nvSpPr>
        <p:spPr>
          <a:xfrm rot="16200000">
            <a:off x="7632041" y="383244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6" name="Triángulo isósceles 115">
            <a:extLst>
              <a:ext uri="{FF2B5EF4-FFF2-40B4-BE49-F238E27FC236}">
                <a16:creationId xmlns:a16="http://schemas.microsoft.com/office/drawing/2014/main" id="{C731F97C-6EB9-EC7D-8E44-222968A1BF2D}"/>
              </a:ext>
            </a:extLst>
          </p:cNvPr>
          <p:cNvSpPr/>
          <p:nvPr/>
        </p:nvSpPr>
        <p:spPr>
          <a:xfrm rot="16200000">
            <a:off x="8435888" y="383721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21728907-6839-9AAB-1645-B13B8F8337F4}"/>
              </a:ext>
            </a:extLst>
          </p:cNvPr>
          <p:cNvSpPr/>
          <p:nvPr/>
        </p:nvSpPr>
        <p:spPr>
          <a:xfrm rot="5400000">
            <a:off x="9657852" y="383600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35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4B12204E-99D5-4337-B04C-C8E468AA9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12989" y="6268720"/>
            <a:ext cx="6092526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DDA4AAB-2F62-EB4B-2358-2B7E9590D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11"/>
          <a:stretch>
            <a:fillRect/>
          </a:stretch>
        </p:blipFill>
        <p:spPr bwMode="auto">
          <a:xfrm>
            <a:off x="6073382" y="6268720"/>
            <a:ext cx="6131603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" name="Rectángulo 716">
            <a:extLst>
              <a:ext uri="{FF2B5EF4-FFF2-40B4-BE49-F238E27FC236}">
                <a16:creationId xmlns:a16="http://schemas.microsoft.com/office/drawing/2014/main" id="{CE7DB67E-14DC-A0C2-C0DE-B17047ADAB1C}"/>
              </a:ext>
            </a:extLst>
          </p:cNvPr>
          <p:cNvSpPr/>
          <p:nvPr/>
        </p:nvSpPr>
        <p:spPr>
          <a:xfrm>
            <a:off x="6330962" y="4333869"/>
            <a:ext cx="925530" cy="854081"/>
          </a:xfrm>
          <a:prstGeom prst="rect">
            <a:avLst/>
          </a:prstGeom>
          <a:solidFill>
            <a:srgbClr val="B3B1B0"/>
          </a:solidFill>
          <a:ln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AA937A-60F8-49CF-1C6A-28C20B600B25}"/>
              </a:ext>
            </a:extLst>
          </p:cNvPr>
          <p:cNvSpPr/>
          <p:nvPr/>
        </p:nvSpPr>
        <p:spPr>
          <a:xfrm>
            <a:off x="0" y="6268720"/>
            <a:ext cx="12211874" cy="589280"/>
          </a:xfrm>
          <a:prstGeom prst="rect">
            <a:avLst/>
          </a:prstGeom>
          <a:solidFill>
            <a:srgbClr val="89943C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9C73D4-50CE-0153-5CDC-F83185E129BD}"/>
              </a:ext>
            </a:extLst>
          </p:cNvPr>
          <p:cNvSpPr/>
          <p:nvPr/>
        </p:nvSpPr>
        <p:spPr>
          <a:xfrm>
            <a:off x="1" y="4976812"/>
            <a:ext cx="12191996" cy="106076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2DAEDA-05E5-1C9F-D561-9949B7542682}"/>
              </a:ext>
            </a:extLst>
          </p:cNvPr>
          <p:cNvSpPr/>
          <p:nvPr/>
        </p:nvSpPr>
        <p:spPr>
          <a:xfrm>
            <a:off x="1703384" y="4783135"/>
            <a:ext cx="8695535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684181-CF46-421E-F655-BBE539FD0D91}"/>
              </a:ext>
            </a:extLst>
          </p:cNvPr>
          <p:cNvSpPr/>
          <p:nvPr/>
        </p:nvSpPr>
        <p:spPr>
          <a:xfrm>
            <a:off x="10398919" y="4783137"/>
            <a:ext cx="1793080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CDEC2D-BC59-9D28-9265-044F4079F3E4}"/>
              </a:ext>
            </a:extLst>
          </p:cNvPr>
          <p:cNvSpPr/>
          <p:nvPr/>
        </p:nvSpPr>
        <p:spPr>
          <a:xfrm>
            <a:off x="0" y="4783136"/>
            <a:ext cx="1703385" cy="138113"/>
          </a:xfrm>
          <a:prstGeom prst="rect">
            <a:avLst/>
          </a:prstGeom>
          <a:noFill/>
          <a:ln w="19050">
            <a:solidFill>
              <a:srgbClr val="D0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F34809-AFBB-8075-7651-73D27E71CED4}"/>
              </a:ext>
            </a:extLst>
          </p:cNvPr>
          <p:cNvSpPr/>
          <p:nvPr/>
        </p:nvSpPr>
        <p:spPr>
          <a:xfrm>
            <a:off x="10844209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E787198-060D-4A98-1046-639FA789B2BD}"/>
              </a:ext>
            </a:extLst>
          </p:cNvPr>
          <p:cNvCxnSpPr>
            <a:cxnSpLocks/>
          </p:cNvCxnSpPr>
          <p:nvPr/>
        </p:nvCxnSpPr>
        <p:spPr>
          <a:xfrm>
            <a:off x="273844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246B263-E064-A30A-6A35-45B898107BC8}"/>
              </a:ext>
            </a:extLst>
          </p:cNvPr>
          <p:cNvCxnSpPr>
            <a:cxnSpLocks/>
          </p:cNvCxnSpPr>
          <p:nvPr/>
        </p:nvCxnSpPr>
        <p:spPr>
          <a:xfrm>
            <a:off x="621507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D741CD5-5627-31A8-4031-1050DEE59A89}"/>
              </a:ext>
            </a:extLst>
          </p:cNvPr>
          <p:cNvCxnSpPr>
            <a:cxnSpLocks/>
          </p:cNvCxnSpPr>
          <p:nvPr/>
        </p:nvCxnSpPr>
        <p:spPr>
          <a:xfrm>
            <a:off x="1357313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1A54369-3164-93CB-3A84-26F553F90D28}"/>
              </a:ext>
            </a:extLst>
          </p:cNvPr>
          <p:cNvCxnSpPr>
            <a:cxnSpLocks/>
          </p:cNvCxnSpPr>
          <p:nvPr/>
        </p:nvCxnSpPr>
        <p:spPr>
          <a:xfrm>
            <a:off x="1012031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88F5EE0-171A-3855-9477-CE3724661795}"/>
              </a:ext>
            </a:extLst>
          </p:cNvPr>
          <p:cNvCxnSpPr>
            <a:cxnSpLocks/>
          </p:cNvCxnSpPr>
          <p:nvPr/>
        </p:nvCxnSpPr>
        <p:spPr>
          <a:xfrm>
            <a:off x="205104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C9CF54-22B4-1296-5F8C-7552D00623D6}"/>
              </a:ext>
            </a:extLst>
          </p:cNvPr>
          <p:cNvCxnSpPr>
            <a:cxnSpLocks/>
          </p:cNvCxnSpPr>
          <p:nvPr/>
        </p:nvCxnSpPr>
        <p:spPr>
          <a:xfrm>
            <a:off x="23979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9905677-CA7F-DE22-EF9F-A64F10E36B23}"/>
              </a:ext>
            </a:extLst>
          </p:cNvPr>
          <p:cNvCxnSpPr>
            <a:cxnSpLocks/>
          </p:cNvCxnSpPr>
          <p:nvPr/>
        </p:nvCxnSpPr>
        <p:spPr>
          <a:xfrm>
            <a:off x="274479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3CB0504-2904-201D-BF96-C07C1A471F70}"/>
              </a:ext>
            </a:extLst>
          </p:cNvPr>
          <p:cNvCxnSpPr>
            <a:cxnSpLocks/>
          </p:cNvCxnSpPr>
          <p:nvPr/>
        </p:nvCxnSpPr>
        <p:spPr>
          <a:xfrm>
            <a:off x="30916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82B3A51-BD3E-482A-8029-8458991BEE27}"/>
              </a:ext>
            </a:extLst>
          </p:cNvPr>
          <p:cNvCxnSpPr>
            <a:cxnSpLocks/>
          </p:cNvCxnSpPr>
          <p:nvPr/>
        </p:nvCxnSpPr>
        <p:spPr>
          <a:xfrm>
            <a:off x="343853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08A8B2E-3061-8CE2-1E91-D6721F43C1B6}"/>
              </a:ext>
            </a:extLst>
          </p:cNvPr>
          <p:cNvCxnSpPr>
            <a:cxnSpLocks/>
          </p:cNvCxnSpPr>
          <p:nvPr/>
        </p:nvCxnSpPr>
        <p:spPr>
          <a:xfrm>
            <a:off x="37854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6201576-F4D8-F323-8B2C-1C91CE553B3F}"/>
              </a:ext>
            </a:extLst>
          </p:cNvPr>
          <p:cNvCxnSpPr>
            <a:cxnSpLocks/>
          </p:cNvCxnSpPr>
          <p:nvPr/>
        </p:nvCxnSpPr>
        <p:spPr>
          <a:xfrm>
            <a:off x="4135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F21AA9C-C581-C2CA-94CD-658BDEEC048F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591D983-87A0-B939-DD7C-1685594C81F3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1BDE580-20DF-B932-9C34-A5EDDE2616BC}"/>
              </a:ext>
            </a:extLst>
          </p:cNvPr>
          <p:cNvCxnSpPr>
            <a:cxnSpLocks/>
          </p:cNvCxnSpPr>
          <p:nvPr/>
        </p:nvCxnSpPr>
        <p:spPr>
          <a:xfrm>
            <a:off x="518558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327DF9E-D409-971D-DDBD-933C22FFBF74}"/>
              </a:ext>
            </a:extLst>
          </p:cNvPr>
          <p:cNvCxnSpPr>
            <a:cxnSpLocks/>
          </p:cNvCxnSpPr>
          <p:nvPr/>
        </p:nvCxnSpPr>
        <p:spPr>
          <a:xfrm>
            <a:off x="553562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31BF663-9DD1-48A7-1CA7-B6A763CD4E71}"/>
              </a:ext>
            </a:extLst>
          </p:cNvPr>
          <p:cNvCxnSpPr>
            <a:cxnSpLocks/>
          </p:cNvCxnSpPr>
          <p:nvPr/>
        </p:nvCxnSpPr>
        <p:spPr>
          <a:xfrm>
            <a:off x="588567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2C53353-61D3-158F-4489-7FB1717D1DAC}"/>
              </a:ext>
            </a:extLst>
          </p:cNvPr>
          <p:cNvCxnSpPr>
            <a:cxnSpLocks/>
          </p:cNvCxnSpPr>
          <p:nvPr/>
        </p:nvCxnSpPr>
        <p:spPr>
          <a:xfrm>
            <a:off x="623571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4DE102A-1CB6-57D0-D57D-38B2F04F4B91}"/>
              </a:ext>
            </a:extLst>
          </p:cNvPr>
          <p:cNvCxnSpPr>
            <a:cxnSpLocks/>
          </p:cNvCxnSpPr>
          <p:nvPr/>
        </p:nvCxnSpPr>
        <p:spPr>
          <a:xfrm>
            <a:off x="11714956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9C1B94B-5A8D-F758-B8D2-6600A9EE2E6E}"/>
              </a:ext>
            </a:extLst>
          </p:cNvPr>
          <p:cNvCxnSpPr>
            <a:cxnSpLocks/>
          </p:cNvCxnSpPr>
          <p:nvPr/>
        </p:nvCxnSpPr>
        <p:spPr>
          <a:xfrm>
            <a:off x="11366499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A689017-E752-51F3-B570-035660EAFD02}"/>
              </a:ext>
            </a:extLst>
          </p:cNvPr>
          <p:cNvCxnSpPr>
            <a:cxnSpLocks/>
          </p:cNvCxnSpPr>
          <p:nvPr/>
        </p:nvCxnSpPr>
        <p:spPr>
          <a:xfrm>
            <a:off x="10667998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83B707F-5A81-B74B-C0C3-683313BA3D4C}"/>
              </a:ext>
            </a:extLst>
          </p:cNvPr>
          <p:cNvCxnSpPr>
            <a:cxnSpLocks/>
          </p:cNvCxnSpPr>
          <p:nvPr/>
        </p:nvCxnSpPr>
        <p:spPr>
          <a:xfrm>
            <a:off x="103179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7C0D480-841E-32E7-162C-C0754F064560}"/>
              </a:ext>
            </a:extLst>
          </p:cNvPr>
          <p:cNvCxnSpPr>
            <a:cxnSpLocks/>
          </p:cNvCxnSpPr>
          <p:nvPr/>
        </p:nvCxnSpPr>
        <p:spPr>
          <a:xfrm>
            <a:off x="9967910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8609BA2-35B3-6914-4785-B79799580621}"/>
              </a:ext>
            </a:extLst>
          </p:cNvPr>
          <p:cNvCxnSpPr>
            <a:cxnSpLocks/>
          </p:cNvCxnSpPr>
          <p:nvPr/>
        </p:nvCxnSpPr>
        <p:spPr>
          <a:xfrm>
            <a:off x="9617866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252CE15-EDB9-AB07-3E29-8ADCE069F829}"/>
              </a:ext>
            </a:extLst>
          </p:cNvPr>
          <p:cNvCxnSpPr>
            <a:cxnSpLocks/>
          </p:cNvCxnSpPr>
          <p:nvPr/>
        </p:nvCxnSpPr>
        <p:spPr>
          <a:xfrm>
            <a:off x="89082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C23FCD0-621B-7347-21E5-A8B5BE37A041}"/>
              </a:ext>
            </a:extLst>
          </p:cNvPr>
          <p:cNvCxnSpPr>
            <a:cxnSpLocks/>
          </p:cNvCxnSpPr>
          <p:nvPr/>
        </p:nvCxnSpPr>
        <p:spPr>
          <a:xfrm>
            <a:off x="85582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8A50E6D-72BB-7FB0-976C-327E0A8B348F}"/>
              </a:ext>
            </a:extLst>
          </p:cNvPr>
          <p:cNvCxnSpPr>
            <a:cxnSpLocks/>
          </p:cNvCxnSpPr>
          <p:nvPr/>
        </p:nvCxnSpPr>
        <p:spPr>
          <a:xfrm>
            <a:off x="82081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836FE289-777B-ED04-FCA9-9ABD46829B49}"/>
              </a:ext>
            </a:extLst>
          </p:cNvPr>
          <p:cNvCxnSpPr>
            <a:cxnSpLocks/>
          </p:cNvCxnSpPr>
          <p:nvPr/>
        </p:nvCxnSpPr>
        <p:spPr>
          <a:xfrm>
            <a:off x="78581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19A1246-48A5-8813-5BC2-C0D0560997E2}"/>
              </a:ext>
            </a:extLst>
          </p:cNvPr>
          <p:cNvCxnSpPr>
            <a:cxnSpLocks/>
          </p:cNvCxnSpPr>
          <p:nvPr/>
        </p:nvCxnSpPr>
        <p:spPr>
          <a:xfrm>
            <a:off x="7510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261524A7-F866-6468-D2FD-811D63B41349}"/>
              </a:ext>
            </a:extLst>
          </p:cNvPr>
          <p:cNvSpPr/>
          <p:nvPr/>
        </p:nvSpPr>
        <p:spPr>
          <a:xfrm>
            <a:off x="4398167" y="4062407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D48F3E-3DCE-36D9-E135-6116B3913F40}"/>
              </a:ext>
            </a:extLst>
          </p:cNvPr>
          <p:cNvSpPr/>
          <p:nvPr/>
        </p:nvSpPr>
        <p:spPr>
          <a:xfrm>
            <a:off x="2795587" y="4076700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7C6C1A-EFED-62D7-018D-5E7A1BF028CE}"/>
              </a:ext>
            </a:extLst>
          </p:cNvPr>
          <p:cNvSpPr/>
          <p:nvPr/>
        </p:nvSpPr>
        <p:spPr>
          <a:xfrm>
            <a:off x="1193007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158F75-0B5A-D32E-1E06-43C6726073C3}"/>
              </a:ext>
            </a:extLst>
          </p:cNvPr>
          <p:cNvSpPr/>
          <p:nvPr/>
        </p:nvSpPr>
        <p:spPr>
          <a:xfrm>
            <a:off x="10844209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DEADDD-27F4-76B6-DF66-BAABAA339809}"/>
              </a:ext>
            </a:extLst>
          </p:cNvPr>
          <p:cNvSpPr/>
          <p:nvPr/>
        </p:nvSpPr>
        <p:spPr>
          <a:xfrm>
            <a:off x="9213053" y="4030636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C8D82B-D0F8-E7D9-38AA-E57C8E8B859A}"/>
              </a:ext>
            </a:extLst>
          </p:cNvPr>
          <p:cNvSpPr/>
          <p:nvPr/>
        </p:nvSpPr>
        <p:spPr>
          <a:xfrm>
            <a:off x="761999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43481BE-71D4-2198-90A8-4EAE1E9D3D21}"/>
              </a:ext>
            </a:extLst>
          </p:cNvPr>
          <p:cNvSpPr/>
          <p:nvPr/>
        </p:nvSpPr>
        <p:spPr>
          <a:xfrm>
            <a:off x="600074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1AD136-784B-BA56-E77F-8C1457CE1EFD}"/>
              </a:ext>
            </a:extLst>
          </p:cNvPr>
          <p:cNvSpPr/>
          <p:nvPr/>
        </p:nvSpPr>
        <p:spPr>
          <a:xfrm>
            <a:off x="1193007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7CCEA11-3499-0FC7-BF05-A81819F68831}"/>
              </a:ext>
            </a:extLst>
          </p:cNvPr>
          <p:cNvCxnSpPr>
            <a:cxnSpLocks/>
          </p:cNvCxnSpPr>
          <p:nvPr/>
        </p:nvCxnSpPr>
        <p:spPr>
          <a:xfrm>
            <a:off x="11018042" y="4783135"/>
            <a:ext cx="0" cy="138113"/>
          </a:xfrm>
          <a:prstGeom prst="line">
            <a:avLst/>
          </a:prstGeom>
          <a:ln w="19050">
            <a:solidFill>
              <a:srgbClr val="D0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Conector recto 728">
            <a:extLst>
              <a:ext uri="{FF2B5EF4-FFF2-40B4-BE49-F238E27FC236}">
                <a16:creationId xmlns:a16="http://schemas.microsoft.com/office/drawing/2014/main" id="{2CDBCC2C-9E4C-9AB6-D5AC-396864B09BF9}"/>
              </a:ext>
            </a:extLst>
          </p:cNvPr>
          <p:cNvCxnSpPr>
            <a:cxnSpLocks/>
          </p:cNvCxnSpPr>
          <p:nvPr/>
        </p:nvCxnSpPr>
        <p:spPr>
          <a:xfrm>
            <a:off x="6583383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Conector recto 730">
            <a:extLst>
              <a:ext uri="{FF2B5EF4-FFF2-40B4-BE49-F238E27FC236}">
                <a16:creationId xmlns:a16="http://schemas.microsoft.com/office/drawing/2014/main" id="{62D78786-013F-04B0-4260-27BF1BB4268F}"/>
              </a:ext>
            </a:extLst>
          </p:cNvPr>
          <p:cNvCxnSpPr>
            <a:cxnSpLocks/>
          </p:cNvCxnSpPr>
          <p:nvPr/>
        </p:nvCxnSpPr>
        <p:spPr>
          <a:xfrm>
            <a:off x="693390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Conector recto 732">
            <a:extLst>
              <a:ext uri="{FF2B5EF4-FFF2-40B4-BE49-F238E27FC236}">
                <a16:creationId xmlns:a16="http://schemas.microsoft.com/office/drawing/2014/main" id="{F4153144-BD6E-D446-C116-4CB40C481122}"/>
              </a:ext>
            </a:extLst>
          </p:cNvPr>
          <p:cNvCxnSpPr>
            <a:cxnSpLocks/>
          </p:cNvCxnSpPr>
          <p:nvPr/>
        </p:nvCxnSpPr>
        <p:spPr>
          <a:xfrm>
            <a:off x="7278007" y="4783134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Conector recto 737">
            <a:extLst>
              <a:ext uri="{FF2B5EF4-FFF2-40B4-BE49-F238E27FC236}">
                <a16:creationId xmlns:a16="http://schemas.microsoft.com/office/drawing/2014/main" id="{F7F070D7-8DD8-01B8-4741-D2EBAAFFB4FB}"/>
              </a:ext>
            </a:extLst>
          </p:cNvPr>
          <p:cNvCxnSpPr>
            <a:cxnSpLocks/>
          </p:cNvCxnSpPr>
          <p:nvPr/>
        </p:nvCxnSpPr>
        <p:spPr>
          <a:xfrm flipV="1">
            <a:off x="1" y="5227555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onector recto 739">
            <a:extLst>
              <a:ext uri="{FF2B5EF4-FFF2-40B4-BE49-F238E27FC236}">
                <a16:creationId xmlns:a16="http://schemas.microsoft.com/office/drawing/2014/main" id="{D46F5882-9164-C14F-0CA0-BE408099DD04}"/>
              </a:ext>
            </a:extLst>
          </p:cNvPr>
          <p:cNvCxnSpPr>
            <a:cxnSpLocks/>
          </p:cNvCxnSpPr>
          <p:nvPr/>
        </p:nvCxnSpPr>
        <p:spPr>
          <a:xfrm flipV="1">
            <a:off x="6323" y="5451827"/>
            <a:ext cx="12198383" cy="119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Conector recto 740">
            <a:extLst>
              <a:ext uri="{FF2B5EF4-FFF2-40B4-BE49-F238E27FC236}">
                <a16:creationId xmlns:a16="http://schemas.microsoft.com/office/drawing/2014/main" id="{5521A4A5-48F8-A971-8F9A-D53CE93A41A5}"/>
              </a:ext>
            </a:extLst>
          </p:cNvPr>
          <p:cNvCxnSpPr>
            <a:cxnSpLocks/>
          </p:cNvCxnSpPr>
          <p:nvPr/>
        </p:nvCxnSpPr>
        <p:spPr>
          <a:xfrm flipV="1">
            <a:off x="1" y="5654252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Conector recto 741">
            <a:extLst>
              <a:ext uri="{FF2B5EF4-FFF2-40B4-BE49-F238E27FC236}">
                <a16:creationId xmlns:a16="http://schemas.microsoft.com/office/drawing/2014/main" id="{5D1C5AD0-EC4F-2080-FADA-8CDB9B382C99}"/>
              </a:ext>
            </a:extLst>
          </p:cNvPr>
          <p:cNvCxnSpPr>
            <a:cxnSpLocks/>
          </p:cNvCxnSpPr>
          <p:nvPr/>
        </p:nvCxnSpPr>
        <p:spPr>
          <a:xfrm flipV="1">
            <a:off x="6323" y="5878524"/>
            <a:ext cx="12198383" cy="119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" name="Rectángulo 742">
            <a:extLst>
              <a:ext uri="{FF2B5EF4-FFF2-40B4-BE49-F238E27FC236}">
                <a16:creationId xmlns:a16="http://schemas.microsoft.com/office/drawing/2014/main" id="{FEAB70D2-AE7B-5F31-1D28-85AF5FF18BAF}"/>
              </a:ext>
            </a:extLst>
          </p:cNvPr>
          <p:cNvSpPr/>
          <p:nvPr/>
        </p:nvSpPr>
        <p:spPr>
          <a:xfrm>
            <a:off x="1189082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Rectángulo 743">
            <a:extLst>
              <a:ext uri="{FF2B5EF4-FFF2-40B4-BE49-F238E27FC236}">
                <a16:creationId xmlns:a16="http://schemas.microsoft.com/office/drawing/2014/main" id="{2DA8F516-100E-B825-758A-81A3C307E532}"/>
              </a:ext>
            </a:extLst>
          </p:cNvPr>
          <p:cNvSpPr/>
          <p:nvPr/>
        </p:nvSpPr>
        <p:spPr>
          <a:xfrm>
            <a:off x="2802778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8" name="Rectángulo 747">
            <a:extLst>
              <a:ext uri="{FF2B5EF4-FFF2-40B4-BE49-F238E27FC236}">
                <a16:creationId xmlns:a16="http://schemas.microsoft.com/office/drawing/2014/main" id="{2A0B8BF0-4096-3E88-E948-098D6D014178}"/>
              </a:ext>
            </a:extLst>
          </p:cNvPr>
          <p:cNvSpPr/>
          <p:nvPr/>
        </p:nvSpPr>
        <p:spPr>
          <a:xfrm>
            <a:off x="9205775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9" name="Rectángulo 748">
            <a:extLst>
              <a:ext uri="{FF2B5EF4-FFF2-40B4-BE49-F238E27FC236}">
                <a16:creationId xmlns:a16="http://schemas.microsoft.com/office/drawing/2014/main" id="{456C4066-1AD4-8CAD-AA48-66E868BBC4A1}"/>
              </a:ext>
            </a:extLst>
          </p:cNvPr>
          <p:cNvSpPr/>
          <p:nvPr/>
        </p:nvSpPr>
        <p:spPr>
          <a:xfrm>
            <a:off x="10842662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4C7E272-399B-F47F-ED62-9D958E1F494C}"/>
              </a:ext>
            </a:extLst>
          </p:cNvPr>
          <p:cNvSpPr/>
          <p:nvPr/>
        </p:nvSpPr>
        <p:spPr>
          <a:xfrm>
            <a:off x="4104298" y="5387997"/>
            <a:ext cx="3915751" cy="6434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B13BC6-EE64-A6C0-EF3A-BA38DA5C1F16}"/>
              </a:ext>
            </a:extLst>
          </p:cNvPr>
          <p:cNvSpPr/>
          <p:nvPr/>
        </p:nvSpPr>
        <p:spPr>
          <a:xfrm>
            <a:off x="4508509" y="5152387"/>
            <a:ext cx="3082916" cy="87900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1036AF-C98E-8528-9BF2-5D9F1EF449A5}"/>
              </a:ext>
            </a:extLst>
          </p:cNvPr>
          <p:cNvSpPr/>
          <p:nvPr/>
        </p:nvSpPr>
        <p:spPr>
          <a:xfrm>
            <a:off x="5193017" y="5505449"/>
            <a:ext cx="342610" cy="5246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49C84C7-B295-80DD-9165-8F93E7524737}"/>
              </a:ext>
            </a:extLst>
          </p:cNvPr>
          <p:cNvSpPr/>
          <p:nvPr/>
        </p:nvSpPr>
        <p:spPr>
          <a:xfrm>
            <a:off x="4763001" y="5421631"/>
            <a:ext cx="236357" cy="303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6" name="Rectángulo 745">
            <a:extLst>
              <a:ext uri="{FF2B5EF4-FFF2-40B4-BE49-F238E27FC236}">
                <a16:creationId xmlns:a16="http://schemas.microsoft.com/office/drawing/2014/main" id="{93EA7EA1-7293-3914-CD80-AEBEA04C2CB5}"/>
              </a:ext>
            </a:extLst>
          </p:cNvPr>
          <p:cNvSpPr/>
          <p:nvPr/>
        </p:nvSpPr>
        <p:spPr>
          <a:xfrm>
            <a:off x="6003541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5" name="Rectángulo 744">
            <a:extLst>
              <a:ext uri="{FF2B5EF4-FFF2-40B4-BE49-F238E27FC236}">
                <a16:creationId xmlns:a16="http://schemas.microsoft.com/office/drawing/2014/main" id="{1015049A-815D-FAE3-6CD9-394F3554A59C}"/>
              </a:ext>
            </a:extLst>
          </p:cNvPr>
          <p:cNvSpPr/>
          <p:nvPr/>
        </p:nvSpPr>
        <p:spPr>
          <a:xfrm>
            <a:off x="4395413" y="4976813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7" name="Rectángulo 746">
            <a:extLst>
              <a:ext uri="{FF2B5EF4-FFF2-40B4-BE49-F238E27FC236}">
                <a16:creationId xmlns:a16="http://schemas.microsoft.com/office/drawing/2014/main" id="{C8F5D959-BB83-6986-6043-34A28030426F}"/>
              </a:ext>
            </a:extLst>
          </p:cNvPr>
          <p:cNvSpPr/>
          <p:nvPr/>
        </p:nvSpPr>
        <p:spPr>
          <a:xfrm>
            <a:off x="7619923" y="4976810"/>
            <a:ext cx="128588" cy="10607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7A60B45D-835F-CC75-BC52-0A1E25C8DC81}"/>
              </a:ext>
            </a:extLst>
          </p:cNvPr>
          <p:cNvSpPr/>
          <p:nvPr/>
        </p:nvSpPr>
        <p:spPr>
          <a:xfrm rot="5400000">
            <a:off x="2360762" y="385414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B058D489-1396-6912-D027-20990CF46A84}"/>
              </a:ext>
            </a:extLst>
          </p:cNvPr>
          <p:cNvSpPr/>
          <p:nvPr/>
        </p:nvSpPr>
        <p:spPr>
          <a:xfrm rot="16200000">
            <a:off x="2769878" y="385362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6A3FF779-11D6-DA8D-4D58-157E5EE580E7}"/>
              </a:ext>
            </a:extLst>
          </p:cNvPr>
          <p:cNvSpPr/>
          <p:nvPr/>
        </p:nvSpPr>
        <p:spPr>
          <a:xfrm rot="5400000">
            <a:off x="3999224" y="383668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6" name="Triángulo isósceles 105">
            <a:extLst>
              <a:ext uri="{FF2B5EF4-FFF2-40B4-BE49-F238E27FC236}">
                <a16:creationId xmlns:a16="http://schemas.microsoft.com/office/drawing/2014/main" id="{325CA80B-521D-A6D2-AC04-9B527838EADC}"/>
              </a:ext>
            </a:extLst>
          </p:cNvPr>
          <p:cNvSpPr/>
          <p:nvPr/>
        </p:nvSpPr>
        <p:spPr>
          <a:xfrm rot="16200000">
            <a:off x="4398204" y="3834573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" name="Triángulo isósceles 106">
            <a:extLst>
              <a:ext uri="{FF2B5EF4-FFF2-40B4-BE49-F238E27FC236}">
                <a16:creationId xmlns:a16="http://schemas.microsoft.com/office/drawing/2014/main" id="{B0665D68-0530-5AD8-3093-9E6A18F7FF10}"/>
              </a:ext>
            </a:extLst>
          </p:cNvPr>
          <p:cNvSpPr/>
          <p:nvPr/>
        </p:nvSpPr>
        <p:spPr>
          <a:xfrm rot="5400000">
            <a:off x="5609103" y="382412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" name="Triángulo isósceles 109">
            <a:extLst>
              <a:ext uri="{FF2B5EF4-FFF2-40B4-BE49-F238E27FC236}">
                <a16:creationId xmlns:a16="http://schemas.microsoft.com/office/drawing/2014/main" id="{514E0FA4-F329-9212-5581-E5B3E55AD961}"/>
              </a:ext>
            </a:extLst>
          </p:cNvPr>
          <p:cNvSpPr/>
          <p:nvPr/>
        </p:nvSpPr>
        <p:spPr>
          <a:xfrm rot="16200000">
            <a:off x="6005487" y="382808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" name="Triángulo isósceles 110">
            <a:extLst>
              <a:ext uri="{FF2B5EF4-FFF2-40B4-BE49-F238E27FC236}">
                <a16:creationId xmlns:a16="http://schemas.microsoft.com/office/drawing/2014/main" id="{77C6A3BA-0103-B00E-7D15-1AB9998A782B}"/>
              </a:ext>
            </a:extLst>
          </p:cNvPr>
          <p:cNvSpPr/>
          <p:nvPr/>
        </p:nvSpPr>
        <p:spPr>
          <a:xfrm rot="5400000">
            <a:off x="7230478" y="3826943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5" name="Triángulo isósceles 114">
            <a:extLst>
              <a:ext uri="{FF2B5EF4-FFF2-40B4-BE49-F238E27FC236}">
                <a16:creationId xmlns:a16="http://schemas.microsoft.com/office/drawing/2014/main" id="{08F966F9-7E6C-1A91-2628-70255E12A1A6}"/>
              </a:ext>
            </a:extLst>
          </p:cNvPr>
          <p:cNvSpPr/>
          <p:nvPr/>
        </p:nvSpPr>
        <p:spPr>
          <a:xfrm rot="5400000">
            <a:off x="8847929" y="383296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8B3A9ABE-65C1-60D6-23FD-AFC5D812D835}"/>
              </a:ext>
            </a:extLst>
          </p:cNvPr>
          <p:cNvSpPr/>
          <p:nvPr/>
        </p:nvSpPr>
        <p:spPr>
          <a:xfrm rot="16200000">
            <a:off x="9245811" y="384025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6" name="Rectángulo 1075">
            <a:extLst>
              <a:ext uri="{FF2B5EF4-FFF2-40B4-BE49-F238E27FC236}">
                <a16:creationId xmlns:a16="http://schemas.microsoft.com/office/drawing/2014/main" id="{5E3C8EBC-9A72-6B97-974B-B90C2492FE96}"/>
              </a:ext>
            </a:extLst>
          </p:cNvPr>
          <p:cNvSpPr/>
          <p:nvPr/>
        </p:nvSpPr>
        <p:spPr>
          <a:xfrm>
            <a:off x="3345869" y="5736947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78" name="Rectángulo 1077">
            <a:extLst>
              <a:ext uri="{FF2B5EF4-FFF2-40B4-BE49-F238E27FC236}">
                <a16:creationId xmlns:a16="http://schemas.microsoft.com/office/drawing/2014/main" id="{4546C3DD-3ADE-61C5-98CB-3524DD3FA8BF}"/>
              </a:ext>
            </a:extLst>
          </p:cNvPr>
          <p:cNvSpPr/>
          <p:nvPr/>
        </p:nvSpPr>
        <p:spPr>
          <a:xfrm>
            <a:off x="3345869" y="5853918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79" name="Conector recto 1078">
            <a:extLst>
              <a:ext uri="{FF2B5EF4-FFF2-40B4-BE49-F238E27FC236}">
                <a16:creationId xmlns:a16="http://schemas.microsoft.com/office/drawing/2014/main" id="{1C647074-1F4E-ED05-42F5-03C6FFC1BBDC}"/>
              </a:ext>
            </a:extLst>
          </p:cNvPr>
          <p:cNvCxnSpPr>
            <a:cxnSpLocks/>
          </p:cNvCxnSpPr>
          <p:nvPr/>
        </p:nvCxnSpPr>
        <p:spPr>
          <a:xfrm>
            <a:off x="3335526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3B91CA8B-49C5-64E3-7DEF-508D6EF9795D}"/>
              </a:ext>
            </a:extLst>
          </p:cNvPr>
          <p:cNvCxnSpPr>
            <a:cxnSpLocks/>
          </p:cNvCxnSpPr>
          <p:nvPr/>
        </p:nvCxnSpPr>
        <p:spPr>
          <a:xfrm>
            <a:off x="3937982" y="5838825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Rectángulo 1086">
            <a:extLst>
              <a:ext uri="{FF2B5EF4-FFF2-40B4-BE49-F238E27FC236}">
                <a16:creationId xmlns:a16="http://schemas.microsoft.com/office/drawing/2014/main" id="{0FA36419-B41F-F8E8-9A06-44977487A328}"/>
              </a:ext>
            </a:extLst>
          </p:cNvPr>
          <p:cNvSpPr/>
          <p:nvPr/>
        </p:nvSpPr>
        <p:spPr>
          <a:xfrm>
            <a:off x="3345869" y="5684161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19C45AA3-7045-2F7D-EA49-DAE3812B9BCB}"/>
              </a:ext>
            </a:extLst>
          </p:cNvPr>
          <p:cNvSpPr/>
          <p:nvPr/>
        </p:nvSpPr>
        <p:spPr>
          <a:xfrm>
            <a:off x="3345869" y="5459889"/>
            <a:ext cx="591501" cy="224272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5" name="Rectángulo 704">
            <a:extLst>
              <a:ext uri="{FF2B5EF4-FFF2-40B4-BE49-F238E27FC236}">
                <a16:creationId xmlns:a16="http://schemas.microsoft.com/office/drawing/2014/main" id="{B59B384F-E832-0C4F-54BD-89AC4628137E}"/>
              </a:ext>
            </a:extLst>
          </p:cNvPr>
          <p:cNvSpPr/>
          <p:nvPr/>
        </p:nvSpPr>
        <p:spPr>
          <a:xfrm>
            <a:off x="3345869" y="5459751"/>
            <a:ext cx="591501" cy="7238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6" name="Rectángulo 705">
            <a:extLst>
              <a:ext uri="{FF2B5EF4-FFF2-40B4-BE49-F238E27FC236}">
                <a16:creationId xmlns:a16="http://schemas.microsoft.com/office/drawing/2014/main" id="{325B99D7-3894-5BBF-B171-20587D605C17}"/>
              </a:ext>
            </a:extLst>
          </p:cNvPr>
          <p:cNvSpPr/>
          <p:nvPr/>
        </p:nvSpPr>
        <p:spPr>
          <a:xfrm>
            <a:off x="8208163" y="5736946"/>
            <a:ext cx="591501" cy="125039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7" name="Rectángulo 706">
            <a:extLst>
              <a:ext uri="{FF2B5EF4-FFF2-40B4-BE49-F238E27FC236}">
                <a16:creationId xmlns:a16="http://schemas.microsoft.com/office/drawing/2014/main" id="{6601C68E-1855-EEE8-4A3E-3056B1724E9E}"/>
              </a:ext>
            </a:extLst>
          </p:cNvPr>
          <p:cNvSpPr/>
          <p:nvPr/>
        </p:nvSpPr>
        <p:spPr>
          <a:xfrm>
            <a:off x="8208163" y="5853917"/>
            <a:ext cx="591501" cy="183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136187C0-9973-1840-F33B-A8C6462D7238}"/>
              </a:ext>
            </a:extLst>
          </p:cNvPr>
          <p:cNvCxnSpPr>
            <a:cxnSpLocks/>
          </p:cNvCxnSpPr>
          <p:nvPr/>
        </p:nvCxnSpPr>
        <p:spPr>
          <a:xfrm>
            <a:off x="8197820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7414F0B-5D23-0A03-30D1-3B169F397AD5}"/>
              </a:ext>
            </a:extLst>
          </p:cNvPr>
          <p:cNvCxnSpPr>
            <a:cxnSpLocks/>
          </p:cNvCxnSpPr>
          <p:nvPr/>
        </p:nvCxnSpPr>
        <p:spPr>
          <a:xfrm>
            <a:off x="8800276" y="5838824"/>
            <a:ext cx="0" cy="198752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Rectángulo 709">
            <a:extLst>
              <a:ext uri="{FF2B5EF4-FFF2-40B4-BE49-F238E27FC236}">
                <a16:creationId xmlns:a16="http://schemas.microsoft.com/office/drawing/2014/main" id="{BD95687D-6C60-80B1-9F7C-3E176478CF1A}"/>
              </a:ext>
            </a:extLst>
          </p:cNvPr>
          <p:cNvSpPr/>
          <p:nvPr/>
        </p:nvSpPr>
        <p:spPr>
          <a:xfrm>
            <a:off x="8208163" y="5684160"/>
            <a:ext cx="591501" cy="52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1" name="Rectángulo 710">
            <a:extLst>
              <a:ext uri="{FF2B5EF4-FFF2-40B4-BE49-F238E27FC236}">
                <a16:creationId xmlns:a16="http://schemas.microsoft.com/office/drawing/2014/main" id="{1CD2CED3-B6D8-0C4B-D5D7-20DDCDE9E6BF}"/>
              </a:ext>
            </a:extLst>
          </p:cNvPr>
          <p:cNvSpPr/>
          <p:nvPr/>
        </p:nvSpPr>
        <p:spPr>
          <a:xfrm>
            <a:off x="8208163" y="5459888"/>
            <a:ext cx="591501" cy="224272"/>
          </a:xfrm>
          <a:prstGeom prst="rect">
            <a:avLst/>
          </a:prstGeom>
          <a:solidFill>
            <a:srgbClr val="B9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2" name="Rectángulo 711">
            <a:extLst>
              <a:ext uri="{FF2B5EF4-FFF2-40B4-BE49-F238E27FC236}">
                <a16:creationId xmlns:a16="http://schemas.microsoft.com/office/drawing/2014/main" id="{F13EEFB2-4C16-9635-8047-9BF6C17EEC54}"/>
              </a:ext>
            </a:extLst>
          </p:cNvPr>
          <p:cNvSpPr/>
          <p:nvPr/>
        </p:nvSpPr>
        <p:spPr>
          <a:xfrm>
            <a:off x="8208163" y="5459750"/>
            <a:ext cx="591501" cy="72383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4" name="Rectángulo 713">
            <a:extLst>
              <a:ext uri="{FF2B5EF4-FFF2-40B4-BE49-F238E27FC236}">
                <a16:creationId xmlns:a16="http://schemas.microsoft.com/office/drawing/2014/main" id="{CA2A4BBD-A20B-8028-FAF8-1FFA82368075}"/>
              </a:ext>
            </a:extLst>
          </p:cNvPr>
          <p:cNvSpPr/>
          <p:nvPr/>
        </p:nvSpPr>
        <p:spPr>
          <a:xfrm>
            <a:off x="1877920" y="519326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Rectángulo 714">
            <a:extLst>
              <a:ext uri="{FF2B5EF4-FFF2-40B4-BE49-F238E27FC236}">
                <a16:creationId xmlns:a16="http://schemas.microsoft.com/office/drawing/2014/main" id="{62191E21-5BA4-23AC-6188-738723AEE10B}"/>
              </a:ext>
            </a:extLst>
          </p:cNvPr>
          <p:cNvSpPr/>
          <p:nvPr/>
        </p:nvSpPr>
        <p:spPr>
          <a:xfrm>
            <a:off x="2109848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6" name="Conector recto 715">
            <a:extLst>
              <a:ext uri="{FF2B5EF4-FFF2-40B4-BE49-F238E27FC236}">
                <a16:creationId xmlns:a16="http://schemas.microsoft.com/office/drawing/2014/main" id="{A4243136-FEF5-0602-E3B5-A6D65BD0C364}"/>
              </a:ext>
            </a:extLst>
          </p:cNvPr>
          <p:cNvCxnSpPr>
            <a:cxnSpLocks/>
          </p:cNvCxnSpPr>
          <p:nvPr/>
        </p:nvCxnSpPr>
        <p:spPr>
          <a:xfrm flipV="1">
            <a:off x="608129" y="4957043"/>
            <a:ext cx="0" cy="52578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CEBBE235-7AB9-36B0-4A15-95B875ED7D4F}"/>
              </a:ext>
            </a:extLst>
          </p:cNvPr>
          <p:cNvCxnSpPr>
            <a:cxnSpLocks/>
          </p:cNvCxnSpPr>
          <p:nvPr/>
        </p:nvCxnSpPr>
        <p:spPr>
          <a:xfrm flipV="1">
            <a:off x="5355129" y="4957043"/>
            <a:ext cx="0" cy="10896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Conector recto 718">
            <a:extLst>
              <a:ext uri="{FF2B5EF4-FFF2-40B4-BE49-F238E27FC236}">
                <a16:creationId xmlns:a16="http://schemas.microsoft.com/office/drawing/2014/main" id="{B11C94B3-F211-633F-4AEA-30A6C7F2FBE6}"/>
              </a:ext>
            </a:extLst>
          </p:cNvPr>
          <p:cNvCxnSpPr>
            <a:cxnSpLocks/>
          </p:cNvCxnSpPr>
          <p:nvPr/>
        </p:nvCxnSpPr>
        <p:spPr>
          <a:xfrm flipV="1">
            <a:off x="6858773" y="4937993"/>
            <a:ext cx="0" cy="110871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97FE195A-4A3A-2329-EC58-2697C6308B49}"/>
              </a:ext>
            </a:extLst>
          </p:cNvPr>
          <p:cNvCxnSpPr>
            <a:cxnSpLocks/>
          </p:cNvCxnSpPr>
          <p:nvPr/>
        </p:nvCxnSpPr>
        <p:spPr>
          <a:xfrm flipV="1">
            <a:off x="8639540" y="4962123"/>
            <a:ext cx="0" cy="108458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Conector recto 720">
            <a:extLst>
              <a:ext uri="{FF2B5EF4-FFF2-40B4-BE49-F238E27FC236}">
                <a16:creationId xmlns:a16="http://schemas.microsoft.com/office/drawing/2014/main" id="{F4746D0A-003A-228D-0CE9-76F236AEE1CB}"/>
              </a:ext>
            </a:extLst>
          </p:cNvPr>
          <p:cNvCxnSpPr>
            <a:cxnSpLocks/>
          </p:cNvCxnSpPr>
          <p:nvPr/>
        </p:nvCxnSpPr>
        <p:spPr>
          <a:xfrm flipV="1">
            <a:off x="11282464" y="4995143"/>
            <a:ext cx="0" cy="48768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Conector recto 721">
            <a:extLst>
              <a:ext uri="{FF2B5EF4-FFF2-40B4-BE49-F238E27FC236}">
                <a16:creationId xmlns:a16="http://schemas.microsoft.com/office/drawing/2014/main" id="{2CCEFED3-650F-858C-2CF3-24E5A24E8D55}"/>
              </a:ext>
            </a:extLst>
          </p:cNvPr>
          <p:cNvCxnSpPr>
            <a:cxnSpLocks/>
          </p:cNvCxnSpPr>
          <p:nvPr/>
        </p:nvCxnSpPr>
        <p:spPr>
          <a:xfrm flipV="1">
            <a:off x="9517093" y="4957043"/>
            <a:ext cx="0" cy="23622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onector recto 722">
            <a:extLst>
              <a:ext uri="{FF2B5EF4-FFF2-40B4-BE49-F238E27FC236}">
                <a16:creationId xmlns:a16="http://schemas.microsoft.com/office/drawing/2014/main" id="{99AEB771-B619-8A17-153B-4214A6DFFD22}"/>
              </a:ext>
            </a:extLst>
          </p:cNvPr>
          <p:cNvCxnSpPr>
            <a:cxnSpLocks/>
          </p:cNvCxnSpPr>
          <p:nvPr/>
        </p:nvCxnSpPr>
        <p:spPr>
          <a:xfrm flipV="1">
            <a:off x="7767118" y="4937993"/>
            <a:ext cx="0" cy="23622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onector recto 723">
            <a:extLst>
              <a:ext uri="{FF2B5EF4-FFF2-40B4-BE49-F238E27FC236}">
                <a16:creationId xmlns:a16="http://schemas.microsoft.com/office/drawing/2014/main" id="{4FFA2B60-1F6C-83C2-069C-EA903BF890CD}"/>
              </a:ext>
            </a:extLst>
          </p:cNvPr>
          <p:cNvCxnSpPr>
            <a:cxnSpLocks/>
          </p:cNvCxnSpPr>
          <p:nvPr/>
        </p:nvCxnSpPr>
        <p:spPr>
          <a:xfrm flipV="1">
            <a:off x="4436520" y="4957043"/>
            <a:ext cx="0" cy="23622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onector recto 724">
            <a:extLst>
              <a:ext uri="{FF2B5EF4-FFF2-40B4-BE49-F238E27FC236}">
                <a16:creationId xmlns:a16="http://schemas.microsoft.com/office/drawing/2014/main" id="{2E51E51C-F995-1475-838B-2ACABB99B62A}"/>
              </a:ext>
            </a:extLst>
          </p:cNvPr>
          <p:cNvCxnSpPr>
            <a:cxnSpLocks/>
          </p:cNvCxnSpPr>
          <p:nvPr/>
        </p:nvCxnSpPr>
        <p:spPr>
          <a:xfrm flipV="1">
            <a:off x="2671150" y="4937993"/>
            <a:ext cx="0" cy="23622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6" name="Rectángulo 725">
            <a:extLst>
              <a:ext uri="{FF2B5EF4-FFF2-40B4-BE49-F238E27FC236}">
                <a16:creationId xmlns:a16="http://schemas.microsoft.com/office/drawing/2014/main" id="{810DE0D8-D28D-30C5-6094-DDBF101E8E7C}"/>
              </a:ext>
            </a:extLst>
          </p:cNvPr>
          <p:cNvSpPr/>
          <p:nvPr/>
        </p:nvSpPr>
        <p:spPr>
          <a:xfrm>
            <a:off x="1795993" y="5955263"/>
            <a:ext cx="269571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CD677058-89B6-59BE-EF99-5565D34F10BB}"/>
              </a:ext>
            </a:extLst>
          </p:cNvPr>
          <p:cNvCxnSpPr>
            <a:cxnSpLocks/>
            <a:stCxn id="732" idx="2"/>
            <a:endCxn id="715" idx="2"/>
          </p:cNvCxnSpPr>
          <p:nvPr/>
        </p:nvCxnSpPr>
        <p:spPr>
          <a:xfrm flipV="1">
            <a:off x="2225909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E0567FED-9462-D5AD-4419-9684F5E98887}"/>
              </a:ext>
            </a:extLst>
          </p:cNvPr>
          <p:cNvCxnSpPr>
            <a:cxnSpLocks/>
          </p:cNvCxnSpPr>
          <p:nvPr/>
        </p:nvCxnSpPr>
        <p:spPr>
          <a:xfrm flipV="1">
            <a:off x="2193539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37607240-B161-6B95-76D8-C6D8BFF363D8}"/>
              </a:ext>
            </a:extLst>
          </p:cNvPr>
          <p:cNvCxnSpPr>
            <a:cxnSpLocks/>
          </p:cNvCxnSpPr>
          <p:nvPr/>
        </p:nvCxnSpPr>
        <p:spPr>
          <a:xfrm flipV="1">
            <a:off x="2266023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C622FDEE-1EE6-EC59-5C5B-0C80889CC2FF}"/>
              </a:ext>
            </a:extLst>
          </p:cNvPr>
          <p:cNvSpPr/>
          <p:nvPr/>
        </p:nvSpPr>
        <p:spPr>
          <a:xfrm>
            <a:off x="2105304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Rectángulo 733">
            <a:extLst>
              <a:ext uri="{FF2B5EF4-FFF2-40B4-BE49-F238E27FC236}">
                <a16:creationId xmlns:a16="http://schemas.microsoft.com/office/drawing/2014/main" id="{6C74C174-731B-F260-136E-6B1B1B712BFE}"/>
              </a:ext>
            </a:extLst>
          </p:cNvPr>
          <p:cNvSpPr/>
          <p:nvPr/>
        </p:nvSpPr>
        <p:spPr>
          <a:xfrm>
            <a:off x="25461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7" name="Rectángulo 736">
            <a:extLst>
              <a:ext uri="{FF2B5EF4-FFF2-40B4-BE49-F238E27FC236}">
                <a16:creationId xmlns:a16="http://schemas.microsoft.com/office/drawing/2014/main" id="{67E4B363-373F-FB83-25C6-C9F1F5C22940}"/>
              </a:ext>
            </a:extLst>
          </p:cNvPr>
          <p:cNvSpPr/>
          <p:nvPr/>
        </p:nvSpPr>
        <p:spPr>
          <a:xfrm>
            <a:off x="2779302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9" name="Rectángulo 738">
            <a:extLst>
              <a:ext uri="{FF2B5EF4-FFF2-40B4-BE49-F238E27FC236}">
                <a16:creationId xmlns:a16="http://schemas.microsoft.com/office/drawing/2014/main" id="{F549FCD6-DA76-5400-AAE7-97FF3FBCFF65}"/>
              </a:ext>
            </a:extLst>
          </p:cNvPr>
          <p:cNvSpPr/>
          <p:nvPr/>
        </p:nvSpPr>
        <p:spPr>
          <a:xfrm>
            <a:off x="301245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 750">
            <a:extLst>
              <a:ext uri="{FF2B5EF4-FFF2-40B4-BE49-F238E27FC236}">
                <a16:creationId xmlns:a16="http://schemas.microsoft.com/office/drawing/2014/main" id="{7641C202-3EF3-BC3B-81B4-B684F928DAB1}"/>
              </a:ext>
            </a:extLst>
          </p:cNvPr>
          <p:cNvSpPr/>
          <p:nvPr/>
        </p:nvSpPr>
        <p:spPr>
          <a:xfrm>
            <a:off x="3245605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Rectángulo 751">
            <a:extLst>
              <a:ext uri="{FF2B5EF4-FFF2-40B4-BE49-F238E27FC236}">
                <a16:creationId xmlns:a16="http://schemas.microsoft.com/office/drawing/2014/main" id="{DD8F7F21-B93D-0634-5736-4598633AA7A5}"/>
              </a:ext>
            </a:extLst>
          </p:cNvPr>
          <p:cNvSpPr/>
          <p:nvPr/>
        </p:nvSpPr>
        <p:spPr>
          <a:xfrm>
            <a:off x="370970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Rectángulo 752">
            <a:extLst>
              <a:ext uri="{FF2B5EF4-FFF2-40B4-BE49-F238E27FC236}">
                <a16:creationId xmlns:a16="http://schemas.microsoft.com/office/drawing/2014/main" id="{1774E5BB-9C84-3644-24E5-12E03A7106B6}"/>
              </a:ext>
            </a:extLst>
          </p:cNvPr>
          <p:cNvSpPr/>
          <p:nvPr/>
        </p:nvSpPr>
        <p:spPr>
          <a:xfrm>
            <a:off x="3942861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4" name="Rectángulo 753">
            <a:extLst>
              <a:ext uri="{FF2B5EF4-FFF2-40B4-BE49-F238E27FC236}">
                <a16:creationId xmlns:a16="http://schemas.microsoft.com/office/drawing/2014/main" id="{39341F15-E533-E1F5-E2B6-7BF7661C7E79}"/>
              </a:ext>
            </a:extLst>
          </p:cNvPr>
          <p:cNvSpPr/>
          <p:nvPr/>
        </p:nvSpPr>
        <p:spPr>
          <a:xfrm>
            <a:off x="4176012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5" name="Rectángulo 754">
            <a:extLst>
              <a:ext uri="{FF2B5EF4-FFF2-40B4-BE49-F238E27FC236}">
                <a16:creationId xmlns:a16="http://schemas.microsoft.com/office/drawing/2014/main" id="{3E8C73C7-E53D-E51F-CC9D-19EE0DCF8A87}"/>
              </a:ext>
            </a:extLst>
          </p:cNvPr>
          <p:cNvSpPr/>
          <p:nvPr/>
        </p:nvSpPr>
        <p:spPr>
          <a:xfrm>
            <a:off x="4409164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6" name="Rectángulo 755">
            <a:extLst>
              <a:ext uri="{FF2B5EF4-FFF2-40B4-BE49-F238E27FC236}">
                <a16:creationId xmlns:a16="http://schemas.microsoft.com/office/drawing/2014/main" id="{7644C812-E389-6EE9-8AF5-A82BF43077B1}"/>
              </a:ext>
            </a:extLst>
          </p:cNvPr>
          <p:cNvSpPr/>
          <p:nvPr/>
        </p:nvSpPr>
        <p:spPr>
          <a:xfrm>
            <a:off x="4665547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7" name="Rectángulo 756">
            <a:extLst>
              <a:ext uri="{FF2B5EF4-FFF2-40B4-BE49-F238E27FC236}">
                <a16:creationId xmlns:a16="http://schemas.microsoft.com/office/drawing/2014/main" id="{CE91C331-0B5E-48D9-3811-2328BD89D0ED}"/>
              </a:ext>
            </a:extLst>
          </p:cNvPr>
          <p:cNvSpPr/>
          <p:nvPr/>
        </p:nvSpPr>
        <p:spPr>
          <a:xfrm>
            <a:off x="4898699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8" name="Rectángulo 757">
            <a:extLst>
              <a:ext uri="{FF2B5EF4-FFF2-40B4-BE49-F238E27FC236}">
                <a16:creationId xmlns:a16="http://schemas.microsoft.com/office/drawing/2014/main" id="{042D858C-03FD-3AC2-8A79-4F32D5C5E003}"/>
              </a:ext>
            </a:extLst>
          </p:cNvPr>
          <p:cNvSpPr/>
          <p:nvPr/>
        </p:nvSpPr>
        <p:spPr>
          <a:xfrm>
            <a:off x="5131850" y="521231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A4471819-1891-16C2-F50D-43A7D873B668}"/>
              </a:ext>
            </a:extLst>
          </p:cNvPr>
          <p:cNvSpPr/>
          <p:nvPr/>
        </p:nvSpPr>
        <p:spPr>
          <a:xfrm>
            <a:off x="557021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 759">
            <a:extLst>
              <a:ext uri="{FF2B5EF4-FFF2-40B4-BE49-F238E27FC236}">
                <a16:creationId xmlns:a16="http://schemas.microsoft.com/office/drawing/2014/main" id="{8C667E01-DAFC-E8C6-456E-008C64327140}"/>
              </a:ext>
            </a:extLst>
          </p:cNvPr>
          <p:cNvSpPr/>
          <p:nvPr/>
        </p:nvSpPr>
        <p:spPr>
          <a:xfrm>
            <a:off x="5803361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Rectángulo 760">
            <a:extLst>
              <a:ext uri="{FF2B5EF4-FFF2-40B4-BE49-F238E27FC236}">
                <a16:creationId xmlns:a16="http://schemas.microsoft.com/office/drawing/2014/main" id="{9872BDA2-94DB-18FA-CFDF-4846A7DF4D7A}"/>
              </a:ext>
            </a:extLst>
          </p:cNvPr>
          <p:cNvSpPr/>
          <p:nvPr/>
        </p:nvSpPr>
        <p:spPr>
          <a:xfrm>
            <a:off x="6036513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Rectángulo 761">
            <a:extLst>
              <a:ext uri="{FF2B5EF4-FFF2-40B4-BE49-F238E27FC236}">
                <a16:creationId xmlns:a16="http://schemas.microsoft.com/office/drawing/2014/main" id="{019CDA5B-D59F-6A33-5225-3711543C893C}"/>
              </a:ext>
            </a:extLst>
          </p:cNvPr>
          <p:cNvSpPr/>
          <p:nvPr/>
        </p:nvSpPr>
        <p:spPr>
          <a:xfrm>
            <a:off x="6269664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3" name="Rectángulo 762">
            <a:extLst>
              <a:ext uri="{FF2B5EF4-FFF2-40B4-BE49-F238E27FC236}">
                <a16:creationId xmlns:a16="http://schemas.microsoft.com/office/drawing/2014/main" id="{1C004885-68D4-AE63-3B52-C75ADAE978EB}"/>
              </a:ext>
            </a:extLst>
          </p:cNvPr>
          <p:cNvSpPr/>
          <p:nvPr/>
        </p:nvSpPr>
        <p:spPr>
          <a:xfrm>
            <a:off x="6514220" y="5210567"/>
            <a:ext cx="119340" cy="88122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4" name="Rectángulo 763">
            <a:extLst>
              <a:ext uri="{FF2B5EF4-FFF2-40B4-BE49-F238E27FC236}">
                <a16:creationId xmlns:a16="http://schemas.microsoft.com/office/drawing/2014/main" id="{757F6F83-4D78-CF83-0765-F4ACDB19C40B}"/>
              </a:ext>
            </a:extLst>
          </p:cNvPr>
          <p:cNvSpPr/>
          <p:nvPr/>
        </p:nvSpPr>
        <p:spPr>
          <a:xfrm>
            <a:off x="7092294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5" name="Rectángulo 764">
            <a:extLst>
              <a:ext uri="{FF2B5EF4-FFF2-40B4-BE49-F238E27FC236}">
                <a16:creationId xmlns:a16="http://schemas.microsoft.com/office/drawing/2014/main" id="{267316F7-904C-697D-F17C-DC2F0A221A91}"/>
              </a:ext>
            </a:extLst>
          </p:cNvPr>
          <p:cNvSpPr/>
          <p:nvPr/>
        </p:nvSpPr>
        <p:spPr>
          <a:xfrm>
            <a:off x="7342497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6" name="Rectángulo 765">
            <a:extLst>
              <a:ext uri="{FF2B5EF4-FFF2-40B4-BE49-F238E27FC236}">
                <a16:creationId xmlns:a16="http://schemas.microsoft.com/office/drawing/2014/main" id="{84587248-9F5B-2E42-2CC2-D68B9676B12E}"/>
              </a:ext>
            </a:extLst>
          </p:cNvPr>
          <p:cNvSpPr/>
          <p:nvPr/>
        </p:nvSpPr>
        <p:spPr>
          <a:xfrm>
            <a:off x="7575648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7" name="Rectángulo 766">
            <a:extLst>
              <a:ext uri="{FF2B5EF4-FFF2-40B4-BE49-F238E27FC236}">
                <a16:creationId xmlns:a16="http://schemas.microsoft.com/office/drawing/2014/main" id="{CE457992-CFC8-F53E-84B1-4E716B137907}"/>
              </a:ext>
            </a:extLst>
          </p:cNvPr>
          <p:cNvSpPr/>
          <p:nvPr/>
        </p:nvSpPr>
        <p:spPr>
          <a:xfrm>
            <a:off x="7808800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8" name="Rectángulo 1087">
            <a:extLst>
              <a:ext uri="{FF2B5EF4-FFF2-40B4-BE49-F238E27FC236}">
                <a16:creationId xmlns:a16="http://schemas.microsoft.com/office/drawing/2014/main" id="{D106E3AC-BA09-3D03-C7BC-430BB7F65C65}"/>
              </a:ext>
            </a:extLst>
          </p:cNvPr>
          <p:cNvSpPr/>
          <p:nvPr/>
        </p:nvSpPr>
        <p:spPr>
          <a:xfrm>
            <a:off x="804195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9" name="Rectángulo 1088">
            <a:extLst>
              <a:ext uri="{FF2B5EF4-FFF2-40B4-BE49-F238E27FC236}">
                <a16:creationId xmlns:a16="http://schemas.microsoft.com/office/drawing/2014/main" id="{3608A1F0-D508-BE2D-6E36-E2A4AE8F67CB}"/>
              </a:ext>
            </a:extLst>
          </p:cNvPr>
          <p:cNvSpPr/>
          <p:nvPr/>
        </p:nvSpPr>
        <p:spPr>
          <a:xfrm>
            <a:off x="8309506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0" name="Rectángulo 1089">
            <a:extLst>
              <a:ext uri="{FF2B5EF4-FFF2-40B4-BE49-F238E27FC236}">
                <a16:creationId xmlns:a16="http://schemas.microsoft.com/office/drawing/2014/main" id="{B8D97F63-92A9-CDDD-938C-E9BB6EE18FB7}"/>
              </a:ext>
            </a:extLst>
          </p:cNvPr>
          <p:cNvSpPr/>
          <p:nvPr/>
        </p:nvSpPr>
        <p:spPr>
          <a:xfrm>
            <a:off x="881302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1" name="Rectángulo 1090">
            <a:extLst>
              <a:ext uri="{FF2B5EF4-FFF2-40B4-BE49-F238E27FC236}">
                <a16:creationId xmlns:a16="http://schemas.microsoft.com/office/drawing/2014/main" id="{7B516441-5C1A-44DC-DAB1-48F29637A3B1}"/>
              </a:ext>
            </a:extLst>
          </p:cNvPr>
          <p:cNvSpPr/>
          <p:nvPr/>
        </p:nvSpPr>
        <p:spPr>
          <a:xfrm>
            <a:off x="9046173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2" name="Rectángulo 1091">
            <a:extLst>
              <a:ext uri="{FF2B5EF4-FFF2-40B4-BE49-F238E27FC236}">
                <a16:creationId xmlns:a16="http://schemas.microsoft.com/office/drawing/2014/main" id="{8C8538A0-4E1E-193B-F5AE-BBA5D65F625E}"/>
              </a:ext>
            </a:extLst>
          </p:cNvPr>
          <p:cNvSpPr/>
          <p:nvPr/>
        </p:nvSpPr>
        <p:spPr>
          <a:xfrm>
            <a:off x="9304000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3" name="Rectángulo 1092">
            <a:extLst>
              <a:ext uri="{FF2B5EF4-FFF2-40B4-BE49-F238E27FC236}">
                <a16:creationId xmlns:a16="http://schemas.microsoft.com/office/drawing/2014/main" id="{6958B9E1-81D7-65AF-0E55-334904AD7F55}"/>
              </a:ext>
            </a:extLst>
          </p:cNvPr>
          <p:cNvSpPr/>
          <p:nvPr/>
        </p:nvSpPr>
        <p:spPr>
          <a:xfrm>
            <a:off x="9537151" y="5213265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4" name="Rectángulo 1093">
            <a:extLst>
              <a:ext uri="{FF2B5EF4-FFF2-40B4-BE49-F238E27FC236}">
                <a16:creationId xmlns:a16="http://schemas.microsoft.com/office/drawing/2014/main" id="{80A70796-5A80-F942-E1A4-02E5B3518CA1}"/>
              </a:ext>
            </a:extLst>
          </p:cNvPr>
          <p:cNvSpPr/>
          <p:nvPr/>
        </p:nvSpPr>
        <p:spPr>
          <a:xfrm>
            <a:off x="10177191" y="5210567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5" name="Rectángulo 1094">
            <a:extLst>
              <a:ext uri="{FF2B5EF4-FFF2-40B4-BE49-F238E27FC236}">
                <a16:creationId xmlns:a16="http://schemas.microsoft.com/office/drawing/2014/main" id="{A1BE6155-7F7C-DFD2-C8B2-4B3D9836E93F}"/>
              </a:ext>
            </a:extLst>
          </p:cNvPr>
          <p:cNvSpPr/>
          <p:nvPr/>
        </p:nvSpPr>
        <p:spPr>
          <a:xfrm>
            <a:off x="766121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6" name="Rectángulo 1095">
            <a:extLst>
              <a:ext uri="{FF2B5EF4-FFF2-40B4-BE49-F238E27FC236}">
                <a16:creationId xmlns:a16="http://schemas.microsoft.com/office/drawing/2014/main" id="{219CDE01-3FBE-A8AE-CD05-90947A511DF8}"/>
              </a:ext>
            </a:extLst>
          </p:cNvPr>
          <p:cNvSpPr/>
          <p:nvPr/>
        </p:nvSpPr>
        <p:spPr>
          <a:xfrm>
            <a:off x="9992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7" name="Rectángulo 1096">
            <a:extLst>
              <a:ext uri="{FF2B5EF4-FFF2-40B4-BE49-F238E27FC236}">
                <a16:creationId xmlns:a16="http://schemas.microsoft.com/office/drawing/2014/main" id="{5191261F-AFEC-2E7C-3545-D02A98645980}"/>
              </a:ext>
            </a:extLst>
          </p:cNvPr>
          <p:cNvSpPr/>
          <p:nvPr/>
        </p:nvSpPr>
        <p:spPr>
          <a:xfrm>
            <a:off x="12324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8" name="Rectángulo 1097">
            <a:extLst>
              <a:ext uri="{FF2B5EF4-FFF2-40B4-BE49-F238E27FC236}">
                <a16:creationId xmlns:a16="http://schemas.microsoft.com/office/drawing/2014/main" id="{3041ECB9-EA1E-20AD-38A5-DC8E5FC8EA04}"/>
              </a:ext>
            </a:extLst>
          </p:cNvPr>
          <p:cNvSpPr/>
          <p:nvPr/>
        </p:nvSpPr>
        <p:spPr>
          <a:xfrm>
            <a:off x="1465575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99" name="Rectángulo 1098">
            <a:extLst>
              <a:ext uri="{FF2B5EF4-FFF2-40B4-BE49-F238E27FC236}">
                <a16:creationId xmlns:a16="http://schemas.microsoft.com/office/drawing/2014/main" id="{972C529A-BBC5-5A09-E97C-B7AF5B7B2E79}"/>
              </a:ext>
            </a:extLst>
          </p:cNvPr>
          <p:cNvSpPr/>
          <p:nvPr/>
        </p:nvSpPr>
        <p:spPr>
          <a:xfrm>
            <a:off x="130772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0" name="Rectángulo 1099">
            <a:extLst>
              <a:ext uri="{FF2B5EF4-FFF2-40B4-BE49-F238E27FC236}">
                <a16:creationId xmlns:a16="http://schemas.microsoft.com/office/drawing/2014/main" id="{0ED00CF1-A4E5-EDD4-1066-1647DF5BAD67}"/>
              </a:ext>
            </a:extLst>
          </p:cNvPr>
          <p:cNvSpPr/>
          <p:nvPr/>
        </p:nvSpPr>
        <p:spPr>
          <a:xfrm>
            <a:off x="363924" y="495704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1" name="Rectángulo 1100">
            <a:extLst>
              <a:ext uri="{FF2B5EF4-FFF2-40B4-BE49-F238E27FC236}">
                <a16:creationId xmlns:a16="http://schemas.microsoft.com/office/drawing/2014/main" id="{9079548B-CB94-82E8-C1C7-F8D542AECDA5}"/>
              </a:ext>
            </a:extLst>
          </p:cNvPr>
          <p:cNvSpPr/>
          <p:nvPr/>
        </p:nvSpPr>
        <p:spPr>
          <a:xfrm>
            <a:off x="0" y="5482823"/>
            <a:ext cx="1739711" cy="525780"/>
          </a:xfrm>
          <a:prstGeom prst="rect">
            <a:avLst/>
          </a:prstGeom>
          <a:solidFill>
            <a:schemeClr val="bg2">
              <a:lumMod val="50000"/>
            </a:schemeClr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3" name="Rectángulo 1102">
            <a:extLst>
              <a:ext uri="{FF2B5EF4-FFF2-40B4-BE49-F238E27FC236}">
                <a16:creationId xmlns:a16="http://schemas.microsoft.com/office/drawing/2014/main" id="{FF0D85E9-C1CA-027E-AB0E-EA1EB1D9E2AA}"/>
              </a:ext>
            </a:extLst>
          </p:cNvPr>
          <p:cNvSpPr/>
          <p:nvPr/>
        </p:nvSpPr>
        <p:spPr>
          <a:xfrm>
            <a:off x="2352625" y="5955263"/>
            <a:ext cx="1169525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4" name="Rectángulo 1103">
            <a:extLst>
              <a:ext uri="{FF2B5EF4-FFF2-40B4-BE49-F238E27FC236}">
                <a16:creationId xmlns:a16="http://schemas.microsoft.com/office/drawing/2014/main" id="{A0CED3FA-13EE-61ED-4E3F-7141429D8E17}"/>
              </a:ext>
            </a:extLst>
          </p:cNvPr>
          <p:cNvSpPr/>
          <p:nvPr/>
        </p:nvSpPr>
        <p:spPr>
          <a:xfrm>
            <a:off x="3559971" y="5955263"/>
            <a:ext cx="176450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F641D254-A7A3-E323-1D27-2EB7596A1E6E}"/>
              </a:ext>
            </a:extLst>
          </p:cNvPr>
          <p:cNvCxnSpPr>
            <a:cxnSpLocks/>
          </p:cNvCxnSpPr>
          <p:nvPr/>
        </p:nvCxnSpPr>
        <p:spPr>
          <a:xfrm flipV="1">
            <a:off x="3564099" y="4957043"/>
            <a:ext cx="0" cy="10896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Rectángulo 1105">
            <a:extLst>
              <a:ext uri="{FF2B5EF4-FFF2-40B4-BE49-F238E27FC236}">
                <a16:creationId xmlns:a16="http://schemas.microsoft.com/office/drawing/2014/main" id="{F7B0AD56-3A24-7D18-4583-01BDAB16D136}"/>
              </a:ext>
            </a:extLst>
          </p:cNvPr>
          <p:cNvSpPr/>
          <p:nvPr/>
        </p:nvSpPr>
        <p:spPr>
          <a:xfrm>
            <a:off x="6863083" y="5955263"/>
            <a:ext cx="1745440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7" name="Rectángulo 1106">
            <a:extLst>
              <a:ext uri="{FF2B5EF4-FFF2-40B4-BE49-F238E27FC236}">
                <a16:creationId xmlns:a16="http://schemas.microsoft.com/office/drawing/2014/main" id="{6BD9665B-E9A3-FA85-2EA6-44E91023C897}"/>
              </a:ext>
            </a:extLst>
          </p:cNvPr>
          <p:cNvSpPr/>
          <p:nvPr/>
        </p:nvSpPr>
        <p:spPr>
          <a:xfrm>
            <a:off x="8668190" y="5955263"/>
            <a:ext cx="1116424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8" name="Rectángulo 1107">
            <a:extLst>
              <a:ext uri="{FF2B5EF4-FFF2-40B4-BE49-F238E27FC236}">
                <a16:creationId xmlns:a16="http://schemas.microsoft.com/office/drawing/2014/main" id="{6623EAD7-E784-518F-C58D-853E49AB4112}"/>
              </a:ext>
            </a:extLst>
          </p:cNvPr>
          <p:cNvSpPr/>
          <p:nvPr/>
        </p:nvSpPr>
        <p:spPr>
          <a:xfrm>
            <a:off x="10066601" y="5955263"/>
            <a:ext cx="321308" cy="81122"/>
          </a:xfrm>
          <a:prstGeom prst="rect">
            <a:avLst/>
          </a:prstGeom>
          <a:solidFill>
            <a:srgbClr val="B93131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9" name="Rectángulo 1108">
            <a:extLst>
              <a:ext uri="{FF2B5EF4-FFF2-40B4-BE49-F238E27FC236}">
                <a16:creationId xmlns:a16="http://schemas.microsoft.com/office/drawing/2014/main" id="{7CBC6DC2-9207-9725-382B-F4067B6B77B0}"/>
              </a:ext>
            </a:extLst>
          </p:cNvPr>
          <p:cNvSpPr/>
          <p:nvPr/>
        </p:nvSpPr>
        <p:spPr>
          <a:xfrm>
            <a:off x="1057973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0" name="Rectángulo 1109">
            <a:extLst>
              <a:ext uri="{FF2B5EF4-FFF2-40B4-BE49-F238E27FC236}">
                <a16:creationId xmlns:a16="http://schemas.microsoft.com/office/drawing/2014/main" id="{5483ED84-118B-310A-113F-27A7E565DC7C}"/>
              </a:ext>
            </a:extLst>
          </p:cNvPr>
          <p:cNvSpPr/>
          <p:nvPr/>
        </p:nvSpPr>
        <p:spPr>
          <a:xfrm>
            <a:off x="10812887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1" name="Rectángulo 1110">
            <a:extLst>
              <a:ext uri="{FF2B5EF4-FFF2-40B4-BE49-F238E27FC236}">
                <a16:creationId xmlns:a16="http://schemas.microsoft.com/office/drawing/2014/main" id="{887CD9EA-4A52-AD6B-66BB-5C956821B33F}"/>
              </a:ext>
            </a:extLst>
          </p:cNvPr>
          <p:cNvSpPr/>
          <p:nvPr/>
        </p:nvSpPr>
        <p:spPr>
          <a:xfrm>
            <a:off x="11046038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2" name="Rectángulo 1111">
            <a:extLst>
              <a:ext uri="{FF2B5EF4-FFF2-40B4-BE49-F238E27FC236}">
                <a16:creationId xmlns:a16="http://schemas.microsoft.com/office/drawing/2014/main" id="{F6241BF4-325E-332C-9634-DC76D59335A8}"/>
              </a:ext>
            </a:extLst>
          </p:cNvPr>
          <p:cNvSpPr/>
          <p:nvPr/>
        </p:nvSpPr>
        <p:spPr>
          <a:xfrm>
            <a:off x="11446072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3" name="Rectángulo 1112">
            <a:extLst>
              <a:ext uri="{FF2B5EF4-FFF2-40B4-BE49-F238E27FC236}">
                <a16:creationId xmlns:a16="http://schemas.microsoft.com/office/drawing/2014/main" id="{08FFBAD2-261C-C637-0B51-911F47C52549}"/>
              </a:ext>
            </a:extLst>
          </p:cNvPr>
          <p:cNvSpPr/>
          <p:nvPr/>
        </p:nvSpPr>
        <p:spPr>
          <a:xfrm>
            <a:off x="11679224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4" name="Rectángulo 1113">
            <a:extLst>
              <a:ext uri="{FF2B5EF4-FFF2-40B4-BE49-F238E27FC236}">
                <a16:creationId xmlns:a16="http://schemas.microsoft.com/office/drawing/2014/main" id="{9E8170D0-C015-F5F2-46AE-90CB1880F409}"/>
              </a:ext>
            </a:extLst>
          </p:cNvPr>
          <p:cNvSpPr/>
          <p:nvPr/>
        </p:nvSpPr>
        <p:spPr>
          <a:xfrm>
            <a:off x="11912375" y="4976093"/>
            <a:ext cx="119340" cy="8153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16" name="Rectángulo 1115">
            <a:extLst>
              <a:ext uri="{FF2B5EF4-FFF2-40B4-BE49-F238E27FC236}">
                <a16:creationId xmlns:a16="http://schemas.microsoft.com/office/drawing/2014/main" id="{86E30608-BA2A-F152-6C8E-14704DE7CA8A}"/>
              </a:ext>
            </a:extLst>
          </p:cNvPr>
          <p:cNvSpPr/>
          <p:nvPr/>
        </p:nvSpPr>
        <p:spPr>
          <a:xfrm>
            <a:off x="10445966" y="5482823"/>
            <a:ext cx="1739711" cy="5257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7" name="Rectángulo 1116">
            <a:extLst>
              <a:ext uri="{FF2B5EF4-FFF2-40B4-BE49-F238E27FC236}">
                <a16:creationId xmlns:a16="http://schemas.microsoft.com/office/drawing/2014/main" id="{8DF0CAA6-8C41-5E90-34E0-AEF3E5432349}"/>
              </a:ext>
            </a:extLst>
          </p:cNvPr>
          <p:cNvSpPr/>
          <p:nvPr/>
        </p:nvSpPr>
        <p:spPr>
          <a:xfrm>
            <a:off x="9807446" y="5210567"/>
            <a:ext cx="241209" cy="33988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888182B6-EBB9-893F-DF5C-5A59478A18D2}"/>
              </a:ext>
            </a:extLst>
          </p:cNvPr>
          <p:cNvCxnSpPr>
            <a:cxnSpLocks/>
            <a:stCxn id="1121" idx="2"/>
            <a:endCxn id="1117" idx="2"/>
          </p:cNvCxnSpPr>
          <p:nvPr/>
        </p:nvCxnSpPr>
        <p:spPr>
          <a:xfrm flipV="1">
            <a:off x="9923507" y="5550451"/>
            <a:ext cx="4544" cy="48244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Conector recto 1118">
            <a:extLst>
              <a:ext uri="{FF2B5EF4-FFF2-40B4-BE49-F238E27FC236}">
                <a16:creationId xmlns:a16="http://schemas.microsoft.com/office/drawing/2014/main" id="{3A330546-AEDD-CB09-86DD-A73265F179BB}"/>
              </a:ext>
            </a:extLst>
          </p:cNvPr>
          <p:cNvCxnSpPr>
            <a:cxnSpLocks/>
          </p:cNvCxnSpPr>
          <p:nvPr/>
        </p:nvCxnSpPr>
        <p:spPr>
          <a:xfrm flipV="1">
            <a:off x="9891137" y="521993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4355ED99-8B8C-73AD-F754-A8CC016EDB9F}"/>
              </a:ext>
            </a:extLst>
          </p:cNvPr>
          <p:cNvCxnSpPr>
            <a:cxnSpLocks/>
          </p:cNvCxnSpPr>
          <p:nvPr/>
        </p:nvCxnSpPr>
        <p:spPr>
          <a:xfrm flipV="1">
            <a:off x="9963621" y="5227553"/>
            <a:ext cx="0" cy="33051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Rectángulo 1120">
            <a:extLst>
              <a:ext uri="{FF2B5EF4-FFF2-40B4-BE49-F238E27FC236}">
                <a16:creationId xmlns:a16="http://schemas.microsoft.com/office/drawing/2014/main" id="{4E37D4E8-2302-41BC-27DE-B26EFC3F0498}"/>
              </a:ext>
            </a:extLst>
          </p:cNvPr>
          <p:cNvSpPr/>
          <p:nvPr/>
        </p:nvSpPr>
        <p:spPr>
          <a:xfrm>
            <a:off x="9802902" y="5203582"/>
            <a:ext cx="241209" cy="8293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2" name="Rectángulo 1121">
            <a:extLst>
              <a:ext uri="{FF2B5EF4-FFF2-40B4-BE49-F238E27FC236}">
                <a16:creationId xmlns:a16="http://schemas.microsoft.com/office/drawing/2014/main" id="{2B33EA92-B65A-C11A-0BB2-8EFC8F5127BB}"/>
              </a:ext>
            </a:extLst>
          </p:cNvPr>
          <p:cNvSpPr/>
          <p:nvPr/>
        </p:nvSpPr>
        <p:spPr>
          <a:xfrm>
            <a:off x="1739711" y="4957043"/>
            <a:ext cx="8706254" cy="236220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3" name="Rectángulo 1122">
            <a:extLst>
              <a:ext uri="{FF2B5EF4-FFF2-40B4-BE49-F238E27FC236}">
                <a16:creationId xmlns:a16="http://schemas.microsoft.com/office/drawing/2014/main" id="{AFCEB4A8-C525-32E0-DCD6-2476C6986657}"/>
              </a:ext>
            </a:extLst>
          </p:cNvPr>
          <p:cNvSpPr/>
          <p:nvPr/>
        </p:nvSpPr>
        <p:spPr>
          <a:xfrm>
            <a:off x="5266377" y="4901163"/>
            <a:ext cx="1653752" cy="23622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Pavimento en un camino de entrada Stock de Foto gratis - Public Domain  Pictures">
            <a:extLst>
              <a:ext uri="{FF2B5EF4-FFF2-40B4-BE49-F238E27FC236}">
                <a16:creationId xmlns:a16="http://schemas.microsoft.com/office/drawing/2014/main" id="{44469BAF-B5B3-8075-8573-83E1178B9F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68"/>
          <a:stretch>
            <a:fillRect/>
          </a:stretch>
        </p:blipFill>
        <p:spPr bwMode="auto">
          <a:xfrm>
            <a:off x="0" y="6037579"/>
            <a:ext cx="12179011" cy="5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0" name="Rectángulo 749">
            <a:extLst>
              <a:ext uri="{FF2B5EF4-FFF2-40B4-BE49-F238E27FC236}">
                <a16:creationId xmlns:a16="http://schemas.microsoft.com/office/drawing/2014/main" id="{C0371CA1-6FCB-6F42-F1A2-BEB52B29E778}"/>
              </a:ext>
            </a:extLst>
          </p:cNvPr>
          <p:cNvSpPr/>
          <p:nvPr/>
        </p:nvSpPr>
        <p:spPr>
          <a:xfrm>
            <a:off x="1696" y="6037577"/>
            <a:ext cx="12211874" cy="589280"/>
          </a:xfrm>
          <a:prstGeom prst="rect">
            <a:avLst/>
          </a:prstGeom>
          <a:solidFill>
            <a:schemeClr val="bg2">
              <a:lumMod val="2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3" name="CuadroTexto 1142">
            <a:extLst>
              <a:ext uri="{FF2B5EF4-FFF2-40B4-BE49-F238E27FC236}">
                <a16:creationId xmlns:a16="http://schemas.microsoft.com/office/drawing/2014/main" id="{11602D64-92AE-CF73-E725-E183B995A898}"/>
              </a:ext>
            </a:extLst>
          </p:cNvPr>
          <p:cNvSpPr txBox="1"/>
          <p:nvPr/>
        </p:nvSpPr>
        <p:spPr>
          <a:xfrm>
            <a:off x="5212277" y="4811448"/>
            <a:ext cx="18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LIGA CAUCANA DE FÚTBOL</a:t>
            </a:r>
          </a:p>
        </p:txBody>
      </p:sp>
      <p:sp>
        <p:nvSpPr>
          <p:cNvPr id="1126" name="Rectángulo 1125">
            <a:extLst>
              <a:ext uri="{FF2B5EF4-FFF2-40B4-BE49-F238E27FC236}">
                <a16:creationId xmlns:a16="http://schemas.microsoft.com/office/drawing/2014/main" id="{96E92CAF-4366-BCC5-9DE5-F4DC96B381EE}"/>
              </a:ext>
            </a:extLst>
          </p:cNvPr>
          <p:cNvSpPr/>
          <p:nvPr/>
        </p:nvSpPr>
        <p:spPr>
          <a:xfrm flipH="1">
            <a:off x="10224135" y="1257922"/>
            <a:ext cx="363778" cy="698513"/>
          </a:xfrm>
          <a:prstGeom prst="rect">
            <a:avLst/>
          </a:prstGeom>
          <a:solidFill>
            <a:srgbClr val="5A5DA3"/>
          </a:solidFill>
          <a:ln>
            <a:solidFill>
              <a:srgbClr val="5A5D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3" name="Rectángulo 1132">
            <a:extLst>
              <a:ext uri="{FF2B5EF4-FFF2-40B4-BE49-F238E27FC236}">
                <a16:creationId xmlns:a16="http://schemas.microsoft.com/office/drawing/2014/main" id="{14C2E17D-CAFD-867E-C09E-A371BBF2F0E1}"/>
              </a:ext>
            </a:extLst>
          </p:cNvPr>
          <p:cNvSpPr/>
          <p:nvPr/>
        </p:nvSpPr>
        <p:spPr>
          <a:xfrm rot="21430377" flipH="1">
            <a:off x="10401297" y="1958728"/>
            <a:ext cx="167640" cy="3027045"/>
          </a:xfrm>
          <a:prstGeom prst="rect">
            <a:avLst/>
          </a:prstGeom>
          <a:gradFill>
            <a:gsLst>
              <a:gs pos="100000">
                <a:srgbClr val="5A5DA3"/>
              </a:gs>
              <a:gs pos="68000">
                <a:srgbClr val="05051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5" name="Rectángulo 1134">
            <a:extLst>
              <a:ext uri="{FF2B5EF4-FFF2-40B4-BE49-F238E27FC236}">
                <a16:creationId xmlns:a16="http://schemas.microsoft.com/office/drawing/2014/main" id="{CCDAAD5C-5DF4-BDF9-429B-5A8F749E99A9}"/>
              </a:ext>
            </a:extLst>
          </p:cNvPr>
          <p:cNvSpPr/>
          <p:nvPr/>
        </p:nvSpPr>
        <p:spPr>
          <a:xfrm>
            <a:off x="1604087" y="1257922"/>
            <a:ext cx="363777" cy="698513"/>
          </a:xfrm>
          <a:prstGeom prst="rect">
            <a:avLst/>
          </a:prstGeom>
          <a:solidFill>
            <a:srgbClr val="5A5DA3"/>
          </a:solidFill>
          <a:ln>
            <a:solidFill>
              <a:srgbClr val="5A5D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2" name="Rectángulo 1141">
            <a:extLst>
              <a:ext uri="{FF2B5EF4-FFF2-40B4-BE49-F238E27FC236}">
                <a16:creationId xmlns:a16="http://schemas.microsoft.com/office/drawing/2014/main" id="{7CCAE488-250C-969E-963A-76101B713CCF}"/>
              </a:ext>
            </a:extLst>
          </p:cNvPr>
          <p:cNvSpPr/>
          <p:nvPr/>
        </p:nvSpPr>
        <p:spPr>
          <a:xfrm rot="169623">
            <a:off x="1623062" y="1958728"/>
            <a:ext cx="167640" cy="3027045"/>
          </a:xfrm>
          <a:prstGeom prst="rect">
            <a:avLst/>
          </a:prstGeom>
          <a:gradFill>
            <a:gsLst>
              <a:gs pos="100000">
                <a:srgbClr val="5C5FA6"/>
              </a:gs>
              <a:gs pos="70000">
                <a:srgbClr val="05051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2" name="Rectángulo 1101">
            <a:extLst>
              <a:ext uri="{FF2B5EF4-FFF2-40B4-BE49-F238E27FC236}">
                <a16:creationId xmlns:a16="http://schemas.microsoft.com/office/drawing/2014/main" id="{0FF450EE-DD74-F823-1E68-A88E86E91F40}"/>
              </a:ext>
            </a:extLst>
          </p:cNvPr>
          <p:cNvSpPr/>
          <p:nvPr/>
        </p:nvSpPr>
        <p:spPr>
          <a:xfrm>
            <a:off x="0" y="4957043"/>
            <a:ext cx="1739711" cy="525780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5" name="Rectángulo 1114">
            <a:extLst>
              <a:ext uri="{FF2B5EF4-FFF2-40B4-BE49-F238E27FC236}">
                <a16:creationId xmlns:a16="http://schemas.microsoft.com/office/drawing/2014/main" id="{CAA201E7-783E-5B2E-1D67-845B726A559D}"/>
              </a:ext>
            </a:extLst>
          </p:cNvPr>
          <p:cNvSpPr/>
          <p:nvPr/>
        </p:nvSpPr>
        <p:spPr>
          <a:xfrm>
            <a:off x="10445966" y="4957043"/>
            <a:ext cx="1739711" cy="525780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3D6E1A2-5650-7F0B-705D-1533FB284B3D}"/>
              </a:ext>
            </a:extLst>
          </p:cNvPr>
          <p:cNvSpPr/>
          <p:nvPr/>
        </p:nvSpPr>
        <p:spPr>
          <a:xfrm>
            <a:off x="0" y="6576220"/>
            <a:ext cx="12211874" cy="295266"/>
          </a:xfrm>
          <a:prstGeom prst="rect">
            <a:avLst/>
          </a:prstGeom>
          <a:solidFill>
            <a:srgbClr val="0C3612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6681D4C-BEF2-7BAB-BE14-5B53C624EF36}"/>
              </a:ext>
            </a:extLst>
          </p:cNvPr>
          <p:cNvSpPr txBox="1"/>
          <p:nvPr/>
        </p:nvSpPr>
        <p:spPr>
          <a:xfrm>
            <a:off x="5218377" y="4936604"/>
            <a:ext cx="17241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ESTADIO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DA872CC-04FB-97FA-1858-43AA69944100}"/>
              </a:ext>
            </a:extLst>
          </p:cNvPr>
          <p:cNvSpPr txBox="1"/>
          <p:nvPr/>
        </p:nvSpPr>
        <p:spPr>
          <a:xfrm>
            <a:off x="5202964" y="5011105"/>
            <a:ext cx="1724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CIRO LÓPEZ</a:t>
            </a:r>
          </a:p>
        </p:txBody>
      </p:sp>
    </p:spTree>
    <p:extLst>
      <p:ext uri="{BB962C8B-B14F-4D97-AF65-F5344CB8AC3E}">
        <p14:creationId xmlns:p14="http://schemas.microsoft.com/office/powerpoint/2010/main" val="134630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B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6138FF82-5F50-1ECF-50A7-FE87AAE02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" y="2952750"/>
            <a:ext cx="6092526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9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8588A93-41C0-C590-4664-D5551416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867" y="2952750"/>
            <a:ext cx="6131603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Rectángulo 565">
            <a:extLst>
              <a:ext uri="{FF2B5EF4-FFF2-40B4-BE49-F238E27FC236}">
                <a16:creationId xmlns:a16="http://schemas.microsoft.com/office/drawing/2014/main" id="{03B4ECA0-B791-B481-0B38-3B55369DBAB7}"/>
              </a:ext>
            </a:extLst>
          </p:cNvPr>
          <p:cNvSpPr/>
          <p:nvPr/>
        </p:nvSpPr>
        <p:spPr>
          <a:xfrm>
            <a:off x="1" y="-7569"/>
            <a:ext cx="12192000" cy="5011224"/>
          </a:xfrm>
          <a:prstGeom prst="rect">
            <a:avLst/>
          </a:prstGeom>
          <a:gradFill flip="none" rotWithShape="1">
            <a:gsLst>
              <a:gs pos="0">
                <a:srgbClr val="46B1E1"/>
              </a:gs>
              <a:gs pos="100000">
                <a:srgbClr val="B8E1F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83" name="Grupo 582">
            <a:extLst>
              <a:ext uri="{FF2B5EF4-FFF2-40B4-BE49-F238E27FC236}">
                <a16:creationId xmlns:a16="http://schemas.microsoft.com/office/drawing/2014/main" id="{108F18D8-89DF-36F7-7480-E5D74DD67A9F}"/>
              </a:ext>
            </a:extLst>
          </p:cNvPr>
          <p:cNvGrpSpPr/>
          <p:nvPr/>
        </p:nvGrpSpPr>
        <p:grpSpPr>
          <a:xfrm flipH="1">
            <a:off x="10224135" y="1257922"/>
            <a:ext cx="363778" cy="3727851"/>
            <a:chOff x="8317307" y="945503"/>
            <a:chExt cx="363777" cy="3727851"/>
          </a:xfrm>
        </p:grpSpPr>
        <p:sp>
          <p:nvSpPr>
            <p:cNvPr id="575" name="Rectángulo 574">
              <a:extLst>
                <a:ext uri="{FF2B5EF4-FFF2-40B4-BE49-F238E27FC236}">
                  <a16:creationId xmlns:a16="http://schemas.microsoft.com/office/drawing/2014/main" id="{98BE56CE-FFE5-D7D2-0AD6-A4F2E3417FB9}"/>
                </a:ext>
              </a:extLst>
            </p:cNvPr>
            <p:cNvSpPr/>
            <p:nvPr/>
          </p:nvSpPr>
          <p:spPr>
            <a:xfrm>
              <a:off x="8317307" y="945503"/>
              <a:ext cx="363777" cy="698513"/>
            </a:xfrm>
            <a:prstGeom prst="rect">
              <a:avLst/>
            </a:prstGeom>
            <a:solidFill>
              <a:srgbClr val="46B1E1"/>
            </a:solidFill>
            <a:ln>
              <a:solidFill>
                <a:srgbClr val="46B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6" name="Elipse 575">
              <a:extLst>
                <a:ext uri="{FF2B5EF4-FFF2-40B4-BE49-F238E27FC236}">
                  <a16:creationId xmlns:a16="http://schemas.microsoft.com/office/drawing/2014/main" id="{6DF62AC2-7EAD-F7B8-DF1B-5FBF0B99757D}"/>
                </a:ext>
              </a:extLst>
            </p:cNvPr>
            <p:cNvSpPr/>
            <p:nvPr/>
          </p:nvSpPr>
          <p:spPr>
            <a:xfrm>
              <a:off x="8355330" y="103060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7" name="Elipse 576">
              <a:extLst>
                <a:ext uri="{FF2B5EF4-FFF2-40B4-BE49-F238E27FC236}">
                  <a16:creationId xmlns:a16="http://schemas.microsoft.com/office/drawing/2014/main" id="{54B821C9-C14E-795D-4971-6C99BFB036C5}"/>
                </a:ext>
              </a:extLst>
            </p:cNvPr>
            <p:cNvSpPr/>
            <p:nvPr/>
          </p:nvSpPr>
          <p:spPr>
            <a:xfrm>
              <a:off x="8536305" y="102679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8" name="Elipse 577">
              <a:extLst>
                <a:ext uri="{FF2B5EF4-FFF2-40B4-BE49-F238E27FC236}">
                  <a16:creationId xmlns:a16="http://schemas.microsoft.com/office/drawing/2014/main" id="{D849708C-02A7-4AC6-00CB-D135AC4A9BF5}"/>
                </a:ext>
              </a:extLst>
            </p:cNvPr>
            <p:cNvSpPr/>
            <p:nvPr/>
          </p:nvSpPr>
          <p:spPr>
            <a:xfrm>
              <a:off x="8355330" y="120967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9" name="Elipse 578">
              <a:extLst>
                <a:ext uri="{FF2B5EF4-FFF2-40B4-BE49-F238E27FC236}">
                  <a16:creationId xmlns:a16="http://schemas.microsoft.com/office/drawing/2014/main" id="{394D4085-06EF-093E-338D-D9226E9B0C24}"/>
                </a:ext>
              </a:extLst>
            </p:cNvPr>
            <p:cNvSpPr/>
            <p:nvPr/>
          </p:nvSpPr>
          <p:spPr>
            <a:xfrm>
              <a:off x="8536305" y="120586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0" name="Elipse 579">
              <a:extLst>
                <a:ext uri="{FF2B5EF4-FFF2-40B4-BE49-F238E27FC236}">
                  <a16:creationId xmlns:a16="http://schemas.microsoft.com/office/drawing/2014/main" id="{2D99BDC7-C4EC-D5A0-4F2E-977CA8EF8FC8}"/>
                </a:ext>
              </a:extLst>
            </p:cNvPr>
            <p:cNvSpPr/>
            <p:nvPr/>
          </p:nvSpPr>
          <p:spPr>
            <a:xfrm>
              <a:off x="8353425" y="1394461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1" name="Elipse 580">
              <a:extLst>
                <a:ext uri="{FF2B5EF4-FFF2-40B4-BE49-F238E27FC236}">
                  <a16:creationId xmlns:a16="http://schemas.microsoft.com/office/drawing/2014/main" id="{ABDB9E34-4806-E5DF-0247-077240A07F54}"/>
                </a:ext>
              </a:extLst>
            </p:cNvPr>
            <p:cNvSpPr/>
            <p:nvPr/>
          </p:nvSpPr>
          <p:spPr>
            <a:xfrm>
              <a:off x="8534400" y="1390651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2" name="Rectángulo 581">
              <a:extLst>
                <a:ext uri="{FF2B5EF4-FFF2-40B4-BE49-F238E27FC236}">
                  <a16:creationId xmlns:a16="http://schemas.microsoft.com/office/drawing/2014/main" id="{2824AAA6-5A2E-336E-D09A-79AFD2A856C3}"/>
                </a:ext>
              </a:extLst>
            </p:cNvPr>
            <p:cNvSpPr/>
            <p:nvPr/>
          </p:nvSpPr>
          <p:spPr>
            <a:xfrm rot="169623">
              <a:off x="8336282" y="1646309"/>
              <a:ext cx="167640" cy="3027045"/>
            </a:xfrm>
            <a:prstGeom prst="rect">
              <a:avLst/>
            </a:prstGeom>
            <a:gradFill>
              <a:gsLst>
                <a:gs pos="100000">
                  <a:srgbClr val="46B1E1"/>
                </a:gs>
                <a:gs pos="0">
                  <a:srgbClr val="B8E1F3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84" name="Grupo 583">
            <a:extLst>
              <a:ext uri="{FF2B5EF4-FFF2-40B4-BE49-F238E27FC236}">
                <a16:creationId xmlns:a16="http://schemas.microsoft.com/office/drawing/2014/main" id="{F5B72386-15A2-CCC3-EBBA-3A2952AEF3A7}"/>
              </a:ext>
            </a:extLst>
          </p:cNvPr>
          <p:cNvGrpSpPr/>
          <p:nvPr/>
        </p:nvGrpSpPr>
        <p:grpSpPr>
          <a:xfrm>
            <a:off x="1604087" y="1257922"/>
            <a:ext cx="363777" cy="3727851"/>
            <a:chOff x="1604087" y="1257922"/>
            <a:chExt cx="363777" cy="3727851"/>
          </a:xfrm>
        </p:grpSpPr>
        <p:sp>
          <p:nvSpPr>
            <p:cNvPr id="567" name="Rectángulo 566">
              <a:extLst>
                <a:ext uri="{FF2B5EF4-FFF2-40B4-BE49-F238E27FC236}">
                  <a16:creationId xmlns:a16="http://schemas.microsoft.com/office/drawing/2014/main" id="{A14F3A0E-E968-D806-CD8C-906D9674A729}"/>
                </a:ext>
              </a:extLst>
            </p:cNvPr>
            <p:cNvSpPr/>
            <p:nvPr/>
          </p:nvSpPr>
          <p:spPr>
            <a:xfrm>
              <a:off x="1604087" y="1257922"/>
              <a:ext cx="363777" cy="698513"/>
            </a:xfrm>
            <a:prstGeom prst="rect">
              <a:avLst/>
            </a:prstGeom>
            <a:solidFill>
              <a:srgbClr val="46B1E1"/>
            </a:solidFill>
            <a:ln>
              <a:solidFill>
                <a:srgbClr val="46B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68" name="Elipse 567">
              <a:extLst>
                <a:ext uri="{FF2B5EF4-FFF2-40B4-BE49-F238E27FC236}">
                  <a16:creationId xmlns:a16="http://schemas.microsoft.com/office/drawing/2014/main" id="{3D9F405C-03CE-9078-1DEF-5FDC4144954B}"/>
                </a:ext>
              </a:extLst>
            </p:cNvPr>
            <p:cNvSpPr/>
            <p:nvPr/>
          </p:nvSpPr>
          <p:spPr>
            <a:xfrm>
              <a:off x="1642110" y="134302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69" name="Elipse 568">
              <a:extLst>
                <a:ext uri="{FF2B5EF4-FFF2-40B4-BE49-F238E27FC236}">
                  <a16:creationId xmlns:a16="http://schemas.microsoft.com/office/drawing/2014/main" id="{A2697415-770B-BB01-4211-EC85BE1ADB95}"/>
                </a:ext>
              </a:extLst>
            </p:cNvPr>
            <p:cNvSpPr/>
            <p:nvPr/>
          </p:nvSpPr>
          <p:spPr>
            <a:xfrm>
              <a:off x="1823085" y="133921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0" name="Elipse 569">
              <a:extLst>
                <a:ext uri="{FF2B5EF4-FFF2-40B4-BE49-F238E27FC236}">
                  <a16:creationId xmlns:a16="http://schemas.microsoft.com/office/drawing/2014/main" id="{1E74FD1E-E21E-D7E3-DB88-624AEA658830}"/>
                </a:ext>
              </a:extLst>
            </p:cNvPr>
            <p:cNvSpPr/>
            <p:nvPr/>
          </p:nvSpPr>
          <p:spPr>
            <a:xfrm>
              <a:off x="1642110" y="152209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1" name="Elipse 570">
              <a:extLst>
                <a:ext uri="{FF2B5EF4-FFF2-40B4-BE49-F238E27FC236}">
                  <a16:creationId xmlns:a16="http://schemas.microsoft.com/office/drawing/2014/main" id="{67071187-791F-A010-7217-34CC2FB4957A}"/>
                </a:ext>
              </a:extLst>
            </p:cNvPr>
            <p:cNvSpPr/>
            <p:nvPr/>
          </p:nvSpPr>
          <p:spPr>
            <a:xfrm>
              <a:off x="1823085" y="151828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2" name="Elipse 571">
              <a:extLst>
                <a:ext uri="{FF2B5EF4-FFF2-40B4-BE49-F238E27FC236}">
                  <a16:creationId xmlns:a16="http://schemas.microsoft.com/office/drawing/2014/main" id="{994B7F06-6EE1-CA4D-6478-03E898F20F2E}"/>
                </a:ext>
              </a:extLst>
            </p:cNvPr>
            <p:cNvSpPr/>
            <p:nvPr/>
          </p:nvSpPr>
          <p:spPr>
            <a:xfrm>
              <a:off x="1640205" y="1706880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3" name="Elipse 572">
              <a:extLst>
                <a:ext uri="{FF2B5EF4-FFF2-40B4-BE49-F238E27FC236}">
                  <a16:creationId xmlns:a16="http://schemas.microsoft.com/office/drawing/2014/main" id="{8D168196-D27D-CE94-839A-21CC6D8253DE}"/>
                </a:ext>
              </a:extLst>
            </p:cNvPr>
            <p:cNvSpPr/>
            <p:nvPr/>
          </p:nvSpPr>
          <p:spPr>
            <a:xfrm>
              <a:off x="1821180" y="1703070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4" name="Rectángulo 573">
              <a:extLst>
                <a:ext uri="{FF2B5EF4-FFF2-40B4-BE49-F238E27FC236}">
                  <a16:creationId xmlns:a16="http://schemas.microsoft.com/office/drawing/2014/main" id="{0F23C481-EC4A-7839-0DA1-B7590489A393}"/>
                </a:ext>
              </a:extLst>
            </p:cNvPr>
            <p:cNvSpPr/>
            <p:nvPr/>
          </p:nvSpPr>
          <p:spPr>
            <a:xfrm rot="169623">
              <a:off x="1623062" y="1958728"/>
              <a:ext cx="167640" cy="3027045"/>
            </a:xfrm>
            <a:prstGeom prst="rect">
              <a:avLst/>
            </a:prstGeom>
            <a:gradFill>
              <a:gsLst>
                <a:gs pos="100000">
                  <a:srgbClr val="46B1E1"/>
                </a:gs>
                <a:gs pos="0">
                  <a:srgbClr val="B8E1F3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880" name="Rectángulo 879">
            <a:extLst>
              <a:ext uri="{FF2B5EF4-FFF2-40B4-BE49-F238E27FC236}">
                <a16:creationId xmlns:a16="http://schemas.microsoft.com/office/drawing/2014/main" id="{3B3D650B-C8D7-825E-7FCF-DB6E86F51C7A}"/>
              </a:ext>
            </a:extLst>
          </p:cNvPr>
          <p:cNvSpPr/>
          <p:nvPr/>
        </p:nvSpPr>
        <p:spPr>
          <a:xfrm>
            <a:off x="0" y="6184893"/>
            <a:ext cx="12211874" cy="686593"/>
          </a:xfrm>
          <a:prstGeom prst="rect">
            <a:avLst/>
          </a:prstGeom>
          <a:solidFill>
            <a:srgbClr val="89943C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3" name="Rectángulo 562">
            <a:extLst>
              <a:ext uri="{FF2B5EF4-FFF2-40B4-BE49-F238E27FC236}">
                <a16:creationId xmlns:a16="http://schemas.microsoft.com/office/drawing/2014/main" id="{4171AE6D-0516-5B2C-4F93-722747D42A22}"/>
              </a:ext>
            </a:extLst>
          </p:cNvPr>
          <p:cNvSpPr/>
          <p:nvPr/>
        </p:nvSpPr>
        <p:spPr>
          <a:xfrm>
            <a:off x="1" y="4976812"/>
            <a:ext cx="12191996" cy="1060768"/>
          </a:xfrm>
          <a:prstGeom prst="rect">
            <a:avLst/>
          </a:prstGeom>
          <a:solidFill>
            <a:srgbClr val="B93131"/>
          </a:solidFill>
          <a:ln>
            <a:solidFill>
              <a:srgbClr val="B931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1" name="Rectángulo 320">
            <a:extLst>
              <a:ext uri="{FF2B5EF4-FFF2-40B4-BE49-F238E27FC236}">
                <a16:creationId xmlns:a16="http://schemas.microsoft.com/office/drawing/2014/main" id="{72DE7ABD-AE46-48D0-6116-412C250AC6C3}"/>
              </a:ext>
            </a:extLst>
          </p:cNvPr>
          <p:cNvSpPr/>
          <p:nvPr/>
        </p:nvSpPr>
        <p:spPr>
          <a:xfrm>
            <a:off x="7079584" y="5159252"/>
            <a:ext cx="207683" cy="163517"/>
          </a:xfrm>
          <a:prstGeom prst="rect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BD51C83-E698-62EC-A520-93BE8D79AC53}"/>
              </a:ext>
            </a:extLst>
          </p:cNvPr>
          <p:cNvSpPr/>
          <p:nvPr/>
        </p:nvSpPr>
        <p:spPr>
          <a:xfrm>
            <a:off x="1703383" y="4783135"/>
            <a:ext cx="8915897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3A041F-49EC-5B74-0FA4-98C6F20F1D5F}"/>
              </a:ext>
            </a:extLst>
          </p:cNvPr>
          <p:cNvSpPr/>
          <p:nvPr/>
        </p:nvSpPr>
        <p:spPr>
          <a:xfrm>
            <a:off x="4398167" y="4062407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731DCB-6E75-9221-3F4C-34095305C5A2}"/>
              </a:ext>
            </a:extLst>
          </p:cNvPr>
          <p:cNvSpPr/>
          <p:nvPr/>
        </p:nvSpPr>
        <p:spPr>
          <a:xfrm>
            <a:off x="2795587" y="4076700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688453-25FE-CDC1-5E26-EDA22DFE3E33}"/>
              </a:ext>
            </a:extLst>
          </p:cNvPr>
          <p:cNvSpPr/>
          <p:nvPr/>
        </p:nvSpPr>
        <p:spPr>
          <a:xfrm>
            <a:off x="1193007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B0526D9-D3B6-B448-4938-09BA2F80DF16}"/>
              </a:ext>
            </a:extLst>
          </p:cNvPr>
          <p:cNvSpPr/>
          <p:nvPr/>
        </p:nvSpPr>
        <p:spPr>
          <a:xfrm>
            <a:off x="10844209" y="3938587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511E32-F1A8-D414-6AFB-6C8C6F903A79}"/>
              </a:ext>
            </a:extLst>
          </p:cNvPr>
          <p:cNvSpPr/>
          <p:nvPr/>
        </p:nvSpPr>
        <p:spPr>
          <a:xfrm>
            <a:off x="10619280" y="4783137"/>
            <a:ext cx="1572718" cy="138113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2A77E0-5BE2-2B28-1498-869B293C9C65}"/>
              </a:ext>
            </a:extLst>
          </p:cNvPr>
          <p:cNvSpPr/>
          <p:nvPr/>
        </p:nvSpPr>
        <p:spPr>
          <a:xfrm>
            <a:off x="0" y="4783136"/>
            <a:ext cx="1703385" cy="138113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17348A-0576-641A-1BCF-FE7A7DC39BF8}"/>
              </a:ext>
            </a:extLst>
          </p:cNvPr>
          <p:cNvSpPr/>
          <p:nvPr/>
        </p:nvSpPr>
        <p:spPr>
          <a:xfrm>
            <a:off x="10844209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8DE11B-FF3E-5D7D-F4BA-8FA254EE9050}"/>
              </a:ext>
            </a:extLst>
          </p:cNvPr>
          <p:cNvSpPr/>
          <p:nvPr/>
        </p:nvSpPr>
        <p:spPr>
          <a:xfrm>
            <a:off x="9213053" y="4030636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789B37-C72E-AFE5-BCFE-5C56872F00CD}"/>
              </a:ext>
            </a:extLst>
          </p:cNvPr>
          <p:cNvSpPr/>
          <p:nvPr/>
        </p:nvSpPr>
        <p:spPr>
          <a:xfrm>
            <a:off x="761999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94DC46-BF92-D74E-A327-A98B1AE92F95}"/>
              </a:ext>
            </a:extLst>
          </p:cNvPr>
          <p:cNvSpPr/>
          <p:nvPr/>
        </p:nvSpPr>
        <p:spPr>
          <a:xfrm>
            <a:off x="6000747" y="4048117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77C9ED-D6BD-9CD2-5FDA-0E5619D185EC}"/>
              </a:ext>
            </a:extLst>
          </p:cNvPr>
          <p:cNvSpPr/>
          <p:nvPr/>
        </p:nvSpPr>
        <p:spPr>
          <a:xfrm>
            <a:off x="1193007" y="4076700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A675E76-B172-0405-5968-5F6625619C82}"/>
              </a:ext>
            </a:extLst>
          </p:cNvPr>
          <p:cNvCxnSpPr>
            <a:cxnSpLocks/>
          </p:cNvCxnSpPr>
          <p:nvPr/>
        </p:nvCxnSpPr>
        <p:spPr>
          <a:xfrm>
            <a:off x="273844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B556ACE-8EB3-F5D3-7B67-23F6FAE2854E}"/>
              </a:ext>
            </a:extLst>
          </p:cNvPr>
          <p:cNvCxnSpPr>
            <a:cxnSpLocks/>
          </p:cNvCxnSpPr>
          <p:nvPr/>
        </p:nvCxnSpPr>
        <p:spPr>
          <a:xfrm>
            <a:off x="621507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579CFC3-FD30-2E7D-7053-1145E9037D11}"/>
              </a:ext>
            </a:extLst>
          </p:cNvPr>
          <p:cNvCxnSpPr>
            <a:cxnSpLocks/>
          </p:cNvCxnSpPr>
          <p:nvPr/>
        </p:nvCxnSpPr>
        <p:spPr>
          <a:xfrm>
            <a:off x="1357313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CCF5E5-7B04-180D-1F75-51687D0BD928}"/>
              </a:ext>
            </a:extLst>
          </p:cNvPr>
          <p:cNvCxnSpPr>
            <a:cxnSpLocks/>
          </p:cNvCxnSpPr>
          <p:nvPr/>
        </p:nvCxnSpPr>
        <p:spPr>
          <a:xfrm>
            <a:off x="1012031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553AA20-6BD2-4410-FAEE-11BB8FA46B8A}"/>
              </a:ext>
            </a:extLst>
          </p:cNvPr>
          <p:cNvCxnSpPr>
            <a:cxnSpLocks/>
          </p:cNvCxnSpPr>
          <p:nvPr/>
        </p:nvCxnSpPr>
        <p:spPr>
          <a:xfrm>
            <a:off x="205104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C3D85EC-955E-D307-7A91-5BF8AD9FD2F4}"/>
              </a:ext>
            </a:extLst>
          </p:cNvPr>
          <p:cNvCxnSpPr>
            <a:cxnSpLocks/>
          </p:cNvCxnSpPr>
          <p:nvPr/>
        </p:nvCxnSpPr>
        <p:spPr>
          <a:xfrm>
            <a:off x="23979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1B9C213-E7C6-2B02-6A4D-29C0717797F1}"/>
              </a:ext>
            </a:extLst>
          </p:cNvPr>
          <p:cNvCxnSpPr>
            <a:cxnSpLocks/>
          </p:cNvCxnSpPr>
          <p:nvPr/>
        </p:nvCxnSpPr>
        <p:spPr>
          <a:xfrm>
            <a:off x="274479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787560B-DA21-BFD0-9F6B-58095734516C}"/>
              </a:ext>
            </a:extLst>
          </p:cNvPr>
          <p:cNvCxnSpPr>
            <a:cxnSpLocks/>
          </p:cNvCxnSpPr>
          <p:nvPr/>
        </p:nvCxnSpPr>
        <p:spPr>
          <a:xfrm>
            <a:off x="30916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5653F0-ED82-BF45-6C79-A3C8AA40F889}"/>
              </a:ext>
            </a:extLst>
          </p:cNvPr>
          <p:cNvCxnSpPr>
            <a:cxnSpLocks/>
          </p:cNvCxnSpPr>
          <p:nvPr/>
        </p:nvCxnSpPr>
        <p:spPr>
          <a:xfrm>
            <a:off x="343853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F9265713-6AED-2879-9E59-C5BD7317A7B4}"/>
              </a:ext>
            </a:extLst>
          </p:cNvPr>
          <p:cNvCxnSpPr>
            <a:cxnSpLocks/>
          </p:cNvCxnSpPr>
          <p:nvPr/>
        </p:nvCxnSpPr>
        <p:spPr>
          <a:xfrm>
            <a:off x="37854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CBFDA9F-050C-3C85-75A0-3E38F287A642}"/>
              </a:ext>
            </a:extLst>
          </p:cNvPr>
          <p:cNvCxnSpPr>
            <a:cxnSpLocks/>
          </p:cNvCxnSpPr>
          <p:nvPr/>
        </p:nvCxnSpPr>
        <p:spPr>
          <a:xfrm>
            <a:off x="4135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7F0BEE8-FF3A-825D-D7FC-7C84A8640900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D228A55-14B5-F7E6-4D13-2834BD2F126B}"/>
              </a:ext>
            </a:extLst>
          </p:cNvPr>
          <p:cNvCxnSpPr>
            <a:cxnSpLocks/>
          </p:cNvCxnSpPr>
          <p:nvPr/>
        </p:nvCxnSpPr>
        <p:spPr>
          <a:xfrm>
            <a:off x="483553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85A1982-5837-4F2C-7831-6F28F6C8B4DF}"/>
              </a:ext>
            </a:extLst>
          </p:cNvPr>
          <p:cNvCxnSpPr>
            <a:cxnSpLocks/>
          </p:cNvCxnSpPr>
          <p:nvPr/>
        </p:nvCxnSpPr>
        <p:spPr>
          <a:xfrm>
            <a:off x="518558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B5FD857-7C07-79C0-A9A2-D3DF13CF9567}"/>
              </a:ext>
            </a:extLst>
          </p:cNvPr>
          <p:cNvCxnSpPr>
            <a:cxnSpLocks/>
          </p:cNvCxnSpPr>
          <p:nvPr/>
        </p:nvCxnSpPr>
        <p:spPr>
          <a:xfrm>
            <a:off x="553562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443EAEB-8A66-58E4-30FC-0D517A6EA216}"/>
              </a:ext>
            </a:extLst>
          </p:cNvPr>
          <p:cNvCxnSpPr>
            <a:cxnSpLocks/>
          </p:cNvCxnSpPr>
          <p:nvPr/>
        </p:nvCxnSpPr>
        <p:spPr>
          <a:xfrm>
            <a:off x="588567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7DFF491-3413-7081-1AD5-A7C928228871}"/>
              </a:ext>
            </a:extLst>
          </p:cNvPr>
          <p:cNvCxnSpPr>
            <a:cxnSpLocks/>
          </p:cNvCxnSpPr>
          <p:nvPr/>
        </p:nvCxnSpPr>
        <p:spPr>
          <a:xfrm>
            <a:off x="6235715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7D72626-7EB2-1B20-FDE0-41A6605515F2}"/>
              </a:ext>
            </a:extLst>
          </p:cNvPr>
          <p:cNvCxnSpPr>
            <a:cxnSpLocks/>
          </p:cNvCxnSpPr>
          <p:nvPr/>
        </p:nvCxnSpPr>
        <p:spPr>
          <a:xfrm>
            <a:off x="11714956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9A05A42-D71E-264C-627B-6FA5364AB4E2}"/>
              </a:ext>
            </a:extLst>
          </p:cNvPr>
          <p:cNvCxnSpPr>
            <a:cxnSpLocks/>
          </p:cNvCxnSpPr>
          <p:nvPr/>
        </p:nvCxnSpPr>
        <p:spPr>
          <a:xfrm>
            <a:off x="11366499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BC73095-AC46-53ED-9389-2713FB21F58C}"/>
              </a:ext>
            </a:extLst>
          </p:cNvPr>
          <p:cNvCxnSpPr>
            <a:cxnSpLocks/>
          </p:cNvCxnSpPr>
          <p:nvPr/>
        </p:nvCxnSpPr>
        <p:spPr>
          <a:xfrm>
            <a:off x="11018042" y="4783135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531221EF-C85C-4A87-50A3-BD4627E61871}"/>
              </a:ext>
            </a:extLst>
          </p:cNvPr>
          <p:cNvCxnSpPr>
            <a:cxnSpLocks/>
          </p:cNvCxnSpPr>
          <p:nvPr/>
        </p:nvCxnSpPr>
        <p:spPr>
          <a:xfrm>
            <a:off x="9967910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EEBDE1E-A398-8135-136B-897D2F937F9E}"/>
              </a:ext>
            </a:extLst>
          </p:cNvPr>
          <p:cNvCxnSpPr>
            <a:cxnSpLocks/>
          </p:cNvCxnSpPr>
          <p:nvPr/>
        </p:nvCxnSpPr>
        <p:spPr>
          <a:xfrm>
            <a:off x="9617866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E38BA02C-1D82-CB66-F1AA-351D4D2CC514}"/>
              </a:ext>
            </a:extLst>
          </p:cNvPr>
          <p:cNvCxnSpPr>
            <a:cxnSpLocks/>
          </p:cNvCxnSpPr>
          <p:nvPr/>
        </p:nvCxnSpPr>
        <p:spPr>
          <a:xfrm>
            <a:off x="8908254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53FF0AB-9A6F-E80B-5342-569AEEB808CB}"/>
              </a:ext>
            </a:extLst>
          </p:cNvPr>
          <p:cNvCxnSpPr>
            <a:cxnSpLocks/>
          </p:cNvCxnSpPr>
          <p:nvPr/>
        </p:nvCxnSpPr>
        <p:spPr>
          <a:xfrm>
            <a:off x="8558207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FC07EDC-3BC7-7CEC-DAF7-6CC477EA8CD3}"/>
              </a:ext>
            </a:extLst>
          </p:cNvPr>
          <p:cNvCxnSpPr>
            <a:cxnSpLocks/>
          </p:cNvCxnSpPr>
          <p:nvPr/>
        </p:nvCxnSpPr>
        <p:spPr>
          <a:xfrm>
            <a:off x="8208163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C95BB51D-AF50-0E53-6218-0D0AFDB55392}"/>
              </a:ext>
            </a:extLst>
          </p:cNvPr>
          <p:cNvCxnSpPr>
            <a:cxnSpLocks/>
          </p:cNvCxnSpPr>
          <p:nvPr/>
        </p:nvCxnSpPr>
        <p:spPr>
          <a:xfrm>
            <a:off x="7858119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087B5D6-8A9C-6A4C-CC1F-9A24453FFC4B}"/>
              </a:ext>
            </a:extLst>
          </p:cNvPr>
          <p:cNvCxnSpPr>
            <a:cxnSpLocks/>
          </p:cNvCxnSpPr>
          <p:nvPr/>
        </p:nvCxnSpPr>
        <p:spPr>
          <a:xfrm>
            <a:off x="7510451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riángulo isósceles 78">
            <a:extLst>
              <a:ext uri="{FF2B5EF4-FFF2-40B4-BE49-F238E27FC236}">
                <a16:creationId xmlns:a16="http://schemas.microsoft.com/office/drawing/2014/main" id="{FE79212F-F7E8-A8D2-1774-682ADCAD798D}"/>
              </a:ext>
            </a:extLst>
          </p:cNvPr>
          <p:cNvSpPr/>
          <p:nvPr/>
        </p:nvSpPr>
        <p:spPr>
          <a:xfrm>
            <a:off x="6063867" y="3751590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Triángulo isósceles 79">
            <a:extLst>
              <a:ext uri="{FF2B5EF4-FFF2-40B4-BE49-F238E27FC236}">
                <a16:creationId xmlns:a16="http://schemas.microsoft.com/office/drawing/2014/main" id="{C02AC833-501D-999B-0710-50EAE22395FA}"/>
              </a:ext>
            </a:extLst>
          </p:cNvPr>
          <p:cNvSpPr/>
          <p:nvPr/>
        </p:nvSpPr>
        <p:spPr>
          <a:xfrm>
            <a:off x="6874042" y="3748880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Triángulo isósceles 80">
            <a:extLst>
              <a:ext uri="{FF2B5EF4-FFF2-40B4-BE49-F238E27FC236}">
                <a16:creationId xmlns:a16="http://schemas.microsoft.com/office/drawing/2014/main" id="{B5BD3BB0-91AF-CE2F-A404-974FA3ED3FFB}"/>
              </a:ext>
            </a:extLst>
          </p:cNvPr>
          <p:cNvSpPr/>
          <p:nvPr/>
        </p:nvSpPr>
        <p:spPr>
          <a:xfrm>
            <a:off x="4459707" y="376237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Triángulo isósceles 81">
            <a:extLst>
              <a:ext uri="{FF2B5EF4-FFF2-40B4-BE49-F238E27FC236}">
                <a16:creationId xmlns:a16="http://schemas.microsoft.com/office/drawing/2014/main" id="{083CF373-C866-349E-BD61-B08C104A84B6}"/>
              </a:ext>
            </a:extLst>
          </p:cNvPr>
          <p:cNvSpPr/>
          <p:nvPr/>
        </p:nvSpPr>
        <p:spPr>
          <a:xfrm>
            <a:off x="5272823" y="3752857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Triángulo isósceles 82">
            <a:extLst>
              <a:ext uri="{FF2B5EF4-FFF2-40B4-BE49-F238E27FC236}">
                <a16:creationId xmlns:a16="http://schemas.microsoft.com/office/drawing/2014/main" id="{C82DBA9A-7CC6-2D33-858A-35970662EC06}"/>
              </a:ext>
            </a:extLst>
          </p:cNvPr>
          <p:cNvSpPr/>
          <p:nvPr/>
        </p:nvSpPr>
        <p:spPr>
          <a:xfrm>
            <a:off x="7690215" y="375029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Triángulo isósceles 83">
            <a:extLst>
              <a:ext uri="{FF2B5EF4-FFF2-40B4-BE49-F238E27FC236}">
                <a16:creationId xmlns:a16="http://schemas.microsoft.com/office/drawing/2014/main" id="{2452D844-E8F7-2289-13A3-DE3D9557A553}"/>
              </a:ext>
            </a:extLst>
          </p:cNvPr>
          <p:cNvSpPr/>
          <p:nvPr/>
        </p:nvSpPr>
        <p:spPr>
          <a:xfrm>
            <a:off x="8500390" y="3751589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Triángulo isósceles 84">
            <a:extLst>
              <a:ext uri="{FF2B5EF4-FFF2-40B4-BE49-F238E27FC236}">
                <a16:creationId xmlns:a16="http://schemas.microsoft.com/office/drawing/2014/main" id="{C0D2BC35-3618-E4BE-BFB7-43F57311EFD7}"/>
              </a:ext>
            </a:extLst>
          </p:cNvPr>
          <p:cNvSpPr/>
          <p:nvPr/>
        </p:nvSpPr>
        <p:spPr>
          <a:xfrm>
            <a:off x="2805949" y="376237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Triángulo isósceles 85">
            <a:extLst>
              <a:ext uri="{FF2B5EF4-FFF2-40B4-BE49-F238E27FC236}">
                <a16:creationId xmlns:a16="http://schemas.microsoft.com/office/drawing/2014/main" id="{2633D328-2D4A-4FC2-509A-2FCB2D5C2BFC}"/>
              </a:ext>
            </a:extLst>
          </p:cNvPr>
          <p:cNvSpPr/>
          <p:nvPr/>
        </p:nvSpPr>
        <p:spPr>
          <a:xfrm>
            <a:off x="3646508" y="376237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Triángulo isósceles 86">
            <a:extLst>
              <a:ext uri="{FF2B5EF4-FFF2-40B4-BE49-F238E27FC236}">
                <a16:creationId xmlns:a16="http://schemas.microsoft.com/office/drawing/2014/main" id="{EF44F50E-3BA2-3196-8AE9-9072C52F867F}"/>
              </a:ext>
            </a:extLst>
          </p:cNvPr>
          <p:cNvSpPr/>
          <p:nvPr/>
        </p:nvSpPr>
        <p:spPr>
          <a:xfrm>
            <a:off x="2014585" y="3776660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Triángulo isósceles 88">
            <a:extLst>
              <a:ext uri="{FF2B5EF4-FFF2-40B4-BE49-F238E27FC236}">
                <a16:creationId xmlns:a16="http://schemas.microsoft.com/office/drawing/2014/main" id="{0CE6FF35-B4F3-0FFB-EADE-0651F77D75C5}"/>
              </a:ext>
            </a:extLst>
          </p:cNvPr>
          <p:cNvSpPr/>
          <p:nvPr/>
        </p:nvSpPr>
        <p:spPr>
          <a:xfrm>
            <a:off x="9298456" y="375158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Triángulo isósceles 89">
            <a:extLst>
              <a:ext uri="{FF2B5EF4-FFF2-40B4-BE49-F238E27FC236}">
                <a16:creationId xmlns:a16="http://schemas.microsoft.com/office/drawing/2014/main" id="{A378283B-F70C-5044-DF62-FFEA8BB8C005}"/>
              </a:ext>
            </a:extLst>
          </p:cNvPr>
          <p:cNvSpPr/>
          <p:nvPr/>
        </p:nvSpPr>
        <p:spPr>
          <a:xfrm flipV="1">
            <a:off x="6073382" y="403733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Triángulo isósceles 90">
            <a:extLst>
              <a:ext uri="{FF2B5EF4-FFF2-40B4-BE49-F238E27FC236}">
                <a16:creationId xmlns:a16="http://schemas.microsoft.com/office/drawing/2014/main" id="{3F4F7E9F-D8CB-5802-10BD-F8F4A6E9F418}"/>
              </a:ext>
            </a:extLst>
          </p:cNvPr>
          <p:cNvSpPr/>
          <p:nvPr/>
        </p:nvSpPr>
        <p:spPr>
          <a:xfrm flipV="1">
            <a:off x="6883557" y="403462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2" name="Triángulo isósceles 91">
            <a:extLst>
              <a:ext uri="{FF2B5EF4-FFF2-40B4-BE49-F238E27FC236}">
                <a16:creationId xmlns:a16="http://schemas.microsoft.com/office/drawing/2014/main" id="{5848F2D9-2DBF-BDE6-7616-DA4F2EC65480}"/>
              </a:ext>
            </a:extLst>
          </p:cNvPr>
          <p:cNvSpPr/>
          <p:nvPr/>
        </p:nvSpPr>
        <p:spPr>
          <a:xfrm flipV="1">
            <a:off x="4469222" y="40481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Triángulo isósceles 92">
            <a:extLst>
              <a:ext uri="{FF2B5EF4-FFF2-40B4-BE49-F238E27FC236}">
                <a16:creationId xmlns:a16="http://schemas.microsoft.com/office/drawing/2014/main" id="{1E03482D-C26E-AF6D-220A-3D13C3D57669}"/>
              </a:ext>
            </a:extLst>
          </p:cNvPr>
          <p:cNvSpPr/>
          <p:nvPr/>
        </p:nvSpPr>
        <p:spPr>
          <a:xfrm flipV="1">
            <a:off x="5282338" y="4038604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Triángulo isósceles 93">
            <a:extLst>
              <a:ext uri="{FF2B5EF4-FFF2-40B4-BE49-F238E27FC236}">
                <a16:creationId xmlns:a16="http://schemas.microsoft.com/office/drawing/2014/main" id="{F4BDC2D0-F447-745D-5D53-FBCF2732BFDF}"/>
              </a:ext>
            </a:extLst>
          </p:cNvPr>
          <p:cNvSpPr/>
          <p:nvPr/>
        </p:nvSpPr>
        <p:spPr>
          <a:xfrm flipV="1">
            <a:off x="7684217" y="4030636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E4818128-44AF-D642-A11D-BC16CE4BD855}"/>
              </a:ext>
            </a:extLst>
          </p:cNvPr>
          <p:cNvSpPr/>
          <p:nvPr/>
        </p:nvSpPr>
        <p:spPr>
          <a:xfrm flipV="1">
            <a:off x="8486758" y="403733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Triángulo isósceles 95">
            <a:extLst>
              <a:ext uri="{FF2B5EF4-FFF2-40B4-BE49-F238E27FC236}">
                <a16:creationId xmlns:a16="http://schemas.microsoft.com/office/drawing/2014/main" id="{68DF0D91-92F2-5C00-903E-C82230F10B57}"/>
              </a:ext>
            </a:extLst>
          </p:cNvPr>
          <p:cNvSpPr/>
          <p:nvPr/>
        </p:nvSpPr>
        <p:spPr>
          <a:xfrm flipV="1">
            <a:off x="2815464" y="40481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7" name="Triángulo isósceles 96">
            <a:extLst>
              <a:ext uri="{FF2B5EF4-FFF2-40B4-BE49-F238E27FC236}">
                <a16:creationId xmlns:a16="http://schemas.microsoft.com/office/drawing/2014/main" id="{573C3DDB-006D-C1BE-E0C3-76AD3BF34F2C}"/>
              </a:ext>
            </a:extLst>
          </p:cNvPr>
          <p:cNvSpPr/>
          <p:nvPr/>
        </p:nvSpPr>
        <p:spPr>
          <a:xfrm flipV="1">
            <a:off x="3656023" y="40481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Triángulo isósceles 97">
            <a:extLst>
              <a:ext uri="{FF2B5EF4-FFF2-40B4-BE49-F238E27FC236}">
                <a16:creationId xmlns:a16="http://schemas.microsoft.com/office/drawing/2014/main" id="{740888E9-0715-ACA5-10BC-E16679920FCA}"/>
              </a:ext>
            </a:extLst>
          </p:cNvPr>
          <p:cNvSpPr/>
          <p:nvPr/>
        </p:nvSpPr>
        <p:spPr>
          <a:xfrm flipV="1">
            <a:off x="2024100" y="406240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0E293044-A89D-9629-1FAB-433CAFCBD0A2}"/>
              </a:ext>
            </a:extLst>
          </p:cNvPr>
          <p:cNvSpPr/>
          <p:nvPr/>
        </p:nvSpPr>
        <p:spPr>
          <a:xfrm flipV="1">
            <a:off x="9310565" y="403733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E8ED8AEE-A7B9-C91A-C985-F5944AC1A6F6}"/>
              </a:ext>
            </a:extLst>
          </p:cNvPr>
          <p:cNvSpPr/>
          <p:nvPr/>
        </p:nvSpPr>
        <p:spPr>
          <a:xfrm rot="5400000">
            <a:off x="1568903" y="3867928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2046D384-DC6B-07AC-3F1B-9DCEC513D509}"/>
              </a:ext>
            </a:extLst>
          </p:cNvPr>
          <p:cNvSpPr/>
          <p:nvPr/>
        </p:nvSpPr>
        <p:spPr>
          <a:xfrm rot="5400000">
            <a:off x="1964193" y="3582997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9E6AECD7-DF9D-22E4-5F58-7C15AE8AA96E}"/>
              </a:ext>
            </a:extLst>
          </p:cNvPr>
          <p:cNvSpPr/>
          <p:nvPr/>
        </p:nvSpPr>
        <p:spPr>
          <a:xfrm>
            <a:off x="4217823" y="511016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4F5F62C4-9683-4FC1-C072-1FB871C612C5}"/>
              </a:ext>
            </a:extLst>
          </p:cNvPr>
          <p:cNvSpPr/>
          <p:nvPr/>
        </p:nvSpPr>
        <p:spPr>
          <a:xfrm>
            <a:off x="4220997" y="554037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9" name="Rectángulo 168">
            <a:extLst>
              <a:ext uri="{FF2B5EF4-FFF2-40B4-BE49-F238E27FC236}">
                <a16:creationId xmlns:a16="http://schemas.microsoft.com/office/drawing/2014/main" id="{7259ACC5-8E19-40D4-0022-1C02746C6A0E}"/>
              </a:ext>
            </a:extLst>
          </p:cNvPr>
          <p:cNvSpPr/>
          <p:nvPr/>
        </p:nvSpPr>
        <p:spPr>
          <a:xfrm>
            <a:off x="4217823" y="575944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96AC2EC1-9601-0195-B823-AC8159A731DC}"/>
              </a:ext>
            </a:extLst>
          </p:cNvPr>
          <p:cNvSpPr/>
          <p:nvPr/>
        </p:nvSpPr>
        <p:spPr>
          <a:xfrm>
            <a:off x="4217823" y="596899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F12BB5F0-B6DE-0C27-B1E4-D7F20344F362}"/>
              </a:ext>
            </a:extLst>
          </p:cNvPr>
          <p:cNvSpPr/>
          <p:nvPr/>
        </p:nvSpPr>
        <p:spPr>
          <a:xfrm>
            <a:off x="6070215" y="553561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23B11757-AE67-2E6B-B09C-F5C2890BE5FB}"/>
              </a:ext>
            </a:extLst>
          </p:cNvPr>
          <p:cNvSpPr/>
          <p:nvPr/>
        </p:nvSpPr>
        <p:spPr>
          <a:xfrm>
            <a:off x="6067041" y="575468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5" name="Rectángulo 174">
            <a:extLst>
              <a:ext uri="{FF2B5EF4-FFF2-40B4-BE49-F238E27FC236}">
                <a16:creationId xmlns:a16="http://schemas.microsoft.com/office/drawing/2014/main" id="{FC1A7952-7D7F-6F0C-BC73-1B83F8149E82}"/>
              </a:ext>
            </a:extLst>
          </p:cNvPr>
          <p:cNvSpPr/>
          <p:nvPr/>
        </p:nvSpPr>
        <p:spPr>
          <a:xfrm>
            <a:off x="6067041" y="596423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6" name="Rectángulo 175">
            <a:extLst>
              <a:ext uri="{FF2B5EF4-FFF2-40B4-BE49-F238E27FC236}">
                <a16:creationId xmlns:a16="http://schemas.microsoft.com/office/drawing/2014/main" id="{5B68163D-0A5F-A181-4594-581217E73BD5}"/>
              </a:ext>
            </a:extLst>
          </p:cNvPr>
          <p:cNvSpPr/>
          <p:nvPr/>
        </p:nvSpPr>
        <p:spPr>
          <a:xfrm>
            <a:off x="7412829" y="510540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8" name="Rectángulo 177">
            <a:extLst>
              <a:ext uri="{FF2B5EF4-FFF2-40B4-BE49-F238E27FC236}">
                <a16:creationId xmlns:a16="http://schemas.microsoft.com/office/drawing/2014/main" id="{7C0803B0-ACF9-58B4-22C2-3B1A8B35BC6F}"/>
              </a:ext>
            </a:extLst>
          </p:cNvPr>
          <p:cNvSpPr/>
          <p:nvPr/>
        </p:nvSpPr>
        <p:spPr>
          <a:xfrm>
            <a:off x="7416003" y="55356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9" name="Rectángulo 178">
            <a:extLst>
              <a:ext uri="{FF2B5EF4-FFF2-40B4-BE49-F238E27FC236}">
                <a16:creationId xmlns:a16="http://schemas.microsoft.com/office/drawing/2014/main" id="{A0428BD9-C27C-4538-2784-827114242D4A}"/>
              </a:ext>
            </a:extLst>
          </p:cNvPr>
          <p:cNvSpPr/>
          <p:nvPr/>
        </p:nvSpPr>
        <p:spPr>
          <a:xfrm>
            <a:off x="7412829" y="575468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0" name="Rectángulo 179">
            <a:extLst>
              <a:ext uri="{FF2B5EF4-FFF2-40B4-BE49-F238E27FC236}">
                <a16:creationId xmlns:a16="http://schemas.microsoft.com/office/drawing/2014/main" id="{C3525403-9CB5-5C76-C3EF-2E84F75EADEE}"/>
              </a:ext>
            </a:extLst>
          </p:cNvPr>
          <p:cNvSpPr/>
          <p:nvPr/>
        </p:nvSpPr>
        <p:spPr>
          <a:xfrm>
            <a:off x="7412829" y="59642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3E3CF43A-8AE6-B46C-62CD-116E070ECD78}"/>
              </a:ext>
            </a:extLst>
          </p:cNvPr>
          <p:cNvSpPr/>
          <p:nvPr/>
        </p:nvSpPr>
        <p:spPr>
          <a:xfrm>
            <a:off x="9294017" y="510540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3" name="Rectángulo 182">
            <a:extLst>
              <a:ext uri="{FF2B5EF4-FFF2-40B4-BE49-F238E27FC236}">
                <a16:creationId xmlns:a16="http://schemas.microsoft.com/office/drawing/2014/main" id="{AF73937A-F206-0C7B-647E-146E4DB0D7D0}"/>
              </a:ext>
            </a:extLst>
          </p:cNvPr>
          <p:cNvSpPr/>
          <p:nvPr/>
        </p:nvSpPr>
        <p:spPr>
          <a:xfrm>
            <a:off x="9297191" y="55356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0B668F72-419E-7F00-B281-A5FC71D340B0}"/>
              </a:ext>
            </a:extLst>
          </p:cNvPr>
          <p:cNvSpPr/>
          <p:nvPr/>
        </p:nvSpPr>
        <p:spPr>
          <a:xfrm>
            <a:off x="9294017" y="575468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7482C4C5-1F32-2A51-9F04-D15CD1F3A141}"/>
              </a:ext>
            </a:extLst>
          </p:cNvPr>
          <p:cNvSpPr/>
          <p:nvPr/>
        </p:nvSpPr>
        <p:spPr>
          <a:xfrm>
            <a:off x="9294017" y="59642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57A85DF8-9179-8BE4-2723-88A8AB0FAE67}"/>
              </a:ext>
            </a:extLst>
          </p:cNvPr>
          <p:cNvSpPr/>
          <p:nvPr/>
        </p:nvSpPr>
        <p:spPr>
          <a:xfrm>
            <a:off x="10611637" y="509745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7" name="Rectángulo 186">
            <a:extLst>
              <a:ext uri="{FF2B5EF4-FFF2-40B4-BE49-F238E27FC236}">
                <a16:creationId xmlns:a16="http://schemas.microsoft.com/office/drawing/2014/main" id="{AD79D0BC-CFF8-FEB0-1C6B-C69BF5E10A3E}"/>
              </a:ext>
            </a:extLst>
          </p:cNvPr>
          <p:cNvSpPr/>
          <p:nvPr/>
        </p:nvSpPr>
        <p:spPr>
          <a:xfrm>
            <a:off x="10614811" y="532129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80E5A239-606B-E6E5-5536-7244D59BEC9B}"/>
              </a:ext>
            </a:extLst>
          </p:cNvPr>
          <p:cNvSpPr/>
          <p:nvPr/>
        </p:nvSpPr>
        <p:spPr>
          <a:xfrm>
            <a:off x="10614811" y="552766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9" name="Rectángulo 188">
            <a:extLst>
              <a:ext uri="{FF2B5EF4-FFF2-40B4-BE49-F238E27FC236}">
                <a16:creationId xmlns:a16="http://schemas.microsoft.com/office/drawing/2014/main" id="{E7AD25EE-A21C-A384-A3B4-64CBCC42FEBF}"/>
              </a:ext>
            </a:extLst>
          </p:cNvPr>
          <p:cNvSpPr/>
          <p:nvPr/>
        </p:nvSpPr>
        <p:spPr>
          <a:xfrm>
            <a:off x="10611637" y="574674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593FDFD8-3E3D-D589-219D-998D223C77CC}"/>
              </a:ext>
            </a:extLst>
          </p:cNvPr>
          <p:cNvSpPr/>
          <p:nvPr/>
        </p:nvSpPr>
        <p:spPr>
          <a:xfrm>
            <a:off x="10611637" y="595629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E7B44C0A-8339-9574-CEE4-156ACE8F1992}"/>
              </a:ext>
            </a:extLst>
          </p:cNvPr>
          <p:cNvSpPr/>
          <p:nvPr/>
        </p:nvSpPr>
        <p:spPr>
          <a:xfrm>
            <a:off x="-7132" y="6107431"/>
            <a:ext cx="12191995" cy="5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F568EEE8-26A0-E5FC-A802-2AC3E0D44E7E}"/>
              </a:ext>
            </a:extLst>
          </p:cNvPr>
          <p:cNvSpPr/>
          <p:nvPr/>
        </p:nvSpPr>
        <p:spPr>
          <a:xfrm>
            <a:off x="2836538" y="610552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C2DD775-CFDB-EB1D-C4C5-180F357E8C42}"/>
              </a:ext>
            </a:extLst>
          </p:cNvPr>
          <p:cNvSpPr/>
          <p:nvPr/>
        </p:nvSpPr>
        <p:spPr>
          <a:xfrm>
            <a:off x="1238440" y="610552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589B607B-9719-094C-A391-712605D6131B}"/>
              </a:ext>
            </a:extLst>
          </p:cNvPr>
          <p:cNvSpPr/>
          <p:nvPr/>
        </p:nvSpPr>
        <p:spPr>
          <a:xfrm>
            <a:off x="4450360" y="6110287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60E9B7F-0028-3BDF-891E-D7F4FC0EB502}"/>
              </a:ext>
            </a:extLst>
          </p:cNvPr>
          <p:cNvSpPr/>
          <p:nvPr/>
        </p:nvSpPr>
        <p:spPr>
          <a:xfrm>
            <a:off x="6050281" y="610552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AC030189-D6FA-FF1C-0DBA-0CA8E9A652B1}"/>
              </a:ext>
            </a:extLst>
          </p:cNvPr>
          <p:cNvSpPr/>
          <p:nvPr/>
        </p:nvSpPr>
        <p:spPr>
          <a:xfrm>
            <a:off x="7651758" y="6110287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3C49EDA5-D856-2F68-E47D-6DF40B0AF158}"/>
              </a:ext>
            </a:extLst>
          </p:cNvPr>
          <p:cNvSpPr/>
          <p:nvPr/>
        </p:nvSpPr>
        <p:spPr>
          <a:xfrm>
            <a:off x="9254487" y="6105524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58F61753-A069-CBA4-659F-3480C9D590A2}"/>
              </a:ext>
            </a:extLst>
          </p:cNvPr>
          <p:cNvSpPr/>
          <p:nvPr/>
        </p:nvSpPr>
        <p:spPr>
          <a:xfrm>
            <a:off x="10862784" y="6105524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8E0162D9-0C23-6D47-DF02-D25FA7271600}"/>
              </a:ext>
            </a:extLst>
          </p:cNvPr>
          <p:cNvCxnSpPr>
            <a:cxnSpLocks/>
          </p:cNvCxnSpPr>
          <p:nvPr/>
        </p:nvCxnSpPr>
        <p:spPr>
          <a:xfrm>
            <a:off x="-6344" y="6176963"/>
            <a:ext cx="1219834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00114FB3-1090-AAE6-BC77-3194B5CAF08F}"/>
              </a:ext>
            </a:extLst>
          </p:cNvPr>
          <p:cNvCxnSpPr/>
          <p:nvPr/>
        </p:nvCxnSpPr>
        <p:spPr>
          <a:xfrm flipV="1">
            <a:off x="6096000" y="6205538"/>
            <a:ext cx="0" cy="6524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ángulo 218">
            <a:extLst>
              <a:ext uri="{FF2B5EF4-FFF2-40B4-BE49-F238E27FC236}">
                <a16:creationId xmlns:a16="http://schemas.microsoft.com/office/drawing/2014/main" id="{4598E6C8-5B3E-20F6-D4CF-00A0CC6D71B2}"/>
              </a:ext>
            </a:extLst>
          </p:cNvPr>
          <p:cNvSpPr/>
          <p:nvPr/>
        </p:nvSpPr>
        <p:spPr>
          <a:xfrm>
            <a:off x="1" y="4976812"/>
            <a:ext cx="12192000" cy="63491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0" name="Rectángulo 219">
            <a:extLst>
              <a:ext uri="{FF2B5EF4-FFF2-40B4-BE49-F238E27FC236}">
                <a16:creationId xmlns:a16="http://schemas.microsoft.com/office/drawing/2014/main" id="{D99B1FB1-C3DF-FA36-7E90-EBFE5D2DC736}"/>
              </a:ext>
            </a:extLst>
          </p:cNvPr>
          <p:cNvSpPr/>
          <p:nvPr/>
        </p:nvSpPr>
        <p:spPr>
          <a:xfrm>
            <a:off x="1" y="5195887"/>
            <a:ext cx="12191996" cy="65724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4F056164-5982-BF39-CA13-E1CDC62713AC}"/>
              </a:ext>
            </a:extLst>
          </p:cNvPr>
          <p:cNvSpPr/>
          <p:nvPr/>
        </p:nvSpPr>
        <p:spPr>
          <a:xfrm>
            <a:off x="0" y="5408608"/>
            <a:ext cx="12191995" cy="7779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F6687DE3-5C35-7F5D-C816-A106161719AF}"/>
              </a:ext>
            </a:extLst>
          </p:cNvPr>
          <p:cNvSpPr/>
          <p:nvPr/>
        </p:nvSpPr>
        <p:spPr>
          <a:xfrm>
            <a:off x="1" y="5627684"/>
            <a:ext cx="12191996" cy="6985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3" name="Rectángulo 222">
            <a:extLst>
              <a:ext uri="{FF2B5EF4-FFF2-40B4-BE49-F238E27FC236}">
                <a16:creationId xmlns:a16="http://schemas.microsoft.com/office/drawing/2014/main" id="{C8252C9B-EFA9-13C6-6C94-A95E6B840D20}"/>
              </a:ext>
            </a:extLst>
          </p:cNvPr>
          <p:cNvSpPr/>
          <p:nvPr/>
        </p:nvSpPr>
        <p:spPr>
          <a:xfrm>
            <a:off x="1" y="5843584"/>
            <a:ext cx="12191996" cy="58106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39" name="Grupo 538">
            <a:extLst>
              <a:ext uri="{FF2B5EF4-FFF2-40B4-BE49-F238E27FC236}">
                <a16:creationId xmlns:a16="http://schemas.microsoft.com/office/drawing/2014/main" id="{15E007E0-967C-11EA-3E6D-622B3D6E804A}"/>
              </a:ext>
            </a:extLst>
          </p:cNvPr>
          <p:cNvGrpSpPr/>
          <p:nvPr/>
        </p:nvGrpSpPr>
        <p:grpSpPr>
          <a:xfrm>
            <a:off x="1264499" y="4972844"/>
            <a:ext cx="1613003" cy="1064736"/>
            <a:chOff x="1264499" y="4972844"/>
            <a:chExt cx="1613003" cy="1064736"/>
          </a:xfrm>
        </p:grpSpPr>
        <p:sp>
          <p:nvSpPr>
            <p:cNvPr id="564" name="Rectángulo 563">
              <a:extLst>
                <a:ext uri="{FF2B5EF4-FFF2-40B4-BE49-F238E27FC236}">
                  <a16:creationId xmlns:a16="http://schemas.microsoft.com/office/drawing/2014/main" id="{D8E785D5-8A7A-0B1A-F181-18465171CF4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32" name="Rectángulo 531">
              <a:extLst>
                <a:ext uri="{FF2B5EF4-FFF2-40B4-BE49-F238E27FC236}">
                  <a16:creationId xmlns:a16="http://schemas.microsoft.com/office/drawing/2014/main" id="{F22787BC-75CF-94A9-D2A6-8E36EF4A086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3" name="Rectángulo 532">
              <a:extLst>
                <a:ext uri="{FF2B5EF4-FFF2-40B4-BE49-F238E27FC236}">
                  <a16:creationId xmlns:a16="http://schemas.microsoft.com/office/drawing/2014/main" id="{25921C25-B288-B2E1-F0D4-9D48AC10D31B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4" name="Rectángulo 533">
              <a:extLst>
                <a:ext uri="{FF2B5EF4-FFF2-40B4-BE49-F238E27FC236}">
                  <a16:creationId xmlns:a16="http://schemas.microsoft.com/office/drawing/2014/main" id="{7C001E5D-FE6B-F26C-C9C7-AE1AA2A718D2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5" name="Rectángulo 534">
              <a:extLst>
                <a:ext uri="{FF2B5EF4-FFF2-40B4-BE49-F238E27FC236}">
                  <a16:creationId xmlns:a16="http://schemas.microsoft.com/office/drawing/2014/main" id="{0D7FDBFC-9745-E0C7-CD30-5695805538E3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6" name="Rectángulo 535">
              <a:extLst>
                <a:ext uri="{FF2B5EF4-FFF2-40B4-BE49-F238E27FC236}">
                  <a16:creationId xmlns:a16="http://schemas.microsoft.com/office/drawing/2014/main" id="{0421ACCE-3E30-D644-FBDD-57382B42667C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1" name="Rectángulo 160">
            <a:extLst>
              <a:ext uri="{FF2B5EF4-FFF2-40B4-BE49-F238E27FC236}">
                <a16:creationId xmlns:a16="http://schemas.microsoft.com/office/drawing/2014/main" id="{B8ECC881-AD59-432E-E4CC-DFF336617636}"/>
              </a:ext>
            </a:extLst>
          </p:cNvPr>
          <p:cNvSpPr/>
          <p:nvPr/>
        </p:nvSpPr>
        <p:spPr>
          <a:xfrm>
            <a:off x="2873413" y="510540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16E51E14-2A79-977B-C23D-7C3D02872BFF}"/>
              </a:ext>
            </a:extLst>
          </p:cNvPr>
          <p:cNvSpPr/>
          <p:nvPr/>
        </p:nvSpPr>
        <p:spPr>
          <a:xfrm>
            <a:off x="2876587" y="532923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5CFBF2A0-B4CE-B9C9-FC62-314F0EF79545}"/>
              </a:ext>
            </a:extLst>
          </p:cNvPr>
          <p:cNvSpPr/>
          <p:nvPr/>
        </p:nvSpPr>
        <p:spPr>
          <a:xfrm>
            <a:off x="2876587" y="55356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38CBA398-7C5B-5837-F6E2-C016DE55F3EA}"/>
              </a:ext>
            </a:extLst>
          </p:cNvPr>
          <p:cNvSpPr/>
          <p:nvPr/>
        </p:nvSpPr>
        <p:spPr>
          <a:xfrm>
            <a:off x="2873413" y="575468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A9F27869-2656-8B07-BBE5-497144E505CB}"/>
              </a:ext>
            </a:extLst>
          </p:cNvPr>
          <p:cNvSpPr/>
          <p:nvPr/>
        </p:nvSpPr>
        <p:spPr>
          <a:xfrm>
            <a:off x="2873413" y="59642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9FB85ECC-B0AC-F2A5-D306-1835D2CD158A}"/>
              </a:ext>
            </a:extLst>
          </p:cNvPr>
          <p:cNvSpPr/>
          <p:nvPr/>
        </p:nvSpPr>
        <p:spPr>
          <a:xfrm>
            <a:off x="1008857" y="511492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DF3F1016-AE28-75B0-9CBF-3D6CF5C2EB74}"/>
              </a:ext>
            </a:extLst>
          </p:cNvPr>
          <p:cNvSpPr/>
          <p:nvPr/>
        </p:nvSpPr>
        <p:spPr>
          <a:xfrm>
            <a:off x="1012031" y="533876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52C6F3B6-F10F-52C3-58C3-C58F21699FCB}"/>
              </a:ext>
            </a:extLst>
          </p:cNvPr>
          <p:cNvSpPr/>
          <p:nvPr/>
        </p:nvSpPr>
        <p:spPr>
          <a:xfrm>
            <a:off x="1012031" y="55451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F885EE8B-5FEC-1009-8B61-6CB7B7BF1DB3}"/>
              </a:ext>
            </a:extLst>
          </p:cNvPr>
          <p:cNvSpPr/>
          <p:nvPr/>
        </p:nvSpPr>
        <p:spPr>
          <a:xfrm>
            <a:off x="1008857" y="57642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0" name="Rectángulo 159">
            <a:extLst>
              <a:ext uri="{FF2B5EF4-FFF2-40B4-BE49-F238E27FC236}">
                <a16:creationId xmlns:a16="http://schemas.microsoft.com/office/drawing/2014/main" id="{075680F8-022A-D084-AEC3-B084A08CA369}"/>
              </a:ext>
            </a:extLst>
          </p:cNvPr>
          <p:cNvSpPr/>
          <p:nvPr/>
        </p:nvSpPr>
        <p:spPr>
          <a:xfrm>
            <a:off x="1008857" y="597375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40" name="Grupo 539">
            <a:extLst>
              <a:ext uri="{FF2B5EF4-FFF2-40B4-BE49-F238E27FC236}">
                <a16:creationId xmlns:a16="http://schemas.microsoft.com/office/drawing/2014/main" id="{179289AF-156C-2A25-A981-31A80F9074FF}"/>
              </a:ext>
            </a:extLst>
          </p:cNvPr>
          <p:cNvGrpSpPr/>
          <p:nvPr/>
        </p:nvGrpSpPr>
        <p:grpSpPr>
          <a:xfrm>
            <a:off x="4468259" y="4972844"/>
            <a:ext cx="1613003" cy="1064736"/>
            <a:chOff x="1264499" y="4972844"/>
            <a:chExt cx="1613003" cy="1064736"/>
          </a:xfrm>
          <a:solidFill>
            <a:srgbClr val="156082"/>
          </a:solidFill>
        </p:grpSpPr>
        <p:sp>
          <p:nvSpPr>
            <p:cNvPr id="541" name="Rectángulo 540">
              <a:extLst>
                <a:ext uri="{FF2B5EF4-FFF2-40B4-BE49-F238E27FC236}">
                  <a16:creationId xmlns:a16="http://schemas.microsoft.com/office/drawing/2014/main" id="{F9DDFEBD-FC99-C1D4-DBE6-742A7707F83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grp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2" name="Rectángulo 541">
              <a:extLst>
                <a:ext uri="{FF2B5EF4-FFF2-40B4-BE49-F238E27FC236}">
                  <a16:creationId xmlns:a16="http://schemas.microsoft.com/office/drawing/2014/main" id="{A7F8119C-207A-440A-F220-AC2BAD298523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3" name="Rectángulo 542">
              <a:extLst>
                <a:ext uri="{FF2B5EF4-FFF2-40B4-BE49-F238E27FC236}">
                  <a16:creationId xmlns:a16="http://schemas.microsoft.com/office/drawing/2014/main" id="{2E8D970B-6230-7AF8-7B51-BE8D69447B35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4" name="Rectángulo 543">
              <a:extLst>
                <a:ext uri="{FF2B5EF4-FFF2-40B4-BE49-F238E27FC236}">
                  <a16:creationId xmlns:a16="http://schemas.microsoft.com/office/drawing/2014/main" id="{8D8F1D82-4F28-E024-9477-DE982D41FB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5" name="Rectángulo 544">
              <a:extLst>
                <a:ext uri="{FF2B5EF4-FFF2-40B4-BE49-F238E27FC236}">
                  <a16:creationId xmlns:a16="http://schemas.microsoft.com/office/drawing/2014/main" id="{9FBFF724-C55A-2C18-780E-45CE1C8831F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6" name="Rectángulo 545">
              <a:extLst>
                <a:ext uri="{FF2B5EF4-FFF2-40B4-BE49-F238E27FC236}">
                  <a16:creationId xmlns:a16="http://schemas.microsoft.com/office/drawing/2014/main" id="{C4B08860-B13E-B494-EBCA-80499A4CBE09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47" name="Grupo 546">
            <a:extLst>
              <a:ext uri="{FF2B5EF4-FFF2-40B4-BE49-F238E27FC236}">
                <a16:creationId xmlns:a16="http://schemas.microsoft.com/office/drawing/2014/main" id="{37D6CBBB-B856-6BAB-8A9A-FD9578F4C1E6}"/>
              </a:ext>
            </a:extLst>
          </p:cNvPr>
          <p:cNvGrpSpPr/>
          <p:nvPr/>
        </p:nvGrpSpPr>
        <p:grpSpPr>
          <a:xfrm>
            <a:off x="7675538" y="4972844"/>
            <a:ext cx="1613003" cy="1064736"/>
            <a:chOff x="1264499" y="4972844"/>
            <a:chExt cx="1613003" cy="1064736"/>
          </a:xfrm>
        </p:grpSpPr>
        <p:sp>
          <p:nvSpPr>
            <p:cNvPr id="548" name="Rectángulo 547">
              <a:extLst>
                <a:ext uri="{FF2B5EF4-FFF2-40B4-BE49-F238E27FC236}">
                  <a16:creationId xmlns:a16="http://schemas.microsoft.com/office/drawing/2014/main" id="{F17F1FC1-82CF-9D6D-6161-06B80C6F8B17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9" name="Rectángulo 548">
              <a:extLst>
                <a:ext uri="{FF2B5EF4-FFF2-40B4-BE49-F238E27FC236}">
                  <a16:creationId xmlns:a16="http://schemas.microsoft.com/office/drawing/2014/main" id="{931F5E7A-254D-1CCC-C5EE-F5679346BAA8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0" name="Rectángulo 549">
              <a:extLst>
                <a:ext uri="{FF2B5EF4-FFF2-40B4-BE49-F238E27FC236}">
                  <a16:creationId xmlns:a16="http://schemas.microsoft.com/office/drawing/2014/main" id="{EE69A0A1-BC56-BC1D-A813-AE7FCA2934FF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1" name="Rectángulo 550">
              <a:extLst>
                <a:ext uri="{FF2B5EF4-FFF2-40B4-BE49-F238E27FC236}">
                  <a16:creationId xmlns:a16="http://schemas.microsoft.com/office/drawing/2014/main" id="{309032F5-000E-3EA7-7169-FE96778461FB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2" name="Rectángulo 551">
              <a:extLst>
                <a:ext uri="{FF2B5EF4-FFF2-40B4-BE49-F238E27FC236}">
                  <a16:creationId xmlns:a16="http://schemas.microsoft.com/office/drawing/2014/main" id="{D5D9B752-235D-F7F1-E2FD-829E476515B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3" name="Rectángulo 552">
              <a:extLst>
                <a:ext uri="{FF2B5EF4-FFF2-40B4-BE49-F238E27FC236}">
                  <a16:creationId xmlns:a16="http://schemas.microsoft.com/office/drawing/2014/main" id="{E53C6091-275F-1967-F94B-82A2ADF8E450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54" name="Grupo 553">
            <a:extLst>
              <a:ext uri="{FF2B5EF4-FFF2-40B4-BE49-F238E27FC236}">
                <a16:creationId xmlns:a16="http://schemas.microsoft.com/office/drawing/2014/main" id="{33A9821C-2443-3790-E7B7-4E1001D0A897}"/>
              </a:ext>
            </a:extLst>
          </p:cNvPr>
          <p:cNvGrpSpPr/>
          <p:nvPr/>
        </p:nvGrpSpPr>
        <p:grpSpPr>
          <a:xfrm>
            <a:off x="10869796" y="4972844"/>
            <a:ext cx="1329343" cy="1064736"/>
            <a:chOff x="1264499" y="4972844"/>
            <a:chExt cx="1613003" cy="1064736"/>
          </a:xfrm>
        </p:grpSpPr>
        <p:sp>
          <p:nvSpPr>
            <p:cNvPr id="555" name="Rectángulo 554">
              <a:extLst>
                <a:ext uri="{FF2B5EF4-FFF2-40B4-BE49-F238E27FC236}">
                  <a16:creationId xmlns:a16="http://schemas.microsoft.com/office/drawing/2014/main" id="{077A5146-E931-43EA-0899-C8EE45D54A51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56" name="Rectángulo 555">
              <a:extLst>
                <a:ext uri="{FF2B5EF4-FFF2-40B4-BE49-F238E27FC236}">
                  <a16:creationId xmlns:a16="http://schemas.microsoft.com/office/drawing/2014/main" id="{22513F5A-F7CC-A140-2C0D-8989AC6ABF4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7" name="Rectángulo 556">
              <a:extLst>
                <a:ext uri="{FF2B5EF4-FFF2-40B4-BE49-F238E27FC236}">
                  <a16:creationId xmlns:a16="http://schemas.microsoft.com/office/drawing/2014/main" id="{EA1541CE-3BC4-D0E8-AD10-18191994F51D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8" name="Rectángulo 557">
              <a:extLst>
                <a:ext uri="{FF2B5EF4-FFF2-40B4-BE49-F238E27FC236}">
                  <a16:creationId xmlns:a16="http://schemas.microsoft.com/office/drawing/2014/main" id="{E8C8E2CD-FB61-0DEE-4856-BB41A8CB68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9" name="Rectángulo 558">
              <a:extLst>
                <a:ext uri="{FF2B5EF4-FFF2-40B4-BE49-F238E27FC236}">
                  <a16:creationId xmlns:a16="http://schemas.microsoft.com/office/drawing/2014/main" id="{C2B7DA66-F86A-02FB-9D0D-F2FFC046CC27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0" name="Rectángulo 559">
              <a:extLst>
                <a:ext uri="{FF2B5EF4-FFF2-40B4-BE49-F238E27FC236}">
                  <a16:creationId xmlns:a16="http://schemas.microsoft.com/office/drawing/2014/main" id="{F92D0B3D-3221-8B53-45D2-E6D9E62F34C8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01558F2D-19DB-369F-3975-FBC3204DC257}"/>
              </a:ext>
            </a:extLst>
          </p:cNvPr>
          <p:cNvSpPr/>
          <p:nvPr/>
        </p:nvSpPr>
        <p:spPr>
          <a:xfrm>
            <a:off x="6067041" y="510540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B561784E-3C41-8072-BC6D-7AE8B946AC94}"/>
              </a:ext>
            </a:extLst>
          </p:cNvPr>
          <p:cNvSpPr/>
          <p:nvPr/>
        </p:nvSpPr>
        <p:spPr>
          <a:xfrm>
            <a:off x="4220997" y="533400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1" name="Triángulo isósceles 560">
            <a:extLst>
              <a:ext uri="{FF2B5EF4-FFF2-40B4-BE49-F238E27FC236}">
                <a16:creationId xmlns:a16="http://schemas.microsoft.com/office/drawing/2014/main" id="{67E7BD0C-4E13-4288-5333-FCC0201BDDA5}"/>
              </a:ext>
            </a:extLst>
          </p:cNvPr>
          <p:cNvSpPr/>
          <p:nvPr/>
        </p:nvSpPr>
        <p:spPr>
          <a:xfrm rot="16200000">
            <a:off x="1572712" y="3614087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2" name="Triángulo isósceles 561">
            <a:extLst>
              <a:ext uri="{FF2B5EF4-FFF2-40B4-BE49-F238E27FC236}">
                <a16:creationId xmlns:a16="http://schemas.microsoft.com/office/drawing/2014/main" id="{B0918BDE-3561-9B92-9630-EC29D5AFFA7E}"/>
              </a:ext>
            </a:extLst>
          </p:cNvPr>
          <p:cNvSpPr/>
          <p:nvPr/>
        </p:nvSpPr>
        <p:spPr>
          <a:xfrm rot="5400000">
            <a:off x="2783017" y="357889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Triángulo isósceles 137">
            <a:extLst>
              <a:ext uri="{FF2B5EF4-FFF2-40B4-BE49-F238E27FC236}">
                <a16:creationId xmlns:a16="http://schemas.microsoft.com/office/drawing/2014/main" id="{79216BD8-B0B7-8013-28E4-251A35A2F02D}"/>
              </a:ext>
            </a:extLst>
          </p:cNvPr>
          <p:cNvSpPr/>
          <p:nvPr/>
        </p:nvSpPr>
        <p:spPr>
          <a:xfrm rot="16200000">
            <a:off x="2370976" y="358315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1" name="Triángulo isósceles 140">
            <a:extLst>
              <a:ext uri="{FF2B5EF4-FFF2-40B4-BE49-F238E27FC236}">
                <a16:creationId xmlns:a16="http://schemas.microsoft.com/office/drawing/2014/main" id="{4546BC66-6482-9DCA-3ABF-D6B86EBD9C95}"/>
              </a:ext>
            </a:extLst>
          </p:cNvPr>
          <p:cNvSpPr/>
          <p:nvPr/>
        </p:nvSpPr>
        <p:spPr>
          <a:xfrm rot="5400000">
            <a:off x="3604174" y="357413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3" name="Triángulo isósceles 142">
            <a:extLst>
              <a:ext uri="{FF2B5EF4-FFF2-40B4-BE49-F238E27FC236}">
                <a16:creationId xmlns:a16="http://schemas.microsoft.com/office/drawing/2014/main" id="{2B01DC62-7293-8835-7504-AAD957A6B791}"/>
              </a:ext>
            </a:extLst>
          </p:cNvPr>
          <p:cNvSpPr/>
          <p:nvPr/>
        </p:nvSpPr>
        <p:spPr>
          <a:xfrm rot="16200000">
            <a:off x="3192133" y="357838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Triángulo isósceles 143">
            <a:extLst>
              <a:ext uri="{FF2B5EF4-FFF2-40B4-BE49-F238E27FC236}">
                <a16:creationId xmlns:a16="http://schemas.microsoft.com/office/drawing/2014/main" id="{6A35BE14-7B18-D6C6-B5B4-0D5800D308E5}"/>
              </a:ext>
            </a:extLst>
          </p:cNvPr>
          <p:cNvSpPr/>
          <p:nvPr/>
        </p:nvSpPr>
        <p:spPr>
          <a:xfrm rot="5400000">
            <a:off x="4421479" y="356143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6" name="Triángulo isósceles 145">
            <a:extLst>
              <a:ext uri="{FF2B5EF4-FFF2-40B4-BE49-F238E27FC236}">
                <a16:creationId xmlns:a16="http://schemas.microsoft.com/office/drawing/2014/main" id="{CEBB8210-2541-5BCC-24FE-CB4D6AB0380B}"/>
              </a:ext>
            </a:extLst>
          </p:cNvPr>
          <p:cNvSpPr/>
          <p:nvPr/>
        </p:nvSpPr>
        <p:spPr>
          <a:xfrm rot="16200000">
            <a:off x="4009438" y="356568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7" name="Triángulo isósceles 146">
            <a:extLst>
              <a:ext uri="{FF2B5EF4-FFF2-40B4-BE49-F238E27FC236}">
                <a16:creationId xmlns:a16="http://schemas.microsoft.com/office/drawing/2014/main" id="{43134016-5B86-51D5-147C-41A6976A7F2E}"/>
              </a:ext>
            </a:extLst>
          </p:cNvPr>
          <p:cNvSpPr/>
          <p:nvPr/>
        </p:nvSpPr>
        <p:spPr>
          <a:xfrm rot="5400000">
            <a:off x="5232500" y="3555074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8" name="Triángulo isósceles 147">
            <a:extLst>
              <a:ext uri="{FF2B5EF4-FFF2-40B4-BE49-F238E27FC236}">
                <a16:creationId xmlns:a16="http://schemas.microsoft.com/office/drawing/2014/main" id="{15C83427-CBCB-E307-A51C-A79C14B06BE0}"/>
              </a:ext>
            </a:extLst>
          </p:cNvPr>
          <p:cNvSpPr/>
          <p:nvPr/>
        </p:nvSpPr>
        <p:spPr>
          <a:xfrm rot="16200000">
            <a:off x="4820459" y="3559328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0" name="Triángulo isósceles 149">
            <a:extLst>
              <a:ext uri="{FF2B5EF4-FFF2-40B4-BE49-F238E27FC236}">
                <a16:creationId xmlns:a16="http://schemas.microsoft.com/office/drawing/2014/main" id="{1C5104D3-7B6F-C0A6-10ED-302366E13109}"/>
              </a:ext>
            </a:extLst>
          </p:cNvPr>
          <p:cNvSpPr/>
          <p:nvPr/>
        </p:nvSpPr>
        <p:spPr>
          <a:xfrm rot="5400000">
            <a:off x="6031358" y="354887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Triángulo isósceles 151">
            <a:extLst>
              <a:ext uri="{FF2B5EF4-FFF2-40B4-BE49-F238E27FC236}">
                <a16:creationId xmlns:a16="http://schemas.microsoft.com/office/drawing/2014/main" id="{C2B43F9B-0BE0-F146-5A48-097AB31277E7}"/>
              </a:ext>
            </a:extLst>
          </p:cNvPr>
          <p:cNvSpPr/>
          <p:nvPr/>
        </p:nvSpPr>
        <p:spPr>
          <a:xfrm rot="16200000">
            <a:off x="5619317" y="355312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6" name="Triángulo isósceles 585">
            <a:extLst>
              <a:ext uri="{FF2B5EF4-FFF2-40B4-BE49-F238E27FC236}">
                <a16:creationId xmlns:a16="http://schemas.microsoft.com/office/drawing/2014/main" id="{DCBE3AB9-B368-43FC-2352-CB760DC79C20}"/>
              </a:ext>
            </a:extLst>
          </p:cNvPr>
          <p:cNvSpPr/>
          <p:nvPr/>
        </p:nvSpPr>
        <p:spPr>
          <a:xfrm rot="5400000">
            <a:off x="6839783" y="354858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7" name="Triángulo isósceles 586">
            <a:extLst>
              <a:ext uri="{FF2B5EF4-FFF2-40B4-BE49-F238E27FC236}">
                <a16:creationId xmlns:a16="http://schemas.microsoft.com/office/drawing/2014/main" id="{3C8810BE-B27E-628A-3F03-2F5E614E179E}"/>
              </a:ext>
            </a:extLst>
          </p:cNvPr>
          <p:cNvSpPr/>
          <p:nvPr/>
        </p:nvSpPr>
        <p:spPr>
          <a:xfrm rot="16200000">
            <a:off x="6427742" y="355284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8" name="Triángulo isósceles 587">
            <a:extLst>
              <a:ext uri="{FF2B5EF4-FFF2-40B4-BE49-F238E27FC236}">
                <a16:creationId xmlns:a16="http://schemas.microsoft.com/office/drawing/2014/main" id="{AF92FC76-667D-8DEA-8953-E75855AACF6D}"/>
              </a:ext>
            </a:extLst>
          </p:cNvPr>
          <p:cNvSpPr/>
          <p:nvPr/>
        </p:nvSpPr>
        <p:spPr>
          <a:xfrm rot="5400000">
            <a:off x="7652733" y="355169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9" name="Triángulo isósceles 588">
            <a:extLst>
              <a:ext uri="{FF2B5EF4-FFF2-40B4-BE49-F238E27FC236}">
                <a16:creationId xmlns:a16="http://schemas.microsoft.com/office/drawing/2014/main" id="{54116327-39D6-D279-5B02-5187AF6FD1FB}"/>
              </a:ext>
            </a:extLst>
          </p:cNvPr>
          <p:cNvSpPr/>
          <p:nvPr/>
        </p:nvSpPr>
        <p:spPr>
          <a:xfrm rot="16200000">
            <a:off x="7240692" y="355595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0" name="Triángulo isósceles 589">
            <a:extLst>
              <a:ext uri="{FF2B5EF4-FFF2-40B4-BE49-F238E27FC236}">
                <a16:creationId xmlns:a16="http://schemas.microsoft.com/office/drawing/2014/main" id="{C86634DF-69BD-F3DA-CF37-DF48EB7CFFE7}"/>
              </a:ext>
            </a:extLst>
          </p:cNvPr>
          <p:cNvSpPr/>
          <p:nvPr/>
        </p:nvSpPr>
        <p:spPr>
          <a:xfrm rot="5400000">
            <a:off x="8466337" y="3552943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1" name="Triángulo isósceles 590">
            <a:extLst>
              <a:ext uri="{FF2B5EF4-FFF2-40B4-BE49-F238E27FC236}">
                <a16:creationId xmlns:a16="http://schemas.microsoft.com/office/drawing/2014/main" id="{5FDFE43E-1C20-5838-FE01-83B0AE14661F}"/>
              </a:ext>
            </a:extLst>
          </p:cNvPr>
          <p:cNvSpPr/>
          <p:nvPr/>
        </p:nvSpPr>
        <p:spPr>
          <a:xfrm rot="16200000">
            <a:off x="8054296" y="3557197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2" name="Triángulo isósceles 591">
            <a:extLst>
              <a:ext uri="{FF2B5EF4-FFF2-40B4-BE49-F238E27FC236}">
                <a16:creationId xmlns:a16="http://schemas.microsoft.com/office/drawing/2014/main" id="{AA4AF7A4-FFB7-952E-D9A3-0E860C0F4AB9}"/>
              </a:ext>
            </a:extLst>
          </p:cNvPr>
          <p:cNvSpPr/>
          <p:nvPr/>
        </p:nvSpPr>
        <p:spPr>
          <a:xfrm rot="5400000">
            <a:off x="9270184" y="355771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3" name="Triángulo isósceles 592">
            <a:extLst>
              <a:ext uri="{FF2B5EF4-FFF2-40B4-BE49-F238E27FC236}">
                <a16:creationId xmlns:a16="http://schemas.microsoft.com/office/drawing/2014/main" id="{B64BE90A-D7B5-86B8-E4DC-08969DD2D45D}"/>
              </a:ext>
            </a:extLst>
          </p:cNvPr>
          <p:cNvSpPr/>
          <p:nvPr/>
        </p:nvSpPr>
        <p:spPr>
          <a:xfrm rot="16200000">
            <a:off x="8858143" y="356197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4" name="Triángulo isósceles 593">
            <a:extLst>
              <a:ext uri="{FF2B5EF4-FFF2-40B4-BE49-F238E27FC236}">
                <a16:creationId xmlns:a16="http://schemas.microsoft.com/office/drawing/2014/main" id="{3E1CC112-DA30-409A-E917-5C8DC1176439}"/>
              </a:ext>
            </a:extLst>
          </p:cNvPr>
          <p:cNvSpPr/>
          <p:nvPr/>
        </p:nvSpPr>
        <p:spPr>
          <a:xfrm rot="16200000">
            <a:off x="10053306" y="3853641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5" name="Triángulo isósceles 594">
            <a:extLst>
              <a:ext uri="{FF2B5EF4-FFF2-40B4-BE49-F238E27FC236}">
                <a16:creationId xmlns:a16="http://schemas.microsoft.com/office/drawing/2014/main" id="{58ED00DA-A767-A6C2-70DD-9AB9D8A704AD}"/>
              </a:ext>
            </a:extLst>
          </p:cNvPr>
          <p:cNvSpPr/>
          <p:nvPr/>
        </p:nvSpPr>
        <p:spPr>
          <a:xfrm rot="16200000">
            <a:off x="9672001" y="3556802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6" name="Triángulo isósceles 595">
            <a:extLst>
              <a:ext uri="{FF2B5EF4-FFF2-40B4-BE49-F238E27FC236}">
                <a16:creationId xmlns:a16="http://schemas.microsoft.com/office/drawing/2014/main" id="{67209EE7-04BB-661A-534B-EE9BCCB5648D}"/>
              </a:ext>
            </a:extLst>
          </p:cNvPr>
          <p:cNvSpPr/>
          <p:nvPr/>
        </p:nvSpPr>
        <p:spPr>
          <a:xfrm rot="5400000">
            <a:off x="10063482" y="3587893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8" name="Rectángulo 597">
            <a:extLst>
              <a:ext uri="{FF2B5EF4-FFF2-40B4-BE49-F238E27FC236}">
                <a16:creationId xmlns:a16="http://schemas.microsoft.com/office/drawing/2014/main" id="{C9C2243F-E010-AF25-BBFF-A2A739BC51E0}"/>
              </a:ext>
            </a:extLst>
          </p:cNvPr>
          <p:cNvSpPr/>
          <p:nvPr/>
        </p:nvSpPr>
        <p:spPr>
          <a:xfrm>
            <a:off x="86925" y="5152661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9" name="Rectángulo: esquinas redondeadas 598">
            <a:extLst>
              <a:ext uri="{FF2B5EF4-FFF2-40B4-BE49-F238E27FC236}">
                <a16:creationId xmlns:a16="http://schemas.microsoft.com/office/drawing/2014/main" id="{43054E25-A31E-6D48-97C5-9CA11A72B096}"/>
              </a:ext>
            </a:extLst>
          </p:cNvPr>
          <p:cNvSpPr/>
          <p:nvPr/>
        </p:nvSpPr>
        <p:spPr>
          <a:xfrm>
            <a:off x="113684" y="5286113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0" name="Rectángulo 599">
            <a:extLst>
              <a:ext uri="{FF2B5EF4-FFF2-40B4-BE49-F238E27FC236}">
                <a16:creationId xmlns:a16="http://schemas.microsoft.com/office/drawing/2014/main" id="{6D660615-EF38-F150-F45B-549210F0F325}"/>
              </a:ext>
            </a:extLst>
          </p:cNvPr>
          <p:cNvSpPr/>
          <p:nvPr/>
        </p:nvSpPr>
        <p:spPr>
          <a:xfrm>
            <a:off x="113638" y="533823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1" name="Rectángulo: esquinas redondeadas 600">
            <a:extLst>
              <a:ext uri="{FF2B5EF4-FFF2-40B4-BE49-F238E27FC236}">
                <a16:creationId xmlns:a16="http://schemas.microsoft.com/office/drawing/2014/main" id="{1881D617-5E3D-88E2-8DCC-B6581426DA81}"/>
              </a:ext>
            </a:extLst>
          </p:cNvPr>
          <p:cNvSpPr/>
          <p:nvPr/>
        </p:nvSpPr>
        <p:spPr>
          <a:xfrm>
            <a:off x="146976" y="5293392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2" name="Elipse 601">
            <a:extLst>
              <a:ext uri="{FF2B5EF4-FFF2-40B4-BE49-F238E27FC236}">
                <a16:creationId xmlns:a16="http://schemas.microsoft.com/office/drawing/2014/main" id="{7DC15390-1C74-F5B4-B5D4-7778CF3E0E95}"/>
              </a:ext>
            </a:extLst>
          </p:cNvPr>
          <p:cNvSpPr/>
          <p:nvPr/>
        </p:nvSpPr>
        <p:spPr>
          <a:xfrm>
            <a:off x="94644" y="510817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3" name="Elipse 602">
            <a:extLst>
              <a:ext uri="{FF2B5EF4-FFF2-40B4-BE49-F238E27FC236}">
                <a16:creationId xmlns:a16="http://schemas.microsoft.com/office/drawing/2014/main" id="{97701F28-E155-DBB0-8F16-89101657EC9A}"/>
              </a:ext>
            </a:extLst>
          </p:cNvPr>
          <p:cNvSpPr/>
          <p:nvPr/>
        </p:nvSpPr>
        <p:spPr>
          <a:xfrm rot="872776">
            <a:off x="161438" y="5086643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4" name="Conector recto 603">
            <a:extLst>
              <a:ext uri="{FF2B5EF4-FFF2-40B4-BE49-F238E27FC236}">
                <a16:creationId xmlns:a16="http://schemas.microsoft.com/office/drawing/2014/main" id="{4CFB5AB2-6A47-9FDB-61C1-86A1208303EF}"/>
              </a:ext>
            </a:extLst>
          </p:cNvPr>
          <p:cNvCxnSpPr>
            <a:cxnSpLocks/>
          </p:cNvCxnSpPr>
          <p:nvPr/>
        </p:nvCxnSpPr>
        <p:spPr>
          <a:xfrm>
            <a:off x="149406" y="519325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onector recto 604">
            <a:extLst>
              <a:ext uri="{FF2B5EF4-FFF2-40B4-BE49-F238E27FC236}">
                <a16:creationId xmlns:a16="http://schemas.microsoft.com/office/drawing/2014/main" id="{F9643900-903A-644B-8217-EB58D141B509}"/>
              </a:ext>
            </a:extLst>
          </p:cNvPr>
          <p:cNvCxnSpPr>
            <a:cxnSpLocks/>
          </p:cNvCxnSpPr>
          <p:nvPr/>
        </p:nvCxnSpPr>
        <p:spPr>
          <a:xfrm flipV="1">
            <a:off x="198644" y="519325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Elipse 605">
            <a:extLst>
              <a:ext uri="{FF2B5EF4-FFF2-40B4-BE49-F238E27FC236}">
                <a16:creationId xmlns:a16="http://schemas.microsoft.com/office/drawing/2014/main" id="{74B05D17-370E-2184-D094-B746BF3B993A}"/>
              </a:ext>
            </a:extLst>
          </p:cNvPr>
          <p:cNvSpPr/>
          <p:nvPr/>
        </p:nvSpPr>
        <p:spPr>
          <a:xfrm rot="19333876">
            <a:off x="80979" y="5099904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7" name="Conector recto 606">
            <a:extLst>
              <a:ext uri="{FF2B5EF4-FFF2-40B4-BE49-F238E27FC236}">
                <a16:creationId xmlns:a16="http://schemas.microsoft.com/office/drawing/2014/main" id="{DBB719EA-7C3F-CF45-EAC1-AAE981A43682}"/>
              </a:ext>
            </a:extLst>
          </p:cNvPr>
          <p:cNvCxnSpPr>
            <a:cxnSpLocks/>
          </p:cNvCxnSpPr>
          <p:nvPr/>
        </p:nvCxnSpPr>
        <p:spPr>
          <a:xfrm>
            <a:off x="169053" y="527818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Rectángulo: esquinas redondeadas 607">
            <a:extLst>
              <a:ext uri="{FF2B5EF4-FFF2-40B4-BE49-F238E27FC236}">
                <a16:creationId xmlns:a16="http://schemas.microsoft.com/office/drawing/2014/main" id="{67107234-2DF3-463B-8D0C-A45344C6BCCB}"/>
              </a:ext>
            </a:extLst>
          </p:cNvPr>
          <p:cNvSpPr/>
          <p:nvPr/>
        </p:nvSpPr>
        <p:spPr>
          <a:xfrm>
            <a:off x="4572078" y="528043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9" name="Rectángulo 608">
            <a:extLst>
              <a:ext uri="{FF2B5EF4-FFF2-40B4-BE49-F238E27FC236}">
                <a16:creationId xmlns:a16="http://schemas.microsoft.com/office/drawing/2014/main" id="{B4F9FA26-6D30-4854-EF86-3CB428703383}"/>
              </a:ext>
            </a:extLst>
          </p:cNvPr>
          <p:cNvSpPr/>
          <p:nvPr/>
        </p:nvSpPr>
        <p:spPr>
          <a:xfrm>
            <a:off x="4572032" y="533255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0" name="Rectángulo: esquinas redondeadas 609">
            <a:extLst>
              <a:ext uri="{FF2B5EF4-FFF2-40B4-BE49-F238E27FC236}">
                <a16:creationId xmlns:a16="http://schemas.microsoft.com/office/drawing/2014/main" id="{445B3312-D5E0-22F3-9257-F2A0562304D8}"/>
              </a:ext>
            </a:extLst>
          </p:cNvPr>
          <p:cNvSpPr/>
          <p:nvPr/>
        </p:nvSpPr>
        <p:spPr>
          <a:xfrm>
            <a:off x="4605370" y="528771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1" name="Elipse 610">
            <a:extLst>
              <a:ext uri="{FF2B5EF4-FFF2-40B4-BE49-F238E27FC236}">
                <a16:creationId xmlns:a16="http://schemas.microsoft.com/office/drawing/2014/main" id="{74EE5A30-5545-1552-EBFA-D00B4DDF7FCA}"/>
              </a:ext>
            </a:extLst>
          </p:cNvPr>
          <p:cNvSpPr/>
          <p:nvPr/>
        </p:nvSpPr>
        <p:spPr>
          <a:xfrm>
            <a:off x="4553038" y="510249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2" name="Elipse 611">
            <a:extLst>
              <a:ext uri="{FF2B5EF4-FFF2-40B4-BE49-F238E27FC236}">
                <a16:creationId xmlns:a16="http://schemas.microsoft.com/office/drawing/2014/main" id="{A501C43C-8B52-0346-A459-B417B1329E89}"/>
              </a:ext>
            </a:extLst>
          </p:cNvPr>
          <p:cNvSpPr/>
          <p:nvPr/>
        </p:nvSpPr>
        <p:spPr>
          <a:xfrm rot="872776">
            <a:off x="4619832" y="508096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3" name="Conector recto 612">
            <a:extLst>
              <a:ext uri="{FF2B5EF4-FFF2-40B4-BE49-F238E27FC236}">
                <a16:creationId xmlns:a16="http://schemas.microsoft.com/office/drawing/2014/main" id="{E30D55DE-A332-D114-EEF5-ABA4C01D1435}"/>
              </a:ext>
            </a:extLst>
          </p:cNvPr>
          <p:cNvCxnSpPr>
            <a:cxnSpLocks/>
          </p:cNvCxnSpPr>
          <p:nvPr/>
        </p:nvCxnSpPr>
        <p:spPr>
          <a:xfrm>
            <a:off x="4607800" y="51875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ector recto 613">
            <a:extLst>
              <a:ext uri="{FF2B5EF4-FFF2-40B4-BE49-F238E27FC236}">
                <a16:creationId xmlns:a16="http://schemas.microsoft.com/office/drawing/2014/main" id="{89BAE985-07EB-DC9C-8F27-56C92C044BC4}"/>
              </a:ext>
            </a:extLst>
          </p:cNvPr>
          <p:cNvCxnSpPr>
            <a:cxnSpLocks/>
          </p:cNvCxnSpPr>
          <p:nvPr/>
        </p:nvCxnSpPr>
        <p:spPr>
          <a:xfrm flipV="1">
            <a:off x="4657038" y="51875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" name="Elipse 614">
            <a:extLst>
              <a:ext uri="{FF2B5EF4-FFF2-40B4-BE49-F238E27FC236}">
                <a16:creationId xmlns:a16="http://schemas.microsoft.com/office/drawing/2014/main" id="{36305FFB-D16C-5EF2-3480-1E43C8F1DAA9}"/>
              </a:ext>
            </a:extLst>
          </p:cNvPr>
          <p:cNvSpPr/>
          <p:nvPr/>
        </p:nvSpPr>
        <p:spPr>
          <a:xfrm rot="19333876">
            <a:off x="4539373" y="509422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6" name="Conector recto 615">
            <a:extLst>
              <a:ext uri="{FF2B5EF4-FFF2-40B4-BE49-F238E27FC236}">
                <a16:creationId xmlns:a16="http://schemas.microsoft.com/office/drawing/2014/main" id="{4C122E0F-C88C-D3C7-A1A4-E5F2084243F2}"/>
              </a:ext>
            </a:extLst>
          </p:cNvPr>
          <p:cNvCxnSpPr>
            <a:cxnSpLocks/>
          </p:cNvCxnSpPr>
          <p:nvPr/>
        </p:nvCxnSpPr>
        <p:spPr>
          <a:xfrm>
            <a:off x="4627447" y="52725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Rectángulo: esquinas redondeadas 616">
            <a:extLst>
              <a:ext uri="{FF2B5EF4-FFF2-40B4-BE49-F238E27FC236}">
                <a16:creationId xmlns:a16="http://schemas.microsoft.com/office/drawing/2014/main" id="{C16EFC1A-7934-4853-BF7E-5AA028DCD247}"/>
              </a:ext>
            </a:extLst>
          </p:cNvPr>
          <p:cNvSpPr/>
          <p:nvPr/>
        </p:nvSpPr>
        <p:spPr>
          <a:xfrm>
            <a:off x="5352496" y="528043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8" name="Rectángulo 617">
            <a:extLst>
              <a:ext uri="{FF2B5EF4-FFF2-40B4-BE49-F238E27FC236}">
                <a16:creationId xmlns:a16="http://schemas.microsoft.com/office/drawing/2014/main" id="{ECBAAA50-7FF6-AD02-257C-26C24475FE2A}"/>
              </a:ext>
            </a:extLst>
          </p:cNvPr>
          <p:cNvSpPr/>
          <p:nvPr/>
        </p:nvSpPr>
        <p:spPr>
          <a:xfrm>
            <a:off x="5352450" y="533255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9" name="Rectángulo: esquinas redondeadas 618">
            <a:extLst>
              <a:ext uri="{FF2B5EF4-FFF2-40B4-BE49-F238E27FC236}">
                <a16:creationId xmlns:a16="http://schemas.microsoft.com/office/drawing/2014/main" id="{694DADD3-7703-70D4-79B5-3C3063F89E30}"/>
              </a:ext>
            </a:extLst>
          </p:cNvPr>
          <p:cNvSpPr/>
          <p:nvPr/>
        </p:nvSpPr>
        <p:spPr>
          <a:xfrm>
            <a:off x="5385788" y="528771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0" name="Elipse 619">
            <a:extLst>
              <a:ext uri="{FF2B5EF4-FFF2-40B4-BE49-F238E27FC236}">
                <a16:creationId xmlns:a16="http://schemas.microsoft.com/office/drawing/2014/main" id="{B598AC3A-280F-CC92-7C6C-D2BE5BC3237D}"/>
              </a:ext>
            </a:extLst>
          </p:cNvPr>
          <p:cNvSpPr/>
          <p:nvPr/>
        </p:nvSpPr>
        <p:spPr>
          <a:xfrm>
            <a:off x="5333456" y="510249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1" name="Elipse 620">
            <a:extLst>
              <a:ext uri="{FF2B5EF4-FFF2-40B4-BE49-F238E27FC236}">
                <a16:creationId xmlns:a16="http://schemas.microsoft.com/office/drawing/2014/main" id="{83578D9C-AD07-FBEE-64CB-3B8207AFDBC9}"/>
              </a:ext>
            </a:extLst>
          </p:cNvPr>
          <p:cNvSpPr/>
          <p:nvPr/>
        </p:nvSpPr>
        <p:spPr>
          <a:xfrm rot="872776">
            <a:off x="5400250" y="508096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2" name="Conector recto 621">
            <a:extLst>
              <a:ext uri="{FF2B5EF4-FFF2-40B4-BE49-F238E27FC236}">
                <a16:creationId xmlns:a16="http://schemas.microsoft.com/office/drawing/2014/main" id="{BB64AAD9-C6F4-163C-25F3-C7E3F5EFFFF7}"/>
              </a:ext>
            </a:extLst>
          </p:cNvPr>
          <p:cNvCxnSpPr>
            <a:cxnSpLocks/>
          </p:cNvCxnSpPr>
          <p:nvPr/>
        </p:nvCxnSpPr>
        <p:spPr>
          <a:xfrm>
            <a:off x="5388218" y="51875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onector recto 622">
            <a:extLst>
              <a:ext uri="{FF2B5EF4-FFF2-40B4-BE49-F238E27FC236}">
                <a16:creationId xmlns:a16="http://schemas.microsoft.com/office/drawing/2014/main" id="{E6F3C626-15CB-FAB2-C634-9F8FDB51C52F}"/>
              </a:ext>
            </a:extLst>
          </p:cNvPr>
          <p:cNvCxnSpPr>
            <a:cxnSpLocks/>
          </p:cNvCxnSpPr>
          <p:nvPr/>
        </p:nvCxnSpPr>
        <p:spPr>
          <a:xfrm flipV="1">
            <a:off x="5437456" y="51875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Elipse 623">
            <a:extLst>
              <a:ext uri="{FF2B5EF4-FFF2-40B4-BE49-F238E27FC236}">
                <a16:creationId xmlns:a16="http://schemas.microsoft.com/office/drawing/2014/main" id="{5DCFA52D-F837-712B-09DA-9E42E6FBF973}"/>
              </a:ext>
            </a:extLst>
          </p:cNvPr>
          <p:cNvSpPr/>
          <p:nvPr/>
        </p:nvSpPr>
        <p:spPr>
          <a:xfrm rot="19333876">
            <a:off x="5319791" y="509422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5" name="Conector recto 624">
            <a:extLst>
              <a:ext uri="{FF2B5EF4-FFF2-40B4-BE49-F238E27FC236}">
                <a16:creationId xmlns:a16="http://schemas.microsoft.com/office/drawing/2014/main" id="{DB0DBCAA-81B7-56EE-FA1C-4C17CE5F33B0}"/>
              </a:ext>
            </a:extLst>
          </p:cNvPr>
          <p:cNvCxnSpPr>
            <a:cxnSpLocks/>
          </p:cNvCxnSpPr>
          <p:nvPr/>
        </p:nvCxnSpPr>
        <p:spPr>
          <a:xfrm>
            <a:off x="5407865" y="52725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Rectángulo: esquinas redondeadas 625">
            <a:extLst>
              <a:ext uri="{FF2B5EF4-FFF2-40B4-BE49-F238E27FC236}">
                <a16:creationId xmlns:a16="http://schemas.microsoft.com/office/drawing/2014/main" id="{43679A9C-D981-BF39-4CE7-ED04CC5D5410}"/>
              </a:ext>
            </a:extLst>
          </p:cNvPr>
          <p:cNvSpPr/>
          <p:nvPr/>
        </p:nvSpPr>
        <p:spPr>
          <a:xfrm>
            <a:off x="5098312" y="5280433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7" name="Rectángulo 626">
            <a:extLst>
              <a:ext uri="{FF2B5EF4-FFF2-40B4-BE49-F238E27FC236}">
                <a16:creationId xmlns:a16="http://schemas.microsoft.com/office/drawing/2014/main" id="{99E825AD-2F18-DF03-B452-80F4CBCBE137}"/>
              </a:ext>
            </a:extLst>
          </p:cNvPr>
          <p:cNvSpPr/>
          <p:nvPr/>
        </p:nvSpPr>
        <p:spPr>
          <a:xfrm>
            <a:off x="5098266" y="533255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8" name="Rectángulo: esquinas redondeadas 627">
            <a:extLst>
              <a:ext uri="{FF2B5EF4-FFF2-40B4-BE49-F238E27FC236}">
                <a16:creationId xmlns:a16="http://schemas.microsoft.com/office/drawing/2014/main" id="{AB93AE66-49CB-9508-3F5D-C194F3BD1CD9}"/>
              </a:ext>
            </a:extLst>
          </p:cNvPr>
          <p:cNvSpPr/>
          <p:nvPr/>
        </p:nvSpPr>
        <p:spPr>
          <a:xfrm>
            <a:off x="5131604" y="5287712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9" name="Elipse 628">
            <a:extLst>
              <a:ext uri="{FF2B5EF4-FFF2-40B4-BE49-F238E27FC236}">
                <a16:creationId xmlns:a16="http://schemas.microsoft.com/office/drawing/2014/main" id="{7E855D30-B4F1-F051-3F32-741F9A012F38}"/>
              </a:ext>
            </a:extLst>
          </p:cNvPr>
          <p:cNvSpPr/>
          <p:nvPr/>
        </p:nvSpPr>
        <p:spPr>
          <a:xfrm>
            <a:off x="5079272" y="510249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0" name="Elipse 629">
            <a:extLst>
              <a:ext uri="{FF2B5EF4-FFF2-40B4-BE49-F238E27FC236}">
                <a16:creationId xmlns:a16="http://schemas.microsoft.com/office/drawing/2014/main" id="{5BD591F7-B3B1-E11E-3588-EC4938EEE624}"/>
              </a:ext>
            </a:extLst>
          </p:cNvPr>
          <p:cNvSpPr/>
          <p:nvPr/>
        </p:nvSpPr>
        <p:spPr>
          <a:xfrm rot="872776">
            <a:off x="5146066" y="5080963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1" name="Conector recto 630">
            <a:extLst>
              <a:ext uri="{FF2B5EF4-FFF2-40B4-BE49-F238E27FC236}">
                <a16:creationId xmlns:a16="http://schemas.microsoft.com/office/drawing/2014/main" id="{5CB284CC-D252-D937-9F8A-ADAA0181A71D}"/>
              </a:ext>
            </a:extLst>
          </p:cNvPr>
          <p:cNvCxnSpPr>
            <a:cxnSpLocks/>
          </p:cNvCxnSpPr>
          <p:nvPr/>
        </p:nvCxnSpPr>
        <p:spPr>
          <a:xfrm>
            <a:off x="5134034" y="51875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onector recto 631">
            <a:extLst>
              <a:ext uri="{FF2B5EF4-FFF2-40B4-BE49-F238E27FC236}">
                <a16:creationId xmlns:a16="http://schemas.microsoft.com/office/drawing/2014/main" id="{1421F621-EACC-40B4-FC32-820A5421F06E}"/>
              </a:ext>
            </a:extLst>
          </p:cNvPr>
          <p:cNvCxnSpPr>
            <a:cxnSpLocks/>
          </p:cNvCxnSpPr>
          <p:nvPr/>
        </p:nvCxnSpPr>
        <p:spPr>
          <a:xfrm flipV="1">
            <a:off x="5183272" y="51875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Elipse 632">
            <a:extLst>
              <a:ext uri="{FF2B5EF4-FFF2-40B4-BE49-F238E27FC236}">
                <a16:creationId xmlns:a16="http://schemas.microsoft.com/office/drawing/2014/main" id="{40CFC293-91A2-D800-D3C5-7E994B506107}"/>
              </a:ext>
            </a:extLst>
          </p:cNvPr>
          <p:cNvSpPr/>
          <p:nvPr/>
        </p:nvSpPr>
        <p:spPr>
          <a:xfrm rot="19333876">
            <a:off x="5065607" y="5094224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4" name="Conector recto 633">
            <a:extLst>
              <a:ext uri="{FF2B5EF4-FFF2-40B4-BE49-F238E27FC236}">
                <a16:creationId xmlns:a16="http://schemas.microsoft.com/office/drawing/2014/main" id="{4CCC30A2-0811-4154-E093-1A91E19DC3AF}"/>
              </a:ext>
            </a:extLst>
          </p:cNvPr>
          <p:cNvCxnSpPr>
            <a:cxnSpLocks/>
          </p:cNvCxnSpPr>
          <p:nvPr/>
        </p:nvCxnSpPr>
        <p:spPr>
          <a:xfrm>
            <a:off x="5153681" y="52725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ángulo: esquinas redondeadas 634">
            <a:extLst>
              <a:ext uri="{FF2B5EF4-FFF2-40B4-BE49-F238E27FC236}">
                <a16:creationId xmlns:a16="http://schemas.microsoft.com/office/drawing/2014/main" id="{5B4C9618-A13D-8E91-C5E4-3DA540F1B859}"/>
              </a:ext>
            </a:extLst>
          </p:cNvPr>
          <p:cNvSpPr/>
          <p:nvPr/>
        </p:nvSpPr>
        <p:spPr>
          <a:xfrm>
            <a:off x="4845899" y="5284250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6" name="Rectángulo 635">
            <a:extLst>
              <a:ext uri="{FF2B5EF4-FFF2-40B4-BE49-F238E27FC236}">
                <a16:creationId xmlns:a16="http://schemas.microsoft.com/office/drawing/2014/main" id="{EC2C55CA-D636-A27E-67F2-D94BD71362F6}"/>
              </a:ext>
            </a:extLst>
          </p:cNvPr>
          <p:cNvSpPr/>
          <p:nvPr/>
        </p:nvSpPr>
        <p:spPr>
          <a:xfrm>
            <a:off x="4845853" y="5336373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7" name="Rectángulo: esquinas redondeadas 636">
            <a:extLst>
              <a:ext uri="{FF2B5EF4-FFF2-40B4-BE49-F238E27FC236}">
                <a16:creationId xmlns:a16="http://schemas.microsoft.com/office/drawing/2014/main" id="{A69918B5-AF01-E44D-A981-187D528D5E22}"/>
              </a:ext>
            </a:extLst>
          </p:cNvPr>
          <p:cNvSpPr/>
          <p:nvPr/>
        </p:nvSpPr>
        <p:spPr>
          <a:xfrm>
            <a:off x="4879191" y="5291529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8" name="Elipse 637">
            <a:extLst>
              <a:ext uri="{FF2B5EF4-FFF2-40B4-BE49-F238E27FC236}">
                <a16:creationId xmlns:a16="http://schemas.microsoft.com/office/drawing/2014/main" id="{C9FD3175-4920-BA3C-3054-029EEA8320B0}"/>
              </a:ext>
            </a:extLst>
          </p:cNvPr>
          <p:cNvSpPr/>
          <p:nvPr/>
        </p:nvSpPr>
        <p:spPr>
          <a:xfrm>
            <a:off x="4826859" y="5106313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9" name="Elipse 638">
            <a:extLst>
              <a:ext uri="{FF2B5EF4-FFF2-40B4-BE49-F238E27FC236}">
                <a16:creationId xmlns:a16="http://schemas.microsoft.com/office/drawing/2014/main" id="{66D9D9BF-F42C-DC92-ECC3-E6A11ED677DC}"/>
              </a:ext>
            </a:extLst>
          </p:cNvPr>
          <p:cNvSpPr/>
          <p:nvPr/>
        </p:nvSpPr>
        <p:spPr>
          <a:xfrm rot="872776">
            <a:off x="4893653" y="5084780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B2B67A1B-2ACE-260E-2C0A-F32EA93B0144}"/>
              </a:ext>
            </a:extLst>
          </p:cNvPr>
          <p:cNvCxnSpPr>
            <a:cxnSpLocks/>
          </p:cNvCxnSpPr>
          <p:nvPr/>
        </p:nvCxnSpPr>
        <p:spPr>
          <a:xfrm>
            <a:off x="4881621" y="519138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BC1507D4-E40F-951B-2178-80ADFD914369}"/>
              </a:ext>
            </a:extLst>
          </p:cNvPr>
          <p:cNvCxnSpPr>
            <a:cxnSpLocks/>
          </p:cNvCxnSpPr>
          <p:nvPr/>
        </p:nvCxnSpPr>
        <p:spPr>
          <a:xfrm flipV="1">
            <a:off x="4930859" y="519138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Elipse 194">
            <a:extLst>
              <a:ext uri="{FF2B5EF4-FFF2-40B4-BE49-F238E27FC236}">
                <a16:creationId xmlns:a16="http://schemas.microsoft.com/office/drawing/2014/main" id="{0982ED05-A460-A5C4-8E4E-687C1122C42E}"/>
              </a:ext>
            </a:extLst>
          </p:cNvPr>
          <p:cNvSpPr/>
          <p:nvPr/>
        </p:nvSpPr>
        <p:spPr>
          <a:xfrm rot="19333876">
            <a:off x="4813194" y="5098041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B37DFC44-F68F-0F18-429E-3B5CEACA8FBB}"/>
              </a:ext>
            </a:extLst>
          </p:cNvPr>
          <p:cNvCxnSpPr>
            <a:cxnSpLocks/>
          </p:cNvCxnSpPr>
          <p:nvPr/>
        </p:nvCxnSpPr>
        <p:spPr>
          <a:xfrm>
            <a:off x="4901268" y="527631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ángulo: esquinas redondeadas 196">
            <a:extLst>
              <a:ext uri="{FF2B5EF4-FFF2-40B4-BE49-F238E27FC236}">
                <a16:creationId xmlns:a16="http://schemas.microsoft.com/office/drawing/2014/main" id="{64D917B0-3DDB-3E6E-9785-ED5FAE90E273}"/>
              </a:ext>
            </a:extLst>
          </p:cNvPr>
          <p:cNvSpPr/>
          <p:nvPr/>
        </p:nvSpPr>
        <p:spPr>
          <a:xfrm>
            <a:off x="5811883" y="527315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1441BD4-A336-4FEE-7D0A-48299F41FE05}"/>
              </a:ext>
            </a:extLst>
          </p:cNvPr>
          <p:cNvSpPr/>
          <p:nvPr/>
        </p:nvSpPr>
        <p:spPr>
          <a:xfrm>
            <a:off x="5811837" y="532527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9EADBC52-317D-867D-F52D-0F6E272D3C44}"/>
              </a:ext>
            </a:extLst>
          </p:cNvPr>
          <p:cNvSpPr/>
          <p:nvPr/>
        </p:nvSpPr>
        <p:spPr>
          <a:xfrm>
            <a:off x="5845175" y="528043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D1EB69D3-E047-9479-FD4C-9A96399FD9F7}"/>
              </a:ext>
            </a:extLst>
          </p:cNvPr>
          <p:cNvSpPr/>
          <p:nvPr/>
        </p:nvSpPr>
        <p:spPr>
          <a:xfrm>
            <a:off x="5792843" y="509521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117A74C-1431-3B30-FCC3-2BA0BB106C4B}"/>
              </a:ext>
            </a:extLst>
          </p:cNvPr>
          <p:cNvCxnSpPr>
            <a:cxnSpLocks/>
          </p:cNvCxnSpPr>
          <p:nvPr/>
        </p:nvCxnSpPr>
        <p:spPr>
          <a:xfrm>
            <a:off x="5847605" y="518029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EBA0A724-DFE6-A812-A731-50725E2C551C}"/>
              </a:ext>
            </a:extLst>
          </p:cNvPr>
          <p:cNvCxnSpPr>
            <a:cxnSpLocks/>
          </p:cNvCxnSpPr>
          <p:nvPr/>
        </p:nvCxnSpPr>
        <p:spPr>
          <a:xfrm flipV="1">
            <a:off x="5896843" y="518029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A1A2BCCD-3E93-7D64-CA47-541CD2EF9E38}"/>
              </a:ext>
            </a:extLst>
          </p:cNvPr>
          <p:cNvCxnSpPr>
            <a:cxnSpLocks/>
          </p:cNvCxnSpPr>
          <p:nvPr/>
        </p:nvCxnSpPr>
        <p:spPr>
          <a:xfrm>
            <a:off x="5867252" y="526522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ángulo: esquinas redondeadas 203">
            <a:extLst>
              <a:ext uri="{FF2B5EF4-FFF2-40B4-BE49-F238E27FC236}">
                <a16:creationId xmlns:a16="http://schemas.microsoft.com/office/drawing/2014/main" id="{4950DC26-9941-2D93-1089-67CAFFE5A0C7}"/>
              </a:ext>
            </a:extLst>
          </p:cNvPr>
          <p:cNvSpPr/>
          <p:nvPr/>
        </p:nvSpPr>
        <p:spPr>
          <a:xfrm>
            <a:off x="8948783" y="5280433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E788B219-756E-14D6-E6EF-CB93A7D9D425}"/>
              </a:ext>
            </a:extLst>
          </p:cNvPr>
          <p:cNvSpPr/>
          <p:nvPr/>
        </p:nvSpPr>
        <p:spPr>
          <a:xfrm>
            <a:off x="8948737" y="5332556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3" name="Rectángulo: esquinas redondeadas 212">
            <a:extLst>
              <a:ext uri="{FF2B5EF4-FFF2-40B4-BE49-F238E27FC236}">
                <a16:creationId xmlns:a16="http://schemas.microsoft.com/office/drawing/2014/main" id="{9F80A75E-6D17-04B1-4376-7152A52C5031}"/>
              </a:ext>
            </a:extLst>
          </p:cNvPr>
          <p:cNvSpPr/>
          <p:nvPr/>
        </p:nvSpPr>
        <p:spPr>
          <a:xfrm>
            <a:off x="8982075" y="5287712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5A15DAF8-71FF-02B8-35ED-3C32B0DED05F}"/>
              </a:ext>
            </a:extLst>
          </p:cNvPr>
          <p:cNvSpPr/>
          <p:nvPr/>
        </p:nvSpPr>
        <p:spPr>
          <a:xfrm>
            <a:off x="8929743" y="5102496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7745CAE0-B7CE-9644-A593-05E1F1E19F4B}"/>
              </a:ext>
            </a:extLst>
          </p:cNvPr>
          <p:cNvCxnSpPr>
            <a:cxnSpLocks/>
          </p:cNvCxnSpPr>
          <p:nvPr/>
        </p:nvCxnSpPr>
        <p:spPr>
          <a:xfrm>
            <a:off x="8984505" y="51875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BEC71BA1-E914-FE6E-9996-0DAB1D9C3D25}"/>
              </a:ext>
            </a:extLst>
          </p:cNvPr>
          <p:cNvCxnSpPr>
            <a:cxnSpLocks/>
          </p:cNvCxnSpPr>
          <p:nvPr/>
        </p:nvCxnSpPr>
        <p:spPr>
          <a:xfrm flipV="1">
            <a:off x="9033743" y="51875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>
            <a:extLst>
              <a:ext uri="{FF2B5EF4-FFF2-40B4-BE49-F238E27FC236}">
                <a16:creationId xmlns:a16="http://schemas.microsoft.com/office/drawing/2014/main" id="{580626E3-DBB4-A6B6-7D22-853BEA79EFB2}"/>
              </a:ext>
            </a:extLst>
          </p:cNvPr>
          <p:cNvCxnSpPr>
            <a:cxnSpLocks/>
          </p:cNvCxnSpPr>
          <p:nvPr/>
        </p:nvCxnSpPr>
        <p:spPr>
          <a:xfrm>
            <a:off x="9004152" y="52725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ángulo: esquinas redondeadas 224">
            <a:extLst>
              <a:ext uri="{FF2B5EF4-FFF2-40B4-BE49-F238E27FC236}">
                <a16:creationId xmlns:a16="http://schemas.microsoft.com/office/drawing/2014/main" id="{B2820622-508A-54DE-9A31-A8B757D80E9D}"/>
              </a:ext>
            </a:extLst>
          </p:cNvPr>
          <p:cNvSpPr/>
          <p:nvPr/>
        </p:nvSpPr>
        <p:spPr>
          <a:xfrm>
            <a:off x="11333208" y="5280433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6" name="Rectángulo 225">
            <a:extLst>
              <a:ext uri="{FF2B5EF4-FFF2-40B4-BE49-F238E27FC236}">
                <a16:creationId xmlns:a16="http://schemas.microsoft.com/office/drawing/2014/main" id="{8C8B1317-50F1-8E17-14B6-D6FEE83EED10}"/>
              </a:ext>
            </a:extLst>
          </p:cNvPr>
          <p:cNvSpPr/>
          <p:nvPr/>
        </p:nvSpPr>
        <p:spPr>
          <a:xfrm>
            <a:off x="11333162" y="5332556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7" name="Rectángulo: esquinas redondeadas 226">
            <a:extLst>
              <a:ext uri="{FF2B5EF4-FFF2-40B4-BE49-F238E27FC236}">
                <a16:creationId xmlns:a16="http://schemas.microsoft.com/office/drawing/2014/main" id="{FB4B5C13-6699-2C5E-ADE6-22098113FC10}"/>
              </a:ext>
            </a:extLst>
          </p:cNvPr>
          <p:cNvSpPr/>
          <p:nvPr/>
        </p:nvSpPr>
        <p:spPr>
          <a:xfrm>
            <a:off x="11366500" y="5287712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3A7F1566-F47A-BCC9-9A13-F57F48F0B16B}"/>
              </a:ext>
            </a:extLst>
          </p:cNvPr>
          <p:cNvSpPr/>
          <p:nvPr/>
        </p:nvSpPr>
        <p:spPr>
          <a:xfrm>
            <a:off x="11314168" y="5102496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30884403-DFE7-B808-E2E0-62C5939B2CB3}"/>
              </a:ext>
            </a:extLst>
          </p:cNvPr>
          <p:cNvCxnSpPr>
            <a:cxnSpLocks/>
          </p:cNvCxnSpPr>
          <p:nvPr/>
        </p:nvCxnSpPr>
        <p:spPr>
          <a:xfrm>
            <a:off x="11368930" y="51875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7B2C7A0A-0F98-8377-C6E6-630687513BCB}"/>
              </a:ext>
            </a:extLst>
          </p:cNvPr>
          <p:cNvCxnSpPr>
            <a:cxnSpLocks/>
          </p:cNvCxnSpPr>
          <p:nvPr/>
        </p:nvCxnSpPr>
        <p:spPr>
          <a:xfrm flipV="1">
            <a:off x="11418168" y="51875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B8D4C4F6-65CC-F4F7-6998-D118F9611BFF}"/>
              </a:ext>
            </a:extLst>
          </p:cNvPr>
          <p:cNvCxnSpPr>
            <a:cxnSpLocks/>
          </p:cNvCxnSpPr>
          <p:nvPr/>
        </p:nvCxnSpPr>
        <p:spPr>
          <a:xfrm>
            <a:off x="11388577" y="52725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ángulo: esquinas redondeadas 231">
            <a:extLst>
              <a:ext uri="{FF2B5EF4-FFF2-40B4-BE49-F238E27FC236}">
                <a16:creationId xmlns:a16="http://schemas.microsoft.com/office/drawing/2014/main" id="{60B8F522-D5B9-49E3-B54E-9B122C7647EF}"/>
              </a:ext>
            </a:extLst>
          </p:cNvPr>
          <p:cNvSpPr/>
          <p:nvPr/>
        </p:nvSpPr>
        <p:spPr>
          <a:xfrm>
            <a:off x="6576730" y="527974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3" name="Rectángulo 232">
            <a:extLst>
              <a:ext uri="{FF2B5EF4-FFF2-40B4-BE49-F238E27FC236}">
                <a16:creationId xmlns:a16="http://schemas.microsoft.com/office/drawing/2014/main" id="{7F60B637-4F91-3DE1-2B4B-E89F3CA13086}"/>
              </a:ext>
            </a:extLst>
          </p:cNvPr>
          <p:cNvSpPr/>
          <p:nvPr/>
        </p:nvSpPr>
        <p:spPr>
          <a:xfrm>
            <a:off x="6576684" y="533186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07E8A2E6-A89D-8669-B1F2-78A026144ADC}"/>
              </a:ext>
            </a:extLst>
          </p:cNvPr>
          <p:cNvSpPr/>
          <p:nvPr/>
        </p:nvSpPr>
        <p:spPr>
          <a:xfrm>
            <a:off x="6610022" y="528702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1" name="Rectángulo: esquinas redondeadas 240">
            <a:extLst>
              <a:ext uri="{FF2B5EF4-FFF2-40B4-BE49-F238E27FC236}">
                <a16:creationId xmlns:a16="http://schemas.microsoft.com/office/drawing/2014/main" id="{8257E182-0176-43DC-8AFF-273548E12C40}"/>
              </a:ext>
            </a:extLst>
          </p:cNvPr>
          <p:cNvSpPr/>
          <p:nvPr/>
        </p:nvSpPr>
        <p:spPr>
          <a:xfrm>
            <a:off x="7719971" y="527974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2" name="Rectángulo 241">
            <a:extLst>
              <a:ext uri="{FF2B5EF4-FFF2-40B4-BE49-F238E27FC236}">
                <a16:creationId xmlns:a16="http://schemas.microsoft.com/office/drawing/2014/main" id="{3BF2F716-25F9-578D-6DAF-E93484BCF30B}"/>
              </a:ext>
            </a:extLst>
          </p:cNvPr>
          <p:cNvSpPr/>
          <p:nvPr/>
        </p:nvSpPr>
        <p:spPr>
          <a:xfrm>
            <a:off x="7719925" y="533186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3" name="Rectángulo: esquinas redondeadas 242">
            <a:extLst>
              <a:ext uri="{FF2B5EF4-FFF2-40B4-BE49-F238E27FC236}">
                <a16:creationId xmlns:a16="http://schemas.microsoft.com/office/drawing/2014/main" id="{44060A5B-7FA7-05FD-9160-6756135909A5}"/>
              </a:ext>
            </a:extLst>
          </p:cNvPr>
          <p:cNvSpPr/>
          <p:nvPr/>
        </p:nvSpPr>
        <p:spPr>
          <a:xfrm>
            <a:off x="7753263" y="528702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F04AEACF-B328-5DDD-4C0F-A0FE6E8287F8}"/>
              </a:ext>
            </a:extLst>
          </p:cNvPr>
          <p:cNvSpPr/>
          <p:nvPr/>
        </p:nvSpPr>
        <p:spPr>
          <a:xfrm>
            <a:off x="7700931" y="510180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50A6EA4E-E262-1BB8-DAB3-7BE11819AE3B}"/>
              </a:ext>
            </a:extLst>
          </p:cNvPr>
          <p:cNvSpPr/>
          <p:nvPr/>
        </p:nvSpPr>
        <p:spPr>
          <a:xfrm rot="872776">
            <a:off x="7767725" y="508027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7A6CF353-DF2B-38F2-EB29-FC088BA4CAC9}"/>
              </a:ext>
            </a:extLst>
          </p:cNvPr>
          <p:cNvCxnSpPr>
            <a:cxnSpLocks/>
          </p:cNvCxnSpPr>
          <p:nvPr/>
        </p:nvCxnSpPr>
        <p:spPr>
          <a:xfrm>
            <a:off x="7755693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89202892-186B-03ED-8959-B108B77F1189}"/>
              </a:ext>
            </a:extLst>
          </p:cNvPr>
          <p:cNvCxnSpPr>
            <a:cxnSpLocks/>
          </p:cNvCxnSpPr>
          <p:nvPr/>
        </p:nvCxnSpPr>
        <p:spPr>
          <a:xfrm flipV="1">
            <a:off x="7804931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Elipse 247">
            <a:extLst>
              <a:ext uri="{FF2B5EF4-FFF2-40B4-BE49-F238E27FC236}">
                <a16:creationId xmlns:a16="http://schemas.microsoft.com/office/drawing/2014/main" id="{65E86785-2727-77F5-092E-5D8E50954FEF}"/>
              </a:ext>
            </a:extLst>
          </p:cNvPr>
          <p:cNvSpPr/>
          <p:nvPr/>
        </p:nvSpPr>
        <p:spPr>
          <a:xfrm rot="19333876">
            <a:off x="7687266" y="509353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27B5B839-5CD8-79E4-6E91-D38F2BF6EF19}"/>
              </a:ext>
            </a:extLst>
          </p:cNvPr>
          <p:cNvCxnSpPr>
            <a:cxnSpLocks/>
          </p:cNvCxnSpPr>
          <p:nvPr/>
        </p:nvCxnSpPr>
        <p:spPr>
          <a:xfrm>
            <a:off x="7775340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CDD2A567-CBBF-1588-118B-B767CBB9CA6F}"/>
              </a:ext>
            </a:extLst>
          </p:cNvPr>
          <p:cNvSpPr/>
          <p:nvPr/>
        </p:nvSpPr>
        <p:spPr>
          <a:xfrm>
            <a:off x="8000958" y="529270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1" name="Rectángulo 250">
            <a:extLst>
              <a:ext uri="{FF2B5EF4-FFF2-40B4-BE49-F238E27FC236}">
                <a16:creationId xmlns:a16="http://schemas.microsoft.com/office/drawing/2014/main" id="{00355393-0B1C-85A0-6AD0-1A9602A11BB0}"/>
              </a:ext>
            </a:extLst>
          </p:cNvPr>
          <p:cNvSpPr/>
          <p:nvPr/>
        </p:nvSpPr>
        <p:spPr>
          <a:xfrm>
            <a:off x="8000912" y="5344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2" name="Rectángulo: esquinas redondeadas 251">
            <a:extLst>
              <a:ext uri="{FF2B5EF4-FFF2-40B4-BE49-F238E27FC236}">
                <a16:creationId xmlns:a16="http://schemas.microsoft.com/office/drawing/2014/main" id="{7705E4C7-636E-2D40-3EB3-748451F81638}"/>
              </a:ext>
            </a:extLst>
          </p:cNvPr>
          <p:cNvSpPr/>
          <p:nvPr/>
        </p:nvSpPr>
        <p:spPr>
          <a:xfrm>
            <a:off x="8034250" y="529998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3" name="Elipse 252">
            <a:extLst>
              <a:ext uri="{FF2B5EF4-FFF2-40B4-BE49-F238E27FC236}">
                <a16:creationId xmlns:a16="http://schemas.microsoft.com/office/drawing/2014/main" id="{D6C2182D-7A6F-27FC-907F-D6CC8BB28646}"/>
              </a:ext>
            </a:extLst>
          </p:cNvPr>
          <p:cNvSpPr/>
          <p:nvPr/>
        </p:nvSpPr>
        <p:spPr>
          <a:xfrm>
            <a:off x="7981918" y="5114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4" name="Elipse 253">
            <a:extLst>
              <a:ext uri="{FF2B5EF4-FFF2-40B4-BE49-F238E27FC236}">
                <a16:creationId xmlns:a16="http://schemas.microsoft.com/office/drawing/2014/main" id="{B34B593F-9407-2E1E-F51E-4E4E877C6A10}"/>
              </a:ext>
            </a:extLst>
          </p:cNvPr>
          <p:cNvSpPr/>
          <p:nvPr/>
        </p:nvSpPr>
        <p:spPr>
          <a:xfrm rot="872776">
            <a:off x="8048712" y="509323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5" name="Conector recto 254">
            <a:extLst>
              <a:ext uri="{FF2B5EF4-FFF2-40B4-BE49-F238E27FC236}">
                <a16:creationId xmlns:a16="http://schemas.microsoft.com/office/drawing/2014/main" id="{09746DF5-76AE-0FD6-6641-8C30B3F4F8F7}"/>
              </a:ext>
            </a:extLst>
          </p:cNvPr>
          <p:cNvCxnSpPr>
            <a:cxnSpLocks/>
          </p:cNvCxnSpPr>
          <p:nvPr/>
        </p:nvCxnSpPr>
        <p:spPr>
          <a:xfrm>
            <a:off x="8036680" y="5199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6810BA32-B814-4F90-A014-446B3DFBD45D}"/>
              </a:ext>
            </a:extLst>
          </p:cNvPr>
          <p:cNvCxnSpPr>
            <a:cxnSpLocks/>
          </p:cNvCxnSpPr>
          <p:nvPr/>
        </p:nvCxnSpPr>
        <p:spPr>
          <a:xfrm flipV="1">
            <a:off x="8085918" y="5199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Elipse 256">
            <a:extLst>
              <a:ext uri="{FF2B5EF4-FFF2-40B4-BE49-F238E27FC236}">
                <a16:creationId xmlns:a16="http://schemas.microsoft.com/office/drawing/2014/main" id="{DF46BBBE-BB99-8B3E-4CDF-176B400E712E}"/>
              </a:ext>
            </a:extLst>
          </p:cNvPr>
          <p:cNvSpPr/>
          <p:nvPr/>
        </p:nvSpPr>
        <p:spPr>
          <a:xfrm rot="19333876">
            <a:off x="7968253" y="510649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8" name="Conector recto 257">
            <a:extLst>
              <a:ext uri="{FF2B5EF4-FFF2-40B4-BE49-F238E27FC236}">
                <a16:creationId xmlns:a16="http://schemas.microsoft.com/office/drawing/2014/main" id="{EADC7D68-4DEA-D1DC-5FDC-96DBA762FE8D}"/>
              </a:ext>
            </a:extLst>
          </p:cNvPr>
          <p:cNvCxnSpPr>
            <a:cxnSpLocks/>
          </p:cNvCxnSpPr>
          <p:nvPr/>
        </p:nvCxnSpPr>
        <p:spPr>
          <a:xfrm>
            <a:off x="8056327" y="5284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ángulo: esquinas redondeadas 258">
            <a:extLst>
              <a:ext uri="{FF2B5EF4-FFF2-40B4-BE49-F238E27FC236}">
                <a16:creationId xmlns:a16="http://schemas.microsoft.com/office/drawing/2014/main" id="{0CBAF26D-FDB3-13D8-1041-0C8C72F2DE6C}"/>
              </a:ext>
            </a:extLst>
          </p:cNvPr>
          <p:cNvSpPr/>
          <p:nvPr/>
        </p:nvSpPr>
        <p:spPr>
          <a:xfrm>
            <a:off x="3173043" y="5293392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78C1AC57-93AA-72D7-7E5C-7D985276FF55}"/>
              </a:ext>
            </a:extLst>
          </p:cNvPr>
          <p:cNvSpPr/>
          <p:nvPr/>
        </p:nvSpPr>
        <p:spPr>
          <a:xfrm>
            <a:off x="3172997" y="5345515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1" name="Rectángulo: esquinas redondeadas 260">
            <a:extLst>
              <a:ext uri="{FF2B5EF4-FFF2-40B4-BE49-F238E27FC236}">
                <a16:creationId xmlns:a16="http://schemas.microsoft.com/office/drawing/2014/main" id="{3CBE514E-E9FF-DB61-A2AD-1F32B37EF2FA}"/>
              </a:ext>
            </a:extLst>
          </p:cNvPr>
          <p:cNvSpPr/>
          <p:nvPr/>
        </p:nvSpPr>
        <p:spPr>
          <a:xfrm>
            <a:off x="3206335" y="5300671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5B2A0F3B-6296-17DF-14CD-964448B6554F}"/>
              </a:ext>
            </a:extLst>
          </p:cNvPr>
          <p:cNvSpPr/>
          <p:nvPr/>
        </p:nvSpPr>
        <p:spPr>
          <a:xfrm>
            <a:off x="3154003" y="5115455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3" name="Elipse 262">
            <a:extLst>
              <a:ext uri="{FF2B5EF4-FFF2-40B4-BE49-F238E27FC236}">
                <a16:creationId xmlns:a16="http://schemas.microsoft.com/office/drawing/2014/main" id="{7527ABC5-0C3C-9A30-AD5F-6E7DA7D317AF}"/>
              </a:ext>
            </a:extLst>
          </p:cNvPr>
          <p:cNvSpPr/>
          <p:nvPr/>
        </p:nvSpPr>
        <p:spPr>
          <a:xfrm rot="872776">
            <a:off x="3220797" y="5093922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DF2CD3-A714-7024-7212-7A24962D715F}"/>
              </a:ext>
            </a:extLst>
          </p:cNvPr>
          <p:cNvCxnSpPr>
            <a:cxnSpLocks/>
          </p:cNvCxnSpPr>
          <p:nvPr/>
        </p:nvCxnSpPr>
        <p:spPr>
          <a:xfrm>
            <a:off x="3208765" y="520053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7B622CD8-F294-DFBD-104C-B111FCDEB716}"/>
              </a:ext>
            </a:extLst>
          </p:cNvPr>
          <p:cNvCxnSpPr>
            <a:cxnSpLocks/>
          </p:cNvCxnSpPr>
          <p:nvPr/>
        </p:nvCxnSpPr>
        <p:spPr>
          <a:xfrm flipV="1">
            <a:off x="3258003" y="520053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Elipse 301">
            <a:extLst>
              <a:ext uri="{FF2B5EF4-FFF2-40B4-BE49-F238E27FC236}">
                <a16:creationId xmlns:a16="http://schemas.microsoft.com/office/drawing/2014/main" id="{30CF0EE5-442A-E4FA-2AC1-5A1CFF7B42B6}"/>
              </a:ext>
            </a:extLst>
          </p:cNvPr>
          <p:cNvSpPr/>
          <p:nvPr/>
        </p:nvSpPr>
        <p:spPr>
          <a:xfrm rot="19333876">
            <a:off x="3140338" y="5107183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3" name="Conector recto 302">
            <a:extLst>
              <a:ext uri="{FF2B5EF4-FFF2-40B4-BE49-F238E27FC236}">
                <a16:creationId xmlns:a16="http://schemas.microsoft.com/office/drawing/2014/main" id="{7842A8CB-2D9A-FC98-A025-E9A261BA4771}"/>
              </a:ext>
            </a:extLst>
          </p:cNvPr>
          <p:cNvCxnSpPr>
            <a:cxnSpLocks/>
          </p:cNvCxnSpPr>
          <p:nvPr/>
        </p:nvCxnSpPr>
        <p:spPr>
          <a:xfrm>
            <a:off x="3228412" y="528546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tángulo: esquinas redondeadas 303">
            <a:extLst>
              <a:ext uri="{FF2B5EF4-FFF2-40B4-BE49-F238E27FC236}">
                <a16:creationId xmlns:a16="http://schemas.microsoft.com/office/drawing/2014/main" id="{42BC3137-AB23-D88C-FC3C-1F2AAB84756C}"/>
              </a:ext>
            </a:extLst>
          </p:cNvPr>
          <p:cNvSpPr/>
          <p:nvPr/>
        </p:nvSpPr>
        <p:spPr>
          <a:xfrm>
            <a:off x="2611054" y="5293392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113094A-FBAD-6496-C4C1-7DC65545A05E}"/>
              </a:ext>
            </a:extLst>
          </p:cNvPr>
          <p:cNvSpPr/>
          <p:nvPr/>
        </p:nvSpPr>
        <p:spPr>
          <a:xfrm>
            <a:off x="2611008" y="5345515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6" name="Rectángulo: esquinas redondeadas 305">
            <a:extLst>
              <a:ext uri="{FF2B5EF4-FFF2-40B4-BE49-F238E27FC236}">
                <a16:creationId xmlns:a16="http://schemas.microsoft.com/office/drawing/2014/main" id="{98C61DA6-8150-5D06-DC54-02668F665AB3}"/>
              </a:ext>
            </a:extLst>
          </p:cNvPr>
          <p:cNvSpPr/>
          <p:nvPr/>
        </p:nvSpPr>
        <p:spPr>
          <a:xfrm>
            <a:off x="2644346" y="5300671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7" name="Elipse 306">
            <a:extLst>
              <a:ext uri="{FF2B5EF4-FFF2-40B4-BE49-F238E27FC236}">
                <a16:creationId xmlns:a16="http://schemas.microsoft.com/office/drawing/2014/main" id="{F4F40CB7-CD43-CE42-C4A9-F94B9D0FC94F}"/>
              </a:ext>
            </a:extLst>
          </p:cNvPr>
          <p:cNvSpPr/>
          <p:nvPr/>
        </p:nvSpPr>
        <p:spPr>
          <a:xfrm>
            <a:off x="2592014" y="5115455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8" name="Elipse 307">
            <a:extLst>
              <a:ext uri="{FF2B5EF4-FFF2-40B4-BE49-F238E27FC236}">
                <a16:creationId xmlns:a16="http://schemas.microsoft.com/office/drawing/2014/main" id="{AC401EAE-EDA9-3BFA-D448-593A58E153C2}"/>
              </a:ext>
            </a:extLst>
          </p:cNvPr>
          <p:cNvSpPr/>
          <p:nvPr/>
        </p:nvSpPr>
        <p:spPr>
          <a:xfrm rot="872776">
            <a:off x="2658808" y="509392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9" name="Conector recto 308">
            <a:extLst>
              <a:ext uri="{FF2B5EF4-FFF2-40B4-BE49-F238E27FC236}">
                <a16:creationId xmlns:a16="http://schemas.microsoft.com/office/drawing/2014/main" id="{43A25920-16CD-E7A4-D4BB-9C9F1C3A0AB3}"/>
              </a:ext>
            </a:extLst>
          </p:cNvPr>
          <p:cNvCxnSpPr>
            <a:cxnSpLocks/>
          </p:cNvCxnSpPr>
          <p:nvPr/>
        </p:nvCxnSpPr>
        <p:spPr>
          <a:xfrm>
            <a:off x="2646776" y="520053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ector recto 309">
            <a:extLst>
              <a:ext uri="{FF2B5EF4-FFF2-40B4-BE49-F238E27FC236}">
                <a16:creationId xmlns:a16="http://schemas.microsoft.com/office/drawing/2014/main" id="{A6C1CAF8-B138-66C2-E783-31E16D412B9B}"/>
              </a:ext>
            </a:extLst>
          </p:cNvPr>
          <p:cNvCxnSpPr>
            <a:cxnSpLocks/>
          </p:cNvCxnSpPr>
          <p:nvPr/>
        </p:nvCxnSpPr>
        <p:spPr>
          <a:xfrm flipV="1">
            <a:off x="2696014" y="520053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Elipse 310">
            <a:extLst>
              <a:ext uri="{FF2B5EF4-FFF2-40B4-BE49-F238E27FC236}">
                <a16:creationId xmlns:a16="http://schemas.microsoft.com/office/drawing/2014/main" id="{EFDE359A-9AF0-A4D2-9104-D670BC6A6AE1}"/>
              </a:ext>
            </a:extLst>
          </p:cNvPr>
          <p:cNvSpPr/>
          <p:nvPr/>
        </p:nvSpPr>
        <p:spPr>
          <a:xfrm rot="19333876">
            <a:off x="2578349" y="510718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2A8076EB-E50F-7DBB-26C9-D87BF9E4FC27}"/>
              </a:ext>
            </a:extLst>
          </p:cNvPr>
          <p:cNvCxnSpPr>
            <a:cxnSpLocks/>
          </p:cNvCxnSpPr>
          <p:nvPr/>
        </p:nvCxnSpPr>
        <p:spPr>
          <a:xfrm>
            <a:off x="2666423" y="528546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ángulo: esquinas redondeadas 312">
            <a:extLst>
              <a:ext uri="{FF2B5EF4-FFF2-40B4-BE49-F238E27FC236}">
                <a16:creationId xmlns:a16="http://schemas.microsoft.com/office/drawing/2014/main" id="{AA9D89CD-124F-3689-1DE8-9AFB500C1B4C}"/>
              </a:ext>
            </a:extLst>
          </p:cNvPr>
          <p:cNvSpPr/>
          <p:nvPr/>
        </p:nvSpPr>
        <p:spPr>
          <a:xfrm>
            <a:off x="2350941" y="5286113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4" name="Rectángulo 313">
            <a:extLst>
              <a:ext uri="{FF2B5EF4-FFF2-40B4-BE49-F238E27FC236}">
                <a16:creationId xmlns:a16="http://schemas.microsoft.com/office/drawing/2014/main" id="{727E8012-8333-FE29-A9C7-E919BDCD728B}"/>
              </a:ext>
            </a:extLst>
          </p:cNvPr>
          <p:cNvSpPr/>
          <p:nvPr/>
        </p:nvSpPr>
        <p:spPr>
          <a:xfrm>
            <a:off x="2350895" y="533823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5" name="Rectángulo: esquinas redondeadas 314">
            <a:extLst>
              <a:ext uri="{FF2B5EF4-FFF2-40B4-BE49-F238E27FC236}">
                <a16:creationId xmlns:a16="http://schemas.microsoft.com/office/drawing/2014/main" id="{7BB9CE3A-3DE1-ADF6-1A30-83180E319AEC}"/>
              </a:ext>
            </a:extLst>
          </p:cNvPr>
          <p:cNvSpPr/>
          <p:nvPr/>
        </p:nvSpPr>
        <p:spPr>
          <a:xfrm>
            <a:off x="2384233" y="5293392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6" name="Elipse 315">
            <a:extLst>
              <a:ext uri="{FF2B5EF4-FFF2-40B4-BE49-F238E27FC236}">
                <a16:creationId xmlns:a16="http://schemas.microsoft.com/office/drawing/2014/main" id="{661DE669-A75C-589B-203A-AB3A1F3633A7}"/>
              </a:ext>
            </a:extLst>
          </p:cNvPr>
          <p:cNvSpPr/>
          <p:nvPr/>
        </p:nvSpPr>
        <p:spPr>
          <a:xfrm>
            <a:off x="2331901" y="510817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7" name="Elipse 316">
            <a:extLst>
              <a:ext uri="{FF2B5EF4-FFF2-40B4-BE49-F238E27FC236}">
                <a16:creationId xmlns:a16="http://schemas.microsoft.com/office/drawing/2014/main" id="{EB5391DD-7013-5859-782F-99494820E209}"/>
              </a:ext>
            </a:extLst>
          </p:cNvPr>
          <p:cNvSpPr/>
          <p:nvPr/>
        </p:nvSpPr>
        <p:spPr>
          <a:xfrm rot="872776">
            <a:off x="2398695" y="5086643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8" name="Conector recto 317">
            <a:extLst>
              <a:ext uri="{FF2B5EF4-FFF2-40B4-BE49-F238E27FC236}">
                <a16:creationId xmlns:a16="http://schemas.microsoft.com/office/drawing/2014/main" id="{7665BCFB-E375-E007-F3B4-AA9648AF15EE}"/>
              </a:ext>
            </a:extLst>
          </p:cNvPr>
          <p:cNvCxnSpPr>
            <a:cxnSpLocks/>
          </p:cNvCxnSpPr>
          <p:nvPr/>
        </p:nvCxnSpPr>
        <p:spPr>
          <a:xfrm>
            <a:off x="2386663" y="519325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cto 318">
            <a:extLst>
              <a:ext uri="{FF2B5EF4-FFF2-40B4-BE49-F238E27FC236}">
                <a16:creationId xmlns:a16="http://schemas.microsoft.com/office/drawing/2014/main" id="{0328CCEA-456A-489E-2E10-DB0D381550CA}"/>
              </a:ext>
            </a:extLst>
          </p:cNvPr>
          <p:cNvCxnSpPr>
            <a:cxnSpLocks/>
          </p:cNvCxnSpPr>
          <p:nvPr/>
        </p:nvCxnSpPr>
        <p:spPr>
          <a:xfrm flipV="1">
            <a:off x="2435901" y="519325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Elipse 319">
            <a:extLst>
              <a:ext uri="{FF2B5EF4-FFF2-40B4-BE49-F238E27FC236}">
                <a16:creationId xmlns:a16="http://schemas.microsoft.com/office/drawing/2014/main" id="{4F134437-E57F-216F-8B61-2CEBD3F18A37}"/>
              </a:ext>
            </a:extLst>
          </p:cNvPr>
          <p:cNvSpPr/>
          <p:nvPr/>
        </p:nvSpPr>
        <p:spPr>
          <a:xfrm rot="19333876">
            <a:off x="2318236" y="5099904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2" name="Conector recto 321">
            <a:extLst>
              <a:ext uri="{FF2B5EF4-FFF2-40B4-BE49-F238E27FC236}">
                <a16:creationId xmlns:a16="http://schemas.microsoft.com/office/drawing/2014/main" id="{3244019A-F1E9-66B8-FF30-B98331CD9AD0}"/>
              </a:ext>
            </a:extLst>
          </p:cNvPr>
          <p:cNvCxnSpPr>
            <a:cxnSpLocks/>
          </p:cNvCxnSpPr>
          <p:nvPr/>
        </p:nvCxnSpPr>
        <p:spPr>
          <a:xfrm>
            <a:off x="2406310" y="527818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Rectángulo: esquinas redondeadas 322">
            <a:extLst>
              <a:ext uri="{FF2B5EF4-FFF2-40B4-BE49-F238E27FC236}">
                <a16:creationId xmlns:a16="http://schemas.microsoft.com/office/drawing/2014/main" id="{92D6DEF4-0176-9F82-45CC-AAB91288D86C}"/>
              </a:ext>
            </a:extLst>
          </p:cNvPr>
          <p:cNvSpPr/>
          <p:nvPr/>
        </p:nvSpPr>
        <p:spPr>
          <a:xfrm>
            <a:off x="1505091" y="528130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4" name="Rectángulo 323">
            <a:extLst>
              <a:ext uri="{FF2B5EF4-FFF2-40B4-BE49-F238E27FC236}">
                <a16:creationId xmlns:a16="http://schemas.microsoft.com/office/drawing/2014/main" id="{17FFB74D-1BF8-1552-E980-C6C040FFD1F0}"/>
              </a:ext>
            </a:extLst>
          </p:cNvPr>
          <p:cNvSpPr/>
          <p:nvPr/>
        </p:nvSpPr>
        <p:spPr>
          <a:xfrm>
            <a:off x="1505045" y="533342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5" name="Rectángulo: esquinas redondeadas 324">
            <a:extLst>
              <a:ext uri="{FF2B5EF4-FFF2-40B4-BE49-F238E27FC236}">
                <a16:creationId xmlns:a16="http://schemas.microsoft.com/office/drawing/2014/main" id="{E8BB9FB6-6C92-AC6A-69A8-1B625F9FED42}"/>
              </a:ext>
            </a:extLst>
          </p:cNvPr>
          <p:cNvSpPr/>
          <p:nvPr/>
        </p:nvSpPr>
        <p:spPr>
          <a:xfrm>
            <a:off x="1538383" y="528858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6" name="Elipse 325">
            <a:extLst>
              <a:ext uri="{FF2B5EF4-FFF2-40B4-BE49-F238E27FC236}">
                <a16:creationId xmlns:a16="http://schemas.microsoft.com/office/drawing/2014/main" id="{A458822A-2CC5-8A96-C9F9-A5DBAEB6472A}"/>
              </a:ext>
            </a:extLst>
          </p:cNvPr>
          <p:cNvSpPr/>
          <p:nvPr/>
        </p:nvSpPr>
        <p:spPr>
          <a:xfrm>
            <a:off x="1486051" y="510336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2DC178F7-9EC0-11D3-7A06-DD4E6B76044D}"/>
              </a:ext>
            </a:extLst>
          </p:cNvPr>
          <p:cNvSpPr/>
          <p:nvPr/>
        </p:nvSpPr>
        <p:spPr>
          <a:xfrm rot="872776">
            <a:off x="1552845" y="508183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E863EB3C-47FF-6986-A754-64689CA7CACD}"/>
              </a:ext>
            </a:extLst>
          </p:cNvPr>
          <p:cNvCxnSpPr>
            <a:cxnSpLocks/>
          </p:cNvCxnSpPr>
          <p:nvPr/>
        </p:nvCxnSpPr>
        <p:spPr>
          <a:xfrm>
            <a:off x="1540813" y="518844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3EEC9E10-50C7-6518-1D35-6D9B532A1119}"/>
              </a:ext>
            </a:extLst>
          </p:cNvPr>
          <p:cNvCxnSpPr>
            <a:cxnSpLocks/>
          </p:cNvCxnSpPr>
          <p:nvPr/>
        </p:nvCxnSpPr>
        <p:spPr>
          <a:xfrm flipV="1">
            <a:off x="1590051" y="518844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Elipse 329">
            <a:extLst>
              <a:ext uri="{FF2B5EF4-FFF2-40B4-BE49-F238E27FC236}">
                <a16:creationId xmlns:a16="http://schemas.microsoft.com/office/drawing/2014/main" id="{66AF89D2-7098-2390-16CB-144A65C5B5A9}"/>
              </a:ext>
            </a:extLst>
          </p:cNvPr>
          <p:cNvSpPr/>
          <p:nvPr/>
        </p:nvSpPr>
        <p:spPr>
          <a:xfrm rot="19333876">
            <a:off x="1472386" y="509509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5DF4835D-9648-2F12-220D-C96BA6FD12DE}"/>
              </a:ext>
            </a:extLst>
          </p:cNvPr>
          <p:cNvCxnSpPr>
            <a:cxnSpLocks/>
          </p:cNvCxnSpPr>
          <p:nvPr/>
        </p:nvCxnSpPr>
        <p:spPr>
          <a:xfrm>
            <a:off x="1560460" y="527337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ángulo: esquinas redondeadas 331">
            <a:extLst>
              <a:ext uri="{FF2B5EF4-FFF2-40B4-BE49-F238E27FC236}">
                <a16:creationId xmlns:a16="http://schemas.microsoft.com/office/drawing/2014/main" id="{464B0513-6F9B-5BD2-3339-B67953922100}"/>
              </a:ext>
            </a:extLst>
          </p:cNvPr>
          <p:cNvSpPr/>
          <p:nvPr/>
        </p:nvSpPr>
        <p:spPr>
          <a:xfrm>
            <a:off x="789951" y="5293392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3E9E349D-30B8-0C01-B0F6-C03A0BCBC6F2}"/>
              </a:ext>
            </a:extLst>
          </p:cNvPr>
          <p:cNvSpPr/>
          <p:nvPr/>
        </p:nvSpPr>
        <p:spPr>
          <a:xfrm>
            <a:off x="789905" y="5345515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4" name="Rectángulo: esquinas redondeadas 333">
            <a:extLst>
              <a:ext uri="{FF2B5EF4-FFF2-40B4-BE49-F238E27FC236}">
                <a16:creationId xmlns:a16="http://schemas.microsoft.com/office/drawing/2014/main" id="{C7BCE73E-F0B7-0202-832D-E02671F745A9}"/>
              </a:ext>
            </a:extLst>
          </p:cNvPr>
          <p:cNvSpPr/>
          <p:nvPr/>
        </p:nvSpPr>
        <p:spPr>
          <a:xfrm>
            <a:off x="823243" y="5300671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5" name="Elipse 334">
            <a:extLst>
              <a:ext uri="{FF2B5EF4-FFF2-40B4-BE49-F238E27FC236}">
                <a16:creationId xmlns:a16="http://schemas.microsoft.com/office/drawing/2014/main" id="{1949DD9E-490E-0615-46B2-FF9B63D3595E}"/>
              </a:ext>
            </a:extLst>
          </p:cNvPr>
          <p:cNvSpPr/>
          <p:nvPr/>
        </p:nvSpPr>
        <p:spPr>
          <a:xfrm>
            <a:off x="770911" y="5115455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6" name="Elipse 335">
            <a:extLst>
              <a:ext uri="{FF2B5EF4-FFF2-40B4-BE49-F238E27FC236}">
                <a16:creationId xmlns:a16="http://schemas.microsoft.com/office/drawing/2014/main" id="{24632E42-A76F-1F47-7E36-1325C0A81D5A}"/>
              </a:ext>
            </a:extLst>
          </p:cNvPr>
          <p:cNvSpPr/>
          <p:nvPr/>
        </p:nvSpPr>
        <p:spPr>
          <a:xfrm rot="872776">
            <a:off x="837705" y="509392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1D3BB4F-18E8-7241-B2F7-A6B674D9AFB7}"/>
              </a:ext>
            </a:extLst>
          </p:cNvPr>
          <p:cNvCxnSpPr>
            <a:cxnSpLocks/>
          </p:cNvCxnSpPr>
          <p:nvPr/>
        </p:nvCxnSpPr>
        <p:spPr>
          <a:xfrm>
            <a:off x="825673" y="520053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6A8007E5-E53E-719A-1AC4-180A71E228A4}"/>
              </a:ext>
            </a:extLst>
          </p:cNvPr>
          <p:cNvCxnSpPr>
            <a:cxnSpLocks/>
          </p:cNvCxnSpPr>
          <p:nvPr/>
        </p:nvCxnSpPr>
        <p:spPr>
          <a:xfrm flipV="1">
            <a:off x="874911" y="520053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Elipse 338">
            <a:extLst>
              <a:ext uri="{FF2B5EF4-FFF2-40B4-BE49-F238E27FC236}">
                <a16:creationId xmlns:a16="http://schemas.microsoft.com/office/drawing/2014/main" id="{67B6A088-150C-675B-26B2-1E1D3A3FCD27}"/>
              </a:ext>
            </a:extLst>
          </p:cNvPr>
          <p:cNvSpPr/>
          <p:nvPr/>
        </p:nvSpPr>
        <p:spPr>
          <a:xfrm rot="19333876">
            <a:off x="757246" y="510718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C44289B0-E8F4-2417-0B7E-E5E8C9A45D5B}"/>
              </a:ext>
            </a:extLst>
          </p:cNvPr>
          <p:cNvCxnSpPr>
            <a:cxnSpLocks/>
          </p:cNvCxnSpPr>
          <p:nvPr/>
        </p:nvCxnSpPr>
        <p:spPr>
          <a:xfrm>
            <a:off x="845320" y="528546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Rectángulo: esquinas redondeadas 340">
            <a:extLst>
              <a:ext uri="{FF2B5EF4-FFF2-40B4-BE49-F238E27FC236}">
                <a16:creationId xmlns:a16="http://schemas.microsoft.com/office/drawing/2014/main" id="{3A28D072-454C-979A-9DFB-446E4F70599F}"/>
              </a:ext>
            </a:extLst>
          </p:cNvPr>
          <p:cNvSpPr/>
          <p:nvPr/>
        </p:nvSpPr>
        <p:spPr>
          <a:xfrm>
            <a:off x="362043" y="527974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2" name="Rectángulo 341">
            <a:extLst>
              <a:ext uri="{FF2B5EF4-FFF2-40B4-BE49-F238E27FC236}">
                <a16:creationId xmlns:a16="http://schemas.microsoft.com/office/drawing/2014/main" id="{CC30C143-2C52-CD5C-B950-D7A0B641381A}"/>
              </a:ext>
            </a:extLst>
          </p:cNvPr>
          <p:cNvSpPr/>
          <p:nvPr/>
        </p:nvSpPr>
        <p:spPr>
          <a:xfrm>
            <a:off x="361997" y="533186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3" name="Rectángulo: esquinas redondeadas 342">
            <a:extLst>
              <a:ext uri="{FF2B5EF4-FFF2-40B4-BE49-F238E27FC236}">
                <a16:creationId xmlns:a16="http://schemas.microsoft.com/office/drawing/2014/main" id="{25CE6516-9CF2-9304-8B8D-8903CC5ADA1B}"/>
              </a:ext>
            </a:extLst>
          </p:cNvPr>
          <p:cNvSpPr/>
          <p:nvPr/>
        </p:nvSpPr>
        <p:spPr>
          <a:xfrm>
            <a:off x="395335" y="528702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4" name="Elipse 343">
            <a:extLst>
              <a:ext uri="{FF2B5EF4-FFF2-40B4-BE49-F238E27FC236}">
                <a16:creationId xmlns:a16="http://schemas.microsoft.com/office/drawing/2014/main" id="{9CE61C70-6FD2-0E3A-C5D8-6BA111368C20}"/>
              </a:ext>
            </a:extLst>
          </p:cNvPr>
          <p:cNvSpPr/>
          <p:nvPr/>
        </p:nvSpPr>
        <p:spPr>
          <a:xfrm>
            <a:off x="343003" y="510180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5" name="Elipse 344">
            <a:extLst>
              <a:ext uri="{FF2B5EF4-FFF2-40B4-BE49-F238E27FC236}">
                <a16:creationId xmlns:a16="http://schemas.microsoft.com/office/drawing/2014/main" id="{B5F04D13-553D-AD55-455B-B6E3CA9CE641}"/>
              </a:ext>
            </a:extLst>
          </p:cNvPr>
          <p:cNvSpPr/>
          <p:nvPr/>
        </p:nvSpPr>
        <p:spPr>
          <a:xfrm rot="872776">
            <a:off x="409797" y="508027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668FED6-D2E5-F49A-40AC-2FA68035B398}"/>
              </a:ext>
            </a:extLst>
          </p:cNvPr>
          <p:cNvCxnSpPr>
            <a:cxnSpLocks/>
          </p:cNvCxnSpPr>
          <p:nvPr/>
        </p:nvCxnSpPr>
        <p:spPr>
          <a:xfrm>
            <a:off x="397765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8C845133-98FB-DC19-A111-7866E53FD732}"/>
              </a:ext>
            </a:extLst>
          </p:cNvPr>
          <p:cNvCxnSpPr>
            <a:cxnSpLocks/>
          </p:cNvCxnSpPr>
          <p:nvPr/>
        </p:nvCxnSpPr>
        <p:spPr>
          <a:xfrm flipV="1">
            <a:off x="447003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Elipse 347">
            <a:extLst>
              <a:ext uri="{FF2B5EF4-FFF2-40B4-BE49-F238E27FC236}">
                <a16:creationId xmlns:a16="http://schemas.microsoft.com/office/drawing/2014/main" id="{726CEEEA-812E-6289-9266-729B8827B3AA}"/>
              </a:ext>
            </a:extLst>
          </p:cNvPr>
          <p:cNvSpPr/>
          <p:nvPr/>
        </p:nvSpPr>
        <p:spPr>
          <a:xfrm rot="19333876">
            <a:off x="329338" y="509353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E2C8DA46-9211-453B-B296-327B7322059A}"/>
              </a:ext>
            </a:extLst>
          </p:cNvPr>
          <p:cNvCxnSpPr>
            <a:cxnSpLocks/>
          </p:cNvCxnSpPr>
          <p:nvPr/>
        </p:nvCxnSpPr>
        <p:spPr>
          <a:xfrm>
            <a:off x="417412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ángulo: esquinas redondeadas 349">
            <a:extLst>
              <a:ext uri="{FF2B5EF4-FFF2-40B4-BE49-F238E27FC236}">
                <a16:creationId xmlns:a16="http://schemas.microsoft.com/office/drawing/2014/main" id="{5C4118F2-F8BD-9F1B-542D-DC6B32A30695}"/>
              </a:ext>
            </a:extLst>
          </p:cNvPr>
          <p:cNvSpPr/>
          <p:nvPr/>
        </p:nvSpPr>
        <p:spPr>
          <a:xfrm>
            <a:off x="1748658" y="527974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1" name="Rectángulo 350">
            <a:extLst>
              <a:ext uri="{FF2B5EF4-FFF2-40B4-BE49-F238E27FC236}">
                <a16:creationId xmlns:a16="http://schemas.microsoft.com/office/drawing/2014/main" id="{30223917-2203-DF63-EBCE-7A94D0780852}"/>
              </a:ext>
            </a:extLst>
          </p:cNvPr>
          <p:cNvSpPr/>
          <p:nvPr/>
        </p:nvSpPr>
        <p:spPr>
          <a:xfrm>
            <a:off x="1748612" y="533186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2" name="Rectángulo: esquinas redondeadas 351">
            <a:extLst>
              <a:ext uri="{FF2B5EF4-FFF2-40B4-BE49-F238E27FC236}">
                <a16:creationId xmlns:a16="http://schemas.microsoft.com/office/drawing/2014/main" id="{9B6ED5CC-0347-4039-1B04-34BD54DFC7A5}"/>
              </a:ext>
            </a:extLst>
          </p:cNvPr>
          <p:cNvSpPr/>
          <p:nvPr/>
        </p:nvSpPr>
        <p:spPr>
          <a:xfrm>
            <a:off x="1781950" y="528702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3CDC268E-BEEE-29AF-8F21-7A8AD7AF6366}"/>
              </a:ext>
            </a:extLst>
          </p:cNvPr>
          <p:cNvSpPr/>
          <p:nvPr/>
        </p:nvSpPr>
        <p:spPr>
          <a:xfrm>
            <a:off x="1729618" y="510180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54" name="Conector recto 353">
            <a:extLst>
              <a:ext uri="{FF2B5EF4-FFF2-40B4-BE49-F238E27FC236}">
                <a16:creationId xmlns:a16="http://schemas.microsoft.com/office/drawing/2014/main" id="{439DC251-21AC-F76D-3AD7-30A027AEFD26}"/>
              </a:ext>
            </a:extLst>
          </p:cNvPr>
          <p:cNvCxnSpPr>
            <a:cxnSpLocks/>
          </p:cNvCxnSpPr>
          <p:nvPr/>
        </p:nvCxnSpPr>
        <p:spPr>
          <a:xfrm>
            <a:off x="1784380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63067FD3-553A-793C-4988-83E20CC059C2}"/>
              </a:ext>
            </a:extLst>
          </p:cNvPr>
          <p:cNvCxnSpPr>
            <a:cxnSpLocks/>
          </p:cNvCxnSpPr>
          <p:nvPr/>
        </p:nvCxnSpPr>
        <p:spPr>
          <a:xfrm flipV="1">
            <a:off x="1833618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865A6FE5-F027-8B22-213E-8ACAA0BEB97A}"/>
              </a:ext>
            </a:extLst>
          </p:cNvPr>
          <p:cNvCxnSpPr>
            <a:cxnSpLocks/>
          </p:cNvCxnSpPr>
          <p:nvPr/>
        </p:nvCxnSpPr>
        <p:spPr>
          <a:xfrm>
            <a:off x="1804027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Rectángulo: esquinas redondeadas 356">
            <a:extLst>
              <a:ext uri="{FF2B5EF4-FFF2-40B4-BE49-F238E27FC236}">
                <a16:creationId xmlns:a16="http://schemas.microsoft.com/office/drawing/2014/main" id="{97852469-4BB0-19B1-2CFE-084833442D89}"/>
              </a:ext>
            </a:extLst>
          </p:cNvPr>
          <p:cNvSpPr/>
          <p:nvPr/>
        </p:nvSpPr>
        <p:spPr>
          <a:xfrm>
            <a:off x="2029827" y="5293392"/>
            <a:ext cx="165953" cy="163517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8" name="Rectángulo 357">
            <a:extLst>
              <a:ext uri="{FF2B5EF4-FFF2-40B4-BE49-F238E27FC236}">
                <a16:creationId xmlns:a16="http://schemas.microsoft.com/office/drawing/2014/main" id="{9D33CDB7-8C02-F30E-CD54-0B500771A69E}"/>
              </a:ext>
            </a:extLst>
          </p:cNvPr>
          <p:cNvSpPr/>
          <p:nvPr/>
        </p:nvSpPr>
        <p:spPr>
          <a:xfrm>
            <a:off x="2029781" y="5345515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9" name="Rectángulo: esquinas redondeadas 358">
            <a:extLst>
              <a:ext uri="{FF2B5EF4-FFF2-40B4-BE49-F238E27FC236}">
                <a16:creationId xmlns:a16="http://schemas.microsoft.com/office/drawing/2014/main" id="{844F0A9B-3873-65E9-0E08-4DB5762904BC}"/>
              </a:ext>
            </a:extLst>
          </p:cNvPr>
          <p:cNvSpPr/>
          <p:nvPr/>
        </p:nvSpPr>
        <p:spPr>
          <a:xfrm>
            <a:off x="2063119" y="5300671"/>
            <a:ext cx="104775" cy="165600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0" name="Elipse 359">
            <a:extLst>
              <a:ext uri="{FF2B5EF4-FFF2-40B4-BE49-F238E27FC236}">
                <a16:creationId xmlns:a16="http://schemas.microsoft.com/office/drawing/2014/main" id="{8BCD52FF-6E68-B23C-DCB8-1BD32F079A4E}"/>
              </a:ext>
            </a:extLst>
          </p:cNvPr>
          <p:cNvSpPr/>
          <p:nvPr/>
        </p:nvSpPr>
        <p:spPr>
          <a:xfrm>
            <a:off x="2010787" y="5115455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4D15011-7AB3-8C14-6803-1F9F86359237}"/>
              </a:ext>
            </a:extLst>
          </p:cNvPr>
          <p:cNvCxnSpPr>
            <a:cxnSpLocks/>
          </p:cNvCxnSpPr>
          <p:nvPr/>
        </p:nvCxnSpPr>
        <p:spPr>
          <a:xfrm>
            <a:off x="2065549" y="520053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361">
            <a:extLst>
              <a:ext uri="{FF2B5EF4-FFF2-40B4-BE49-F238E27FC236}">
                <a16:creationId xmlns:a16="http://schemas.microsoft.com/office/drawing/2014/main" id="{5A7BA930-F828-B7C8-5B75-3D5B0C9DE1F4}"/>
              </a:ext>
            </a:extLst>
          </p:cNvPr>
          <p:cNvCxnSpPr>
            <a:cxnSpLocks/>
          </p:cNvCxnSpPr>
          <p:nvPr/>
        </p:nvCxnSpPr>
        <p:spPr>
          <a:xfrm flipV="1">
            <a:off x="2114787" y="520053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4B031355-A5EF-34EF-D46E-717343DB469C}"/>
              </a:ext>
            </a:extLst>
          </p:cNvPr>
          <p:cNvCxnSpPr>
            <a:cxnSpLocks/>
          </p:cNvCxnSpPr>
          <p:nvPr/>
        </p:nvCxnSpPr>
        <p:spPr>
          <a:xfrm>
            <a:off x="2085196" y="528546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ángulo: esquinas redondeadas 363">
            <a:extLst>
              <a:ext uri="{FF2B5EF4-FFF2-40B4-BE49-F238E27FC236}">
                <a16:creationId xmlns:a16="http://schemas.microsoft.com/office/drawing/2014/main" id="{45F7D1D1-D472-DB74-EB35-D5DBB776202D}"/>
              </a:ext>
            </a:extLst>
          </p:cNvPr>
          <p:cNvSpPr/>
          <p:nvPr/>
        </p:nvSpPr>
        <p:spPr>
          <a:xfrm>
            <a:off x="6828169" y="5286113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EDAA1261-2456-133F-BB52-07024AF5A1D2}"/>
              </a:ext>
            </a:extLst>
          </p:cNvPr>
          <p:cNvSpPr/>
          <p:nvPr/>
        </p:nvSpPr>
        <p:spPr>
          <a:xfrm>
            <a:off x="6828123" y="5338236"/>
            <a:ext cx="166688" cy="121444"/>
          </a:xfrm>
          <a:prstGeom prst="rect">
            <a:avLst/>
          </a:prstGeom>
          <a:solidFill>
            <a:srgbClr val="91744A"/>
          </a:solidFill>
          <a:ln>
            <a:solidFill>
              <a:srgbClr val="91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6" name="Rectángulo: esquinas redondeadas 365">
            <a:extLst>
              <a:ext uri="{FF2B5EF4-FFF2-40B4-BE49-F238E27FC236}">
                <a16:creationId xmlns:a16="http://schemas.microsoft.com/office/drawing/2014/main" id="{8EF71C8C-C673-104E-9B13-CCC232133295}"/>
              </a:ext>
            </a:extLst>
          </p:cNvPr>
          <p:cNvSpPr/>
          <p:nvPr/>
        </p:nvSpPr>
        <p:spPr>
          <a:xfrm>
            <a:off x="6861461" y="5293392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3" name="Rectángulo: esquinas redondeadas 372">
            <a:extLst>
              <a:ext uri="{FF2B5EF4-FFF2-40B4-BE49-F238E27FC236}">
                <a16:creationId xmlns:a16="http://schemas.microsoft.com/office/drawing/2014/main" id="{5ADEF521-D4C2-1EB0-D06E-93771AE62B94}"/>
              </a:ext>
            </a:extLst>
          </p:cNvPr>
          <p:cNvSpPr/>
          <p:nvPr/>
        </p:nvSpPr>
        <p:spPr>
          <a:xfrm>
            <a:off x="7106343" y="5292704"/>
            <a:ext cx="165953" cy="163517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4" name="Rectángulo 373">
            <a:extLst>
              <a:ext uri="{FF2B5EF4-FFF2-40B4-BE49-F238E27FC236}">
                <a16:creationId xmlns:a16="http://schemas.microsoft.com/office/drawing/2014/main" id="{B4B19BC6-C570-37D6-07E4-24E8D8E4C96B}"/>
              </a:ext>
            </a:extLst>
          </p:cNvPr>
          <p:cNvSpPr/>
          <p:nvPr/>
        </p:nvSpPr>
        <p:spPr>
          <a:xfrm>
            <a:off x="7106297" y="5344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5" name="Rectángulo: esquinas redondeadas 374">
            <a:extLst>
              <a:ext uri="{FF2B5EF4-FFF2-40B4-BE49-F238E27FC236}">
                <a16:creationId xmlns:a16="http://schemas.microsoft.com/office/drawing/2014/main" id="{E16542A9-5608-1A49-3515-071C82425284}"/>
              </a:ext>
            </a:extLst>
          </p:cNvPr>
          <p:cNvSpPr/>
          <p:nvPr/>
        </p:nvSpPr>
        <p:spPr>
          <a:xfrm>
            <a:off x="7139635" y="5299983"/>
            <a:ext cx="104775" cy="165600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Rectángulo 381">
            <a:extLst>
              <a:ext uri="{FF2B5EF4-FFF2-40B4-BE49-F238E27FC236}">
                <a16:creationId xmlns:a16="http://schemas.microsoft.com/office/drawing/2014/main" id="{554AEC8C-4FE8-243A-9A18-86DB8363AEE7}"/>
              </a:ext>
            </a:extLst>
          </p:cNvPr>
          <p:cNvSpPr/>
          <p:nvPr/>
        </p:nvSpPr>
        <p:spPr>
          <a:xfrm>
            <a:off x="6669422" y="5381000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Rectángulo: esquinas redondeadas 382">
            <a:extLst>
              <a:ext uri="{FF2B5EF4-FFF2-40B4-BE49-F238E27FC236}">
                <a16:creationId xmlns:a16="http://schemas.microsoft.com/office/drawing/2014/main" id="{EA8DD0E9-FF6B-0B19-059B-38FF2D77468C}"/>
              </a:ext>
            </a:extLst>
          </p:cNvPr>
          <p:cNvSpPr/>
          <p:nvPr/>
        </p:nvSpPr>
        <p:spPr>
          <a:xfrm>
            <a:off x="6696181" y="5514452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0" name="Rectángulo 639">
            <a:extLst>
              <a:ext uri="{FF2B5EF4-FFF2-40B4-BE49-F238E27FC236}">
                <a16:creationId xmlns:a16="http://schemas.microsoft.com/office/drawing/2014/main" id="{ADB9A04C-C374-AB68-D3BE-201F93479DB7}"/>
              </a:ext>
            </a:extLst>
          </p:cNvPr>
          <p:cNvSpPr/>
          <p:nvPr/>
        </p:nvSpPr>
        <p:spPr>
          <a:xfrm>
            <a:off x="6696135" y="5566575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1" name="Rectángulo: esquinas redondeadas 640">
            <a:extLst>
              <a:ext uri="{FF2B5EF4-FFF2-40B4-BE49-F238E27FC236}">
                <a16:creationId xmlns:a16="http://schemas.microsoft.com/office/drawing/2014/main" id="{625206C6-6541-2757-F0BC-591925BB8951}"/>
              </a:ext>
            </a:extLst>
          </p:cNvPr>
          <p:cNvSpPr/>
          <p:nvPr/>
        </p:nvSpPr>
        <p:spPr>
          <a:xfrm>
            <a:off x="6729473" y="5521731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2" name="Elipse 641">
            <a:extLst>
              <a:ext uri="{FF2B5EF4-FFF2-40B4-BE49-F238E27FC236}">
                <a16:creationId xmlns:a16="http://schemas.microsoft.com/office/drawing/2014/main" id="{763F9379-EF2B-B30D-AD4C-713CB150C4C1}"/>
              </a:ext>
            </a:extLst>
          </p:cNvPr>
          <p:cNvSpPr/>
          <p:nvPr/>
        </p:nvSpPr>
        <p:spPr>
          <a:xfrm>
            <a:off x="6677141" y="5336515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3" name="Elipse 642">
            <a:extLst>
              <a:ext uri="{FF2B5EF4-FFF2-40B4-BE49-F238E27FC236}">
                <a16:creationId xmlns:a16="http://schemas.microsoft.com/office/drawing/2014/main" id="{A2140C25-0ABA-E3CC-96C0-EB08BAF51C0C}"/>
              </a:ext>
            </a:extLst>
          </p:cNvPr>
          <p:cNvSpPr/>
          <p:nvPr/>
        </p:nvSpPr>
        <p:spPr>
          <a:xfrm rot="872776">
            <a:off x="6743935" y="531498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727A822F-9F4D-EAB6-A86A-C76269D1B4E0}"/>
              </a:ext>
            </a:extLst>
          </p:cNvPr>
          <p:cNvCxnSpPr>
            <a:cxnSpLocks/>
          </p:cNvCxnSpPr>
          <p:nvPr/>
        </p:nvCxnSpPr>
        <p:spPr>
          <a:xfrm>
            <a:off x="6731903" y="542159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onector recto 644">
            <a:extLst>
              <a:ext uri="{FF2B5EF4-FFF2-40B4-BE49-F238E27FC236}">
                <a16:creationId xmlns:a16="http://schemas.microsoft.com/office/drawing/2014/main" id="{DFAD64CD-FFF0-E9CA-BC6B-B36C8B85B53C}"/>
              </a:ext>
            </a:extLst>
          </p:cNvPr>
          <p:cNvCxnSpPr>
            <a:cxnSpLocks/>
          </p:cNvCxnSpPr>
          <p:nvPr/>
        </p:nvCxnSpPr>
        <p:spPr>
          <a:xfrm flipV="1">
            <a:off x="6781141" y="542159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Elipse 645">
            <a:extLst>
              <a:ext uri="{FF2B5EF4-FFF2-40B4-BE49-F238E27FC236}">
                <a16:creationId xmlns:a16="http://schemas.microsoft.com/office/drawing/2014/main" id="{4F9CD0CB-1F37-3641-38E0-3ADB75D36EDD}"/>
              </a:ext>
            </a:extLst>
          </p:cNvPr>
          <p:cNvSpPr/>
          <p:nvPr/>
        </p:nvSpPr>
        <p:spPr>
          <a:xfrm rot="19333876">
            <a:off x="6663476" y="532824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7" name="Conector recto 646">
            <a:extLst>
              <a:ext uri="{FF2B5EF4-FFF2-40B4-BE49-F238E27FC236}">
                <a16:creationId xmlns:a16="http://schemas.microsoft.com/office/drawing/2014/main" id="{92A0EC3A-3B53-8AA2-8352-B28C11115DC3}"/>
              </a:ext>
            </a:extLst>
          </p:cNvPr>
          <p:cNvCxnSpPr>
            <a:cxnSpLocks/>
          </p:cNvCxnSpPr>
          <p:nvPr/>
        </p:nvCxnSpPr>
        <p:spPr>
          <a:xfrm>
            <a:off x="6751550" y="550652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Rectángulo 647">
            <a:extLst>
              <a:ext uri="{FF2B5EF4-FFF2-40B4-BE49-F238E27FC236}">
                <a16:creationId xmlns:a16="http://schemas.microsoft.com/office/drawing/2014/main" id="{DC692A8C-1152-E3FE-1CE3-B767D5DC1088}"/>
              </a:ext>
            </a:extLst>
          </p:cNvPr>
          <p:cNvSpPr/>
          <p:nvPr/>
        </p:nvSpPr>
        <p:spPr>
          <a:xfrm>
            <a:off x="5565767" y="5381892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9" name="Rectángulo: esquinas redondeadas 648">
            <a:extLst>
              <a:ext uri="{FF2B5EF4-FFF2-40B4-BE49-F238E27FC236}">
                <a16:creationId xmlns:a16="http://schemas.microsoft.com/office/drawing/2014/main" id="{3928C41A-0A2B-BCDC-049B-396E54B2243E}"/>
              </a:ext>
            </a:extLst>
          </p:cNvPr>
          <p:cNvSpPr/>
          <p:nvPr/>
        </p:nvSpPr>
        <p:spPr>
          <a:xfrm>
            <a:off x="5592526" y="5515344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0" name="Rectángulo 649">
            <a:extLst>
              <a:ext uri="{FF2B5EF4-FFF2-40B4-BE49-F238E27FC236}">
                <a16:creationId xmlns:a16="http://schemas.microsoft.com/office/drawing/2014/main" id="{BA4C11A7-97B2-EE38-240B-080BE527FEE6}"/>
              </a:ext>
            </a:extLst>
          </p:cNvPr>
          <p:cNvSpPr/>
          <p:nvPr/>
        </p:nvSpPr>
        <p:spPr>
          <a:xfrm>
            <a:off x="5592480" y="5567467"/>
            <a:ext cx="166688" cy="121444"/>
          </a:xfrm>
          <a:prstGeom prst="rect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1" name="Rectángulo: esquinas redondeadas 650">
            <a:extLst>
              <a:ext uri="{FF2B5EF4-FFF2-40B4-BE49-F238E27FC236}">
                <a16:creationId xmlns:a16="http://schemas.microsoft.com/office/drawing/2014/main" id="{C2AACB66-F9A5-EAC8-241C-9F87985AF068}"/>
              </a:ext>
            </a:extLst>
          </p:cNvPr>
          <p:cNvSpPr/>
          <p:nvPr/>
        </p:nvSpPr>
        <p:spPr>
          <a:xfrm>
            <a:off x="5625818" y="5522623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2" name="Elipse 651">
            <a:extLst>
              <a:ext uri="{FF2B5EF4-FFF2-40B4-BE49-F238E27FC236}">
                <a16:creationId xmlns:a16="http://schemas.microsoft.com/office/drawing/2014/main" id="{CD2EEBEA-75F1-035F-A021-A1FC0E1FA6A9}"/>
              </a:ext>
            </a:extLst>
          </p:cNvPr>
          <p:cNvSpPr/>
          <p:nvPr/>
        </p:nvSpPr>
        <p:spPr>
          <a:xfrm>
            <a:off x="5573486" y="5337407"/>
            <a:ext cx="209551" cy="198175"/>
          </a:xfrm>
          <a:prstGeom prst="ellipse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3" name="Elipse 652">
            <a:extLst>
              <a:ext uri="{FF2B5EF4-FFF2-40B4-BE49-F238E27FC236}">
                <a16:creationId xmlns:a16="http://schemas.microsoft.com/office/drawing/2014/main" id="{F18E9B2D-0CEB-8B54-A890-DD08BE99CF5A}"/>
              </a:ext>
            </a:extLst>
          </p:cNvPr>
          <p:cNvSpPr/>
          <p:nvPr/>
        </p:nvSpPr>
        <p:spPr>
          <a:xfrm rot="872776">
            <a:off x="5640280" y="531587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4" name="Conector recto 653">
            <a:extLst>
              <a:ext uri="{FF2B5EF4-FFF2-40B4-BE49-F238E27FC236}">
                <a16:creationId xmlns:a16="http://schemas.microsoft.com/office/drawing/2014/main" id="{80787589-16F6-7856-6DFC-D01D64E391FF}"/>
              </a:ext>
            </a:extLst>
          </p:cNvPr>
          <p:cNvCxnSpPr>
            <a:cxnSpLocks/>
          </p:cNvCxnSpPr>
          <p:nvPr/>
        </p:nvCxnSpPr>
        <p:spPr>
          <a:xfrm>
            <a:off x="5628248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ector recto 654">
            <a:extLst>
              <a:ext uri="{FF2B5EF4-FFF2-40B4-BE49-F238E27FC236}">
                <a16:creationId xmlns:a16="http://schemas.microsoft.com/office/drawing/2014/main" id="{70589DE6-B5B7-F476-8DAB-4CD771B0AC52}"/>
              </a:ext>
            </a:extLst>
          </p:cNvPr>
          <p:cNvCxnSpPr>
            <a:cxnSpLocks/>
          </p:cNvCxnSpPr>
          <p:nvPr/>
        </p:nvCxnSpPr>
        <p:spPr>
          <a:xfrm flipV="1">
            <a:off x="5677486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Elipse 655">
            <a:extLst>
              <a:ext uri="{FF2B5EF4-FFF2-40B4-BE49-F238E27FC236}">
                <a16:creationId xmlns:a16="http://schemas.microsoft.com/office/drawing/2014/main" id="{EE0F1315-70D5-D380-5CC0-B3C5BC12F7C7}"/>
              </a:ext>
            </a:extLst>
          </p:cNvPr>
          <p:cNvSpPr/>
          <p:nvPr/>
        </p:nvSpPr>
        <p:spPr>
          <a:xfrm rot="19333876">
            <a:off x="5559821" y="532913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91A9E885-50BB-43AD-C2D3-C29972545DBF}"/>
              </a:ext>
            </a:extLst>
          </p:cNvPr>
          <p:cNvCxnSpPr>
            <a:cxnSpLocks/>
          </p:cNvCxnSpPr>
          <p:nvPr/>
        </p:nvCxnSpPr>
        <p:spPr>
          <a:xfrm>
            <a:off x="5647895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8" name="Rectángulo 657">
            <a:extLst>
              <a:ext uri="{FF2B5EF4-FFF2-40B4-BE49-F238E27FC236}">
                <a16:creationId xmlns:a16="http://schemas.microsoft.com/office/drawing/2014/main" id="{7D21364F-48C1-122B-57D8-65904F7C6F2B}"/>
              </a:ext>
            </a:extLst>
          </p:cNvPr>
          <p:cNvSpPr/>
          <p:nvPr/>
        </p:nvSpPr>
        <p:spPr>
          <a:xfrm>
            <a:off x="2480240" y="5381892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9" name="Rectángulo: esquinas redondeadas 658">
            <a:extLst>
              <a:ext uri="{FF2B5EF4-FFF2-40B4-BE49-F238E27FC236}">
                <a16:creationId xmlns:a16="http://schemas.microsoft.com/office/drawing/2014/main" id="{7942F000-EF00-2823-E019-F13741C8FC4A}"/>
              </a:ext>
            </a:extLst>
          </p:cNvPr>
          <p:cNvSpPr/>
          <p:nvPr/>
        </p:nvSpPr>
        <p:spPr>
          <a:xfrm>
            <a:off x="2506999" y="5515344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0" name="Rectángulo 659">
            <a:extLst>
              <a:ext uri="{FF2B5EF4-FFF2-40B4-BE49-F238E27FC236}">
                <a16:creationId xmlns:a16="http://schemas.microsoft.com/office/drawing/2014/main" id="{2B880562-CB47-797D-BB27-A8DCDC3AA832}"/>
              </a:ext>
            </a:extLst>
          </p:cNvPr>
          <p:cNvSpPr/>
          <p:nvPr/>
        </p:nvSpPr>
        <p:spPr>
          <a:xfrm>
            <a:off x="2506953" y="556746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1" name="Rectángulo: esquinas redondeadas 660">
            <a:extLst>
              <a:ext uri="{FF2B5EF4-FFF2-40B4-BE49-F238E27FC236}">
                <a16:creationId xmlns:a16="http://schemas.microsoft.com/office/drawing/2014/main" id="{496AB01B-50EC-7FA9-C991-B4C94FF6E5FD}"/>
              </a:ext>
            </a:extLst>
          </p:cNvPr>
          <p:cNvSpPr/>
          <p:nvPr/>
        </p:nvSpPr>
        <p:spPr>
          <a:xfrm>
            <a:off x="2540291" y="5522623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2" name="Elipse 661">
            <a:extLst>
              <a:ext uri="{FF2B5EF4-FFF2-40B4-BE49-F238E27FC236}">
                <a16:creationId xmlns:a16="http://schemas.microsoft.com/office/drawing/2014/main" id="{6078CD29-5BD8-B1A5-1173-00B1FEE0B654}"/>
              </a:ext>
            </a:extLst>
          </p:cNvPr>
          <p:cNvSpPr/>
          <p:nvPr/>
        </p:nvSpPr>
        <p:spPr>
          <a:xfrm>
            <a:off x="2487959" y="533740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3" name="Elipse 662">
            <a:extLst>
              <a:ext uri="{FF2B5EF4-FFF2-40B4-BE49-F238E27FC236}">
                <a16:creationId xmlns:a16="http://schemas.microsoft.com/office/drawing/2014/main" id="{C48479DA-E021-80D5-F404-72AD9CB2429A}"/>
              </a:ext>
            </a:extLst>
          </p:cNvPr>
          <p:cNvSpPr/>
          <p:nvPr/>
        </p:nvSpPr>
        <p:spPr>
          <a:xfrm rot="872776">
            <a:off x="2554753" y="531587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286ABB6C-AD35-1175-CC01-98FCA949EABB}"/>
              </a:ext>
            </a:extLst>
          </p:cNvPr>
          <p:cNvCxnSpPr>
            <a:cxnSpLocks/>
          </p:cNvCxnSpPr>
          <p:nvPr/>
        </p:nvCxnSpPr>
        <p:spPr>
          <a:xfrm>
            <a:off x="2542721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2FEC76B9-4816-53F0-09DC-1FFC3B2E6918}"/>
              </a:ext>
            </a:extLst>
          </p:cNvPr>
          <p:cNvCxnSpPr>
            <a:cxnSpLocks/>
          </p:cNvCxnSpPr>
          <p:nvPr/>
        </p:nvCxnSpPr>
        <p:spPr>
          <a:xfrm flipV="1">
            <a:off x="2591959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6" name="Elipse 665">
            <a:extLst>
              <a:ext uri="{FF2B5EF4-FFF2-40B4-BE49-F238E27FC236}">
                <a16:creationId xmlns:a16="http://schemas.microsoft.com/office/drawing/2014/main" id="{B3607FF8-93FF-0A4F-3519-E30474E33673}"/>
              </a:ext>
            </a:extLst>
          </p:cNvPr>
          <p:cNvSpPr/>
          <p:nvPr/>
        </p:nvSpPr>
        <p:spPr>
          <a:xfrm rot="19333876">
            <a:off x="2474294" y="532913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7" name="Conector recto 666">
            <a:extLst>
              <a:ext uri="{FF2B5EF4-FFF2-40B4-BE49-F238E27FC236}">
                <a16:creationId xmlns:a16="http://schemas.microsoft.com/office/drawing/2014/main" id="{DAA50BC5-2FB8-F00E-1E4B-3FF83F3121AE}"/>
              </a:ext>
            </a:extLst>
          </p:cNvPr>
          <p:cNvCxnSpPr>
            <a:cxnSpLocks/>
          </p:cNvCxnSpPr>
          <p:nvPr/>
        </p:nvCxnSpPr>
        <p:spPr>
          <a:xfrm>
            <a:off x="2562368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Rectángulo 667">
            <a:extLst>
              <a:ext uri="{FF2B5EF4-FFF2-40B4-BE49-F238E27FC236}">
                <a16:creationId xmlns:a16="http://schemas.microsoft.com/office/drawing/2014/main" id="{08A7BE05-BC4E-176E-008E-74DB62407E30}"/>
              </a:ext>
            </a:extLst>
          </p:cNvPr>
          <p:cNvSpPr/>
          <p:nvPr/>
        </p:nvSpPr>
        <p:spPr>
          <a:xfrm>
            <a:off x="9679649" y="5600967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9" name="Rectángulo: esquinas redondeadas 668">
            <a:extLst>
              <a:ext uri="{FF2B5EF4-FFF2-40B4-BE49-F238E27FC236}">
                <a16:creationId xmlns:a16="http://schemas.microsoft.com/office/drawing/2014/main" id="{FE034A4F-14B6-C25A-8912-3A6B4983968A}"/>
              </a:ext>
            </a:extLst>
          </p:cNvPr>
          <p:cNvSpPr/>
          <p:nvPr/>
        </p:nvSpPr>
        <p:spPr>
          <a:xfrm>
            <a:off x="9706408" y="5734419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0" name="Rectángulo 669">
            <a:extLst>
              <a:ext uri="{FF2B5EF4-FFF2-40B4-BE49-F238E27FC236}">
                <a16:creationId xmlns:a16="http://schemas.microsoft.com/office/drawing/2014/main" id="{3DDB3AD3-19B2-7E59-DB72-6ACF621997A3}"/>
              </a:ext>
            </a:extLst>
          </p:cNvPr>
          <p:cNvSpPr/>
          <p:nvPr/>
        </p:nvSpPr>
        <p:spPr>
          <a:xfrm>
            <a:off x="9706362" y="5786542"/>
            <a:ext cx="166688" cy="121444"/>
          </a:xfrm>
          <a:prstGeom prst="rect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1" name="Rectángulo: esquinas redondeadas 670">
            <a:extLst>
              <a:ext uri="{FF2B5EF4-FFF2-40B4-BE49-F238E27FC236}">
                <a16:creationId xmlns:a16="http://schemas.microsoft.com/office/drawing/2014/main" id="{A42571AE-AB64-DD81-AEAC-D02ED1BE374E}"/>
              </a:ext>
            </a:extLst>
          </p:cNvPr>
          <p:cNvSpPr/>
          <p:nvPr/>
        </p:nvSpPr>
        <p:spPr>
          <a:xfrm>
            <a:off x="9739700" y="5741698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2" name="Elipse 671">
            <a:extLst>
              <a:ext uri="{FF2B5EF4-FFF2-40B4-BE49-F238E27FC236}">
                <a16:creationId xmlns:a16="http://schemas.microsoft.com/office/drawing/2014/main" id="{BAA4BEEA-9CA6-1610-C7AB-993853899FAE}"/>
              </a:ext>
            </a:extLst>
          </p:cNvPr>
          <p:cNvSpPr/>
          <p:nvPr/>
        </p:nvSpPr>
        <p:spPr>
          <a:xfrm>
            <a:off x="9687368" y="5556482"/>
            <a:ext cx="209551" cy="198175"/>
          </a:xfrm>
          <a:prstGeom prst="ellipse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3" name="Elipse 672">
            <a:extLst>
              <a:ext uri="{FF2B5EF4-FFF2-40B4-BE49-F238E27FC236}">
                <a16:creationId xmlns:a16="http://schemas.microsoft.com/office/drawing/2014/main" id="{F42EF84C-1F61-EFA3-D57C-10F3B722C6E6}"/>
              </a:ext>
            </a:extLst>
          </p:cNvPr>
          <p:cNvSpPr/>
          <p:nvPr/>
        </p:nvSpPr>
        <p:spPr>
          <a:xfrm rot="872776">
            <a:off x="9754162" y="5534949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4" name="Conector recto 673">
            <a:extLst>
              <a:ext uri="{FF2B5EF4-FFF2-40B4-BE49-F238E27FC236}">
                <a16:creationId xmlns:a16="http://schemas.microsoft.com/office/drawing/2014/main" id="{EAB0173E-F954-94DF-2881-74CBEE438FF4}"/>
              </a:ext>
            </a:extLst>
          </p:cNvPr>
          <p:cNvCxnSpPr>
            <a:cxnSpLocks/>
          </p:cNvCxnSpPr>
          <p:nvPr/>
        </p:nvCxnSpPr>
        <p:spPr>
          <a:xfrm>
            <a:off x="9742130" y="564155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onector recto 674">
            <a:extLst>
              <a:ext uri="{FF2B5EF4-FFF2-40B4-BE49-F238E27FC236}">
                <a16:creationId xmlns:a16="http://schemas.microsoft.com/office/drawing/2014/main" id="{84ED549B-3043-3A9B-BAE5-4DF7AECED90E}"/>
              </a:ext>
            </a:extLst>
          </p:cNvPr>
          <p:cNvCxnSpPr>
            <a:cxnSpLocks/>
          </p:cNvCxnSpPr>
          <p:nvPr/>
        </p:nvCxnSpPr>
        <p:spPr>
          <a:xfrm flipV="1">
            <a:off x="9791368" y="564155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Elipse 675">
            <a:extLst>
              <a:ext uri="{FF2B5EF4-FFF2-40B4-BE49-F238E27FC236}">
                <a16:creationId xmlns:a16="http://schemas.microsoft.com/office/drawing/2014/main" id="{618E7C30-340D-BF46-615C-297BAB4A68DC}"/>
              </a:ext>
            </a:extLst>
          </p:cNvPr>
          <p:cNvSpPr/>
          <p:nvPr/>
        </p:nvSpPr>
        <p:spPr>
          <a:xfrm rot="19333876">
            <a:off x="9673703" y="5548210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7" name="Conector recto 676">
            <a:extLst>
              <a:ext uri="{FF2B5EF4-FFF2-40B4-BE49-F238E27FC236}">
                <a16:creationId xmlns:a16="http://schemas.microsoft.com/office/drawing/2014/main" id="{1E59DCDA-F580-F686-2A3B-1408BCA87028}"/>
              </a:ext>
            </a:extLst>
          </p:cNvPr>
          <p:cNvCxnSpPr>
            <a:cxnSpLocks/>
          </p:cNvCxnSpPr>
          <p:nvPr/>
        </p:nvCxnSpPr>
        <p:spPr>
          <a:xfrm>
            <a:off x="9761777" y="572648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ángulo: esquinas redondeadas 391">
            <a:extLst>
              <a:ext uri="{FF2B5EF4-FFF2-40B4-BE49-F238E27FC236}">
                <a16:creationId xmlns:a16="http://schemas.microsoft.com/office/drawing/2014/main" id="{CD3D62B8-1E98-F2F7-AF08-0866D002BAA5}"/>
              </a:ext>
            </a:extLst>
          </p:cNvPr>
          <p:cNvSpPr/>
          <p:nvPr/>
        </p:nvSpPr>
        <p:spPr>
          <a:xfrm>
            <a:off x="7849726" y="5521977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3F39B22C-B7BA-B610-E12C-E5FD26AD42C8}"/>
              </a:ext>
            </a:extLst>
          </p:cNvPr>
          <p:cNvSpPr/>
          <p:nvPr/>
        </p:nvSpPr>
        <p:spPr>
          <a:xfrm>
            <a:off x="7849680" y="557410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Rectángulo: esquinas redondeadas 393">
            <a:extLst>
              <a:ext uri="{FF2B5EF4-FFF2-40B4-BE49-F238E27FC236}">
                <a16:creationId xmlns:a16="http://schemas.microsoft.com/office/drawing/2014/main" id="{C963870F-D17B-8765-AE55-39A65323A4DF}"/>
              </a:ext>
            </a:extLst>
          </p:cNvPr>
          <p:cNvSpPr/>
          <p:nvPr/>
        </p:nvSpPr>
        <p:spPr>
          <a:xfrm>
            <a:off x="7883018" y="5529256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Elipse 394">
            <a:extLst>
              <a:ext uri="{FF2B5EF4-FFF2-40B4-BE49-F238E27FC236}">
                <a16:creationId xmlns:a16="http://schemas.microsoft.com/office/drawing/2014/main" id="{2AD3F04F-BB9D-1CE2-36EA-8598ED4A1D15}"/>
              </a:ext>
            </a:extLst>
          </p:cNvPr>
          <p:cNvSpPr/>
          <p:nvPr/>
        </p:nvSpPr>
        <p:spPr>
          <a:xfrm>
            <a:off x="7830686" y="534404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3CA3F0A6-4747-425F-1C53-1F95D5F97037}"/>
              </a:ext>
            </a:extLst>
          </p:cNvPr>
          <p:cNvSpPr/>
          <p:nvPr/>
        </p:nvSpPr>
        <p:spPr>
          <a:xfrm rot="872776">
            <a:off x="7897480" y="532250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15B6395-AC7A-0F8C-7E98-8DF87274E2AD}"/>
              </a:ext>
            </a:extLst>
          </p:cNvPr>
          <p:cNvCxnSpPr>
            <a:cxnSpLocks/>
          </p:cNvCxnSpPr>
          <p:nvPr/>
        </p:nvCxnSpPr>
        <p:spPr>
          <a:xfrm>
            <a:off x="7885448" y="54291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ector recto 397">
            <a:extLst>
              <a:ext uri="{FF2B5EF4-FFF2-40B4-BE49-F238E27FC236}">
                <a16:creationId xmlns:a16="http://schemas.microsoft.com/office/drawing/2014/main" id="{BFF1A7D6-62D7-EFA8-F72B-D5CB7800664B}"/>
              </a:ext>
            </a:extLst>
          </p:cNvPr>
          <p:cNvCxnSpPr>
            <a:cxnSpLocks/>
          </p:cNvCxnSpPr>
          <p:nvPr/>
        </p:nvCxnSpPr>
        <p:spPr>
          <a:xfrm flipV="1">
            <a:off x="7934686" y="54291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Elipse 398">
            <a:extLst>
              <a:ext uri="{FF2B5EF4-FFF2-40B4-BE49-F238E27FC236}">
                <a16:creationId xmlns:a16="http://schemas.microsoft.com/office/drawing/2014/main" id="{3E65E1C5-ADC2-8AA6-7C90-353C290D6A41}"/>
              </a:ext>
            </a:extLst>
          </p:cNvPr>
          <p:cNvSpPr/>
          <p:nvPr/>
        </p:nvSpPr>
        <p:spPr>
          <a:xfrm rot="19333876">
            <a:off x="7817021" y="533576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0" name="Conector recto 399">
            <a:extLst>
              <a:ext uri="{FF2B5EF4-FFF2-40B4-BE49-F238E27FC236}">
                <a16:creationId xmlns:a16="http://schemas.microsoft.com/office/drawing/2014/main" id="{AEFF2E35-FED1-9E1F-995D-8E65C28346C0}"/>
              </a:ext>
            </a:extLst>
          </p:cNvPr>
          <p:cNvCxnSpPr>
            <a:cxnSpLocks/>
          </p:cNvCxnSpPr>
          <p:nvPr/>
        </p:nvCxnSpPr>
        <p:spPr>
          <a:xfrm>
            <a:off x="7905095" y="55140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Rectángulo: esquinas redondeadas 409">
            <a:extLst>
              <a:ext uri="{FF2B5EF4-FFF2-40B4-BE49-F238E27FC236}">
                <a16:creationId xmlns:a16="http://schemas.microsoft.com/office/drawing/2014/main" id="{A956E1E7-C5EB-A629-E730-649A9F6F761F}"/>
              </a:ext>
            </a:extLst>
          </p:cNvPr>
          <p:cNvSpPr/>
          <p:nvPr/>
        </p:nvSpPr>
        <p:spPr>
          <a:xfrm>
            <a:off x="6991593" y="551534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1" name="Rectángulo 410">
            <a:extLst>
              <a:ext uri="{FF2B5EF4-FFF2-40B4-BE49-F238E27FC236}">
                <a16:creationId xmlns:a16="http://schemas.microsoft.com/office/drawing/2014/main" id="{098DC239-26D9-5002-DCB2-77D97D259318}"/>
              </a:ext>
            </a:extLst>
          </p:cNvPr>
          <p:cNvSpPr/>
          <p:nvPr/>
        </p:nvSpPr>
        <p:spPr>
          <a:xfrm>
            <a:off x="6991547" y="556746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2" name="Rectángulo: esquinas redondeadas 411">
            <a:extLst>
              <a:ext uri="{FF2B5EF4-FFF2-40B4-BE49-F238E27FC236}">
                <a16:creationId xmlns:a16="http://schemas.microsoft.com/office/drawing/2014/main" id="{93E6031E-D91A-3743-5D70-A2A7FF025817}"/>
              </a:ext>
            </a:extLst>
          </p:cNvPr>
          <p:cNvSpPr/>
          <p:nvPr/>
        </p:nvSpPr>
        <p:spPr>
          <a:xfrm>
            <a:off x="7024885" y="552262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3" name="Elipse 412">
            <a:extLst>
              <a:ext uri="{FF2B5EF4-FFF2-40B4-BE49-F238E27FC236}">
                <a16:creationId xmlns:a16="http://schemas.microsoft.com/office/drawing/2014/main" id="{34A0C327-C703-7485-3157-C8B6BBD971A1}"/>
              </a:ext>
            </a:extLst>
          </p:cNvPr>
          <p:cNvSpPr/>
          <p:nvPr/>
        </p:nvSpPr>
        <p:spPr>
          <a:xfrm>
            <a:off x="6972553" y="533740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4" name="Elipse 413">
            <a:extLst>
              <a:ext uri="{FF2B5EF4-FFF2-40B4-BE49-F238E27FC236}">
                <a16:creationId xmlns:a16="http://schemas.microsoft.com/office/drawing/2014/main" id="{7AFE08C1-8255-D84E-6860-BAA7C76E4C59}"/>
              </a:ext>
            </a:extLst>
          </p:cNvPr>
          <p:cNvSpPr/>
          <p:nvPr/>
        </p:nvSpPr>
        <p:spPr>
          <a:xfrm rot="872776">
            <a:off x="7039347" y="531587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5" name="Conector recto 414">
            <a:extLst>
              <a:ext uri="{FF2B5EF4-FFF2-40B4-BE49-F238E27FC236}">
                <a16:creationId xmlns:a16="http://schemas.microsoft.com/office/drawing/2014/main" id="{2EB11944-D213-42BE-1EBB-C02CFAB77118}"/>
              </a:ext>
            </a:extLst>
          </p:cNvPr>
          <p:cNvCxnSpPr>
            <a:cxnSpLocks/>
          </p:cNvCxnSpPr>
          <p:nvPr/>
        </p:nvCxnSpPr>
        <p:spPr>
          <a:xfrm>
            <a:off x="7027315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ector recto 415">
            <a:extLst>
              <a:ext uri="{FF2B5EF4-FFF2-40B4-BE49-F238E27FC236}">
                <a16:creationId xmlns:a16="http://schemas.microsoft.com/office/drawing/2014/main" id="{33715577-C8A2-1239-4D74-EEA9535416A1}"/>
              </a:ext>
            </a:extLst>
          </p:cNvPr>
          <p:cNvCxnSpPr>
            <a:cxnSpLocks/>
          </p:cNvCxnSpPr>
          <p:nvPr/>
        </p:nvCxnSpPr>
        <p:spPr>
          <a:xfrm flipV="1">
            <a:off x="7076553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Elipse 416">
            <a:extLst>
              <a:ext uri="{FF2B5EF4-FFF2-40B4-BE49-F238E27FC236}">
                <a16:creationId xmlns:a16="http://schemas.microsoft.com/office/drawing/2014/main" id="{71CD5E68-23EC-6863-D840-6E76B3960460}"/>
              </a:ext>
            </a:extLst>
          </p:cNvPr>
          <p:cNvSpPr/>
          <p:nvPr/>
        </p:nvSpPr>
        <p:spPr>
          <a:xfrm rot="19333876">
            <a:off x="6958888" y="532913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8" name="Conector recto 417">
            <a:extLst>
              <a:ext uri="{FF2B5EF4-FFF2-40B4-BE49-F238E27FC236}">
                <a16:creationId xmlns:a16="http://schemas.microsoft.com/office/drawing/2014/main" id="{08EF6068-E20C-450A-EA2F-CA32C089516B}"/>
              </a:ext>
            </a:extLst>
          </p:cNvPr>
          <p:cNvCxnSpPr>
            <a:cxnSpLocks/>
          </p:cNvCxnSpPr>
          <p:nvPr/>
        </p:nvCxnSpPr>
        <p:spPr>
          <a:xfrm>
            <a:off x="7046962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Rectángulo: esquinas redondeadas 418">
            <a:extLst>
              <a:ext uri="{FF2B5EF4-FFF2-40B4-BE49-F238E27FC236}">
                <a16:creationId xmlns:a16="http://schemas.microsoft.com/office/drawing/2014/main" id="{C421808B-9DD2-D97A-D65B-53BE0FFF6A4D}"/>
              </a:ext>
            </a:extLst>
          </p:cNvPr>
          <p:cNvSpPr/>
          <p:nvPr/>
        </p:nvSpPr>
        <p:spPr>
          <a:xfrm>
            <a:off x="1812362" y="551534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0" name="Rectángulo 419">
            <a:extLst>
              <a:ext uri="{FF2B5EF4-FFF2-40B4-BE49-F238E27FC236}">
                <a16:creationId xmlns:a16="http://schemas.microsoft.com/office/drawing/2014/main" id="{4D33C88C-DEB2-99C3-DF93-5532D423DBCA}"/>
              </a:ext>
            </a:extLst>
          </p:cNvPr>
          <p:cNvSpPr/>
          <p:nvPr/>
        </p:nvSpPr>
        <p:spPr>
          <a:xfrm>
            <a:off x="1812316" y="556746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1" name="Rectángulo: esquinas redondeadas 420">
            <a:extLst>
              <a:ext uri="{FF2B5EF4-FFF2-40B4-BE49-F238E27FC236}">
                <a16:creationId xmlns:a16="http://schemas.microsoft.com/office/drawing/2014/main" id="{CE5DDCAF-76B9-6787-E023-9D7886DECE06}"/>
              </a:ext>
            </a:extLst>
          </p:cNvPr>
          <p:cNvSpPr/>
          <p:nvPr/>
        </p:nvSpPr>
        <p:spPr>
          <a:xfrm>
            <a:off x="1845654" y="552262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2" name="Elipse 421">
            <a:extLst>
              <a:ext uri="{FF2B5EF4-FFF2-40B4-BE49-F238E27FC236}">
                <a16:creationId xmlns:a16="http://schemas.microsoft.com/office/drawing/2014/main" id="{5F90CE25-A7B4-AAFB-E9B3-A396878412B5}"/>
              </a:ext>
            </a:extLst>
          </p:cNvPr>
          <p:cNvSpPr/>
          <p:nvPr/>
        </p:nvSpPr>
        <p:spPr>
          <a:xfrm>
            <a:off x="1793322" y="533740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3" name="Elipse 422">
            <a:extLst>
              <a:ext uri="{FF2B5EF4-FFF2-40B4-BE49-F238E27FC236}">
                <a16:creationId xmlns:a16="http://schemas.microsoft.com/office/drawing/2014/main" id="{2CCB5F7C-B3F4-E89A-253F-9377DF3CA7DD}"/>
              </a:ext>
            </a:extLst>
          </p:cNvPr>
          <p:cNvSpPr/>
          <p:nvPr/>
        </p:nvSpPr>
        <p:spPr>
          <a:xfrm rot="872776">
            <a:off x="1860116" y="531587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4" name="Conector recto 423">
            <a:extLst>
              <a:ext uri="{FF2B5EF4-FFF2-40B4-BE49-F238E27FC236}">
                <a16:creationId xmlns:a16="http://schemas.microsoft.com/office/drawing/2014/main" id="{FC116604-FE7B-FEB9-CCC1-7654B2D8CCC3}"/>
              </a:ext>
            </a:extLst>
          </p:cNvPr>
          <p:cNvCxnSpPr>
            <a:cxnSpLocks/>
          </p:cNvCxnSpPr>
          <p:nvPr/>
        </p:nvCxnSpPr>
        <p:spPr>
          <a:xfrm>
            <a:off x="1848084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ector recto 424">
            <a:extLst>
              <a:ext uri="{FF2B5EF4-FFF2-40B4-BE49-F238E27FC236}">
                <a16:creationId xmlns:a16="http://schemas.microsoft.com/office/drawing/2014/main" id="{D66DA86A-EA58-4BC0-2863-4FAA8861B2E4}"/>
              </a:ext>
            </a:extLst>
          </p:cNvPr>
          <p:cNvCxnSpPr>
            <a:cxnSpLocks/>
          </p:cNvCxnSpPr>
          <p:nvPr/>
        </p:nvCxnSpPr>
        <p:spPr>
          <a:xfrm flipV="1">
            <a:off x="1897322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Elipse 425">
            <a:extLst>
              <a:ext uri="{FF2B5EF4-FFF2-40B4-BE49-F238E27FC236}">
                <a16:creationId xmlns:a16="http://schemas.microsoft.com/office/drawing/2014/main" id="{B68A0246-6CBC-CB8D-5750-B4649B3C1EF2}"/>
              </a:ext>
            </a:extLst>
          </p:cNvPr>
          <p:cNvSpPr/>
          <p:nvPr/>
        </p:nvSpPr>
        <p:spPr>
          <a:xfrm rot="19333876">
            <a:off x="1779657" y="532913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7" name="Conector recto 426">
            <a:extLst>
              <a:ext uri="{FF2B5EF4-FFF2-40B4-BE49-F238E27FC236}">
                <a16:creationId xmlns:a16="http://schemas.microsoft.com/office/drawing/2014/main" id="{782BF78B-401B-BC4A-7473-64C61EF3896E}"/>
              </a:ext>
            </a:extLst>
          </p:cNvPr>
          <p:cNvCxnSpPr>
            <a:cxnSpLocks/>
          </p:cNvCxnSpPr>
          <p:nvPr/>
        </p:nvCxnSpPr>
        <p:spPr>
          <a:xfrm>
            <a:off x="1867731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ectángulo: esquinas redondeadas 427">
            <a:extLst>
              <a:ext uri="{FF2B5EF4-FFF2-40B4-BE49-F238E27FC236}">
                <a16:creationId xmlns:a16="http://schemas.microsoft.com/office/drawing/2014/main" id="{B4CBC279-7D19-86BD-1046-36E9A8145269}"/>
              </a:ext>
            </a:extLst>
          </p:cNvPr>
          <p:cNvSpPr/>
          <p:nvPr/>
        </p:nvSpPr>
        <p:spPr>
          <a:xfrm>
            <a:off x="583550" y="551534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9" name="Rectángulo 428">
            <a:extLst>
              <a:ext uri="{FF2B5EF4-FFF2-40B4-BE49-F238E27FC236}">
                <a16:creationId xmlns:a16="http://schemas.microsoft.com/office/drawing/2014/main" id="{4BD1D343-95AE-0A0E-0000-1A6AFAFE0EAD}"/>
              </a:ext>
            </a:extLst>
          </p:cNvPr>
          <p:cNvSpPr/>
          <p:nvPr/>
        </p:nvSpPr>
        <p:spPr>
          <a:xfrm>
            <a:off x="583504" y="5567467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0" name="Rectángulo: esquinas redondeadas 429">
            <a:extLst>
              <a:ext uri="{FF2B5EF4-FFF2-40B4-BE49-F238E27FC236}">
                <a16:creationId xmlns:a16="http://schemas.microsoft.com/office/drawing/2014/main" id="{9F574BE2-E0E1-DC11-2D30-DB78D76FDAA8}"/>
              </a:ext>
            </a:extLst>
          </p:cNvPr>
          <p:cNvSpPr/>
          <p:nvPr/>
        </p:nvSpPr>
        <p:spPr>
          <a:xfrm>
            <a:off x="616842" y="552262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1" name="Elipse 430">
            <a:extLst>
              <a:ext uri="{FF2B5EF4-FFF2-40B4-BE49-F238E27FC236}">
                <a16:creationId xmlns:a16="http://schemas.microsoft.com/office/drawing/2014/main" id="{F301A9D8-B927-8709-9CA6-4D2EBED9FD6F}"/>
              </a:ext>
            </a:extLst>
          </p:cNvPr>
          <p:cNvSpPr/>
          <p:nvPr/>
        </p:nvSpPr>
        <p:spPr>
          <a:xfrm>
            <a:off x="564510" y="5337407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2" name="Elipse 431">
            <a:extLst>
              <a:ext uri="{FF2B5EF4-FFF2-40B4-BE49-F238E27FC236}">
                <a16:creationId xmlns:a16="http://schemas.microsoft.com/office/drawing/2014/main" id="{D369CEA1-18AA-5DF0-3A1E-5F6BDA9798CD}"/>
              </a:ext>
            </a:extLst>
          </p:cNvPr>
          <p:cNvSpPr/>
          <p:nvPr/>
        </p:nvSpPr>
        <p:spPr>
          <a:xfrm rot="872776">
            <a:off x="631304" y="531587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3" name="Conector recto 432">
            <a:extLst>
              <a:ext uri="{FF2B5EF4-FFF2-40B4-BE49-F238E27FC236}">
                <a16:creationId xmlns:a16="http://schemas.microsoft.com/office/drawing/2014/main" id="{5988B44F-8933-6DBA-3B37-574EEA89E369}"/>
              </a:ext>
            </a:extLst>
          </p:cNvPr>
          <p:cNvCxnSpPr>
            <a:cxnSpLocks/>
          </p:cNvCxnSpPr>
          <p:nvPr/>
        </p:nvCxnSpPr>
        <p:spPr>
          <a:xfrm>
            <a:off x="619272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ector recto 433">
            <a:extLst>
              <a:ext uri="{FF2B5EF4-FFF2-40B4-BE49-F238E27FC236}">
                <a16:creationId xmlns:a16="http://schemas.microsoft.com/office/drawing/2014/main" id="{AF8D6AAD-3A8A-F604-1FD4-51F943E3CAD0}"/>
              </a:ext>
            </a:extLst>
          </p:cNvPr>
          <p:cNvCxnSpPr>
            <a:cxnSpLocks/>
          </p:cNvCxnSpPr>
          <p:nvPr/>
        </p:nvCxnSpPr>
        <p:spPr>
          <a:xfrm flipV="1">
            <a:off x="668510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Elipse 434">
            <a:extLst>
              <a:ext uri="{FF2B5EF4-FFF2-40B4-BE49-F238E27FC236}">
                <a16:creationId xmlns:a16="http://schemas.microsoft.com/office/drawing/2014/main" id="{F9EAFAB0-E937-1A70-080E-E997B39E51DC}"/>
              </a:ext>
            </a:extLst>
          </p:cNvPr>
          <p:cNvSpPr/>
          <p:nvPr/>
        </p:nvSpPr>
        <p:spPr>
          <a:xfrm rot="19333876">
            <a:off x="550845" y="532913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6" name="Conector recto 435">
            <a:extLst>
              <a:ext uri="{FF2B5EF4-FFF2-40B4-BE49-F238E27FC236}">
                <a16:creationId xmlns:a16="http://schemas.microsoft.com/office/drawing/2014/main" id="{A5603BB0-EAA3-B08A-59E7-722AA50BFA82}"/>
              </a:ext>
            </a:extLst>
          </p:cNvPr>
          <p:cNvCxnSpPr>
            <a:cxnSpLocks/>
          </p:cNvCxnSpPr>
          <p:nvPr/>
        </p:nvCxnSpPr>
        <p:spPr>
          <a:xfrm>
            <a:off x="638919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6" name="Rectángulo: esquinas redondeadas 445">
            <a:extLst>
              <a:ext uri="{FF2B5EF4-FFF2-40B4-BE49-F238E27FC236}">
                <a16:creationId xmlns:a16="http://schemas.microsoft.com/office/drawing/2014/main" id="{0BCDAD96-0940-70E2-1F67-F531FE85A455}"/>
              </a:ext>
            </a:extLst>
          </p:cNvPr>
          <p:cNvSpPr/>
          <p:nvPr/>
        </p:nvSpPr>
        <p:spPr>
          <a:xfrm>
            <a:off x="11228488" y="551534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7" name="Rectángulo 446">
            <a:extLst>
              <a:ext uri="{FF2B5EF4-FFF2-40B4-BE49-F238E27FC236}">
                <a16:creationId xmlns:a16="http://schemas.microsoft.com/office/drawing/2014/main" id="{BE6F8D63-77DF-DAB3-3585-3B16DEB10D3A}"/>
              </a:ext>
            </a:extLst>
          </p:cNvPr>
          <p:cNvSpPr/>
          <p:nvPr/>
        </p:nvSpPr>
        <p:spPr>
          <a:xfrm>
            <a:off x="11228442" y="5567467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8" name="Rectángulo: esquinas redondeadas 447">
            <a:extLst>
              <a:ext uri="{FF2B5EF4-FFF2-40B4-BE49-F238E27FC236}">
                <a16:creationId xmlns:a16="http://schemas.microsoft.com/office/drawing/2014/main" id="{619FE6BC-A3D8-01DA-0D78-7374EE2969DC}"/>
              </a:ext>
            </a:extLst>
          </p:cNvPr>
          <p:cNvSpPr/>
          <p:nvPr/>
        </p:nvSpPr>
        <p:spPr>
          <a:xfrm>
            <a:off x="11261780" y="552262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E6169780-8351-B342-3E9E-6AEF2927476A}"/>
              </a:ext>
            </a:extLst>
          </p:cNvPr>
          <p:cNvSpPr/>
          <p:nvPr/>
        </p:nvSpPr>
        <p:spPr>
          <a:xfrm>
            <a:off x="11209448" y="5337407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246654E2-5607-C5E7-15A7-0928B8CE8483}"/>
              </a:ext>
            </a:extLst>
          </p:cNvPr>
          <p:cNvSpPr/>
          <p:nvPr/>
        </p:nvSpPr>
        <p:spPr>
          <a:xfrm rot="872776">
            <a:off x="11276242" y="531587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1" name="Conector recto 450">
            <a:extLst>
              <a:ext uri="{FF2B5EF4-FFF2-40B4-BE49-F238E27FC236}">
                <a16:creationId xmlns:a16="http://schemas.microsoft.com/office/drawing/2014/main" id="{E9C7C304-0852-A3E9-A070-4B7D08317AD7}"/>
              </a:ext>
            </a:extLst>
          </p:cNvPr>
          <p:cNvCxnSpPr>
            <a:cxnSpLocks/>
          </p:cNvCxnSpPr>
          <p:nvPr/>
        </p:nvCxnSpPr>
        <p:spPr>
          <a:xfrm>
            <a:off x="11264210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451">
            <a:extLst>
              <a:ext uri="{FF2B5EF4-FFF2-40B4-BE49-F238E27FC236}">
                <a16:creationId xmlns:a16="http://schemas.microsoft.com/office/drawing/2014/main" id="{0570381D-33B1-BB56-3608-2F7B03A3B42B}"/>
              </a:ext>
            </a:extLst>
          </p:cNvPr>
          <p:cNvCxnSpPr>
            <a:cxnSpLocks/>
          </p:cNvCxnSpPr>
          <p:nvPr/>
        </p:nvCxnSpPr>
        <p:spPr>
          <a:xfrm flipV="1">
            <a:off x="11313448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Elipse 452">
            <a:extLst>
              <a:ext uri="{FF2B5EF4-FFF2-40B4-BE49-F238E27FC236}">
                <a16:creationId xmlns:a16="http://schemas.microsoft.com/office/drawing/2014/main" id="{6824CB53-B7C2-1080-0252-BFA4910F1152}"/>
              </a:ext>
            </a:extLst>
          </p:cNvPr>
          <p:cNvSpPr/>
          <p:nvPr/>
        </p:nvSpPr>
        <p:spPr>
          <a:xfrm rot="19333876">
            <a:off x="11195783" y="532913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4" name="Conector recto 453">
            <a:extLst>
              <a:ext uri="{FF2B5EF4-FFF2-40B4-BE49-F238E27FC236}">
                <a16:creationId xmlns:a16="http://schemas.microsoft.com/office/drawing/2014/main" id="{92C7DD36-C993-080A-545D-CF785B77709C}"/>
              </a:ext>
            </a:extLst>
          </p:cNvPr>
          <p:cNvCxnSpPr>
            <a:cxnSpLocks/>
          </p:cNvCxnSpPr>
          <p:nvPr/>
        </p:nvCxnSpPr>
        <p:spPr>
          <a:xfrm>
            <a:off x="11283857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Rectángulo: esquinas redondeadas 454">
            <a:extLst>
              <a:ext uri="{FF2B5EF4-FFF2-40B4-BE49-F238E27FC236}">
                <a16:creationId xmlns:a16="http://schemas.microsoft.com/office/drawing/2014/main" id="{8A0C65E9-92EF-B373-292C-3BF66EDED71B}"/>
              </a:ext>
            </a:extLst>
          </p:cNvPr>
          <p:cNvSpPr/>
          <p:nvPr/>
        </p:nvSpPr>
        <p:spPr>
          <a:xfrm>
            <a:off x="9817580" y="526453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6" name="Rectángulo 455">
            <a:extLst>
              <a:ext uri="{FF2B5EF4-FFF2-40B4-BE49-F238E27FC236}">
                <a16:creationId xmlns:a16="http://schemas.microsoft.com/office/drawing/2014/main" id="{E76FB396-8FE9-9E0B-72C7-B9FEAFBB3CB9}"/>
              </a:ext>
            </a:extLst>
          </p:cNvPr>
          <p:cNvSpPr/>
          <p:nvPr/>
        </p:nvSpPr>
        <p:spPr>
          <a:xfrm>
            <a:off x="9817534" y="531665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7" name="Rectángulo: esquinas redondeadas 456">
            <a:extLst>
              <a:ext uri="{FF2B5EF4-FFF2-40B4-BE49-F238E27FC236}">
                <a16:creationId xmlns:a16="http://schemas.microsoft.com/office/drawing/2014/main" id="{AAFDCA05-1CA0-A93D-2674-11BE6A8B2ADA}"/>
              </a:ext>
            </a:extLst>
          </p:cNvPr>
          <p:cNvSpPr/>
          <p:nvPr/>
        </p:nvSpPr>
        <p:spPr>
          <a:xfrm>
            <a:off x="9850872" y="527181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4266059C-EFA0-F420-BFD5-86E32F407BDB}"/>
              </a:ext>
            </a:extLst>
          </p:cNvPr>
          <p:cNvSpPr/>
          <p:nvPr/>
        </p:nvSpPr>
        <p:spPr>
          <a:xfrm>
            <a:off x="9798540" y="508659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95CE2FE4-F423-663E-4C66-E5F0E94D9E20}"/>
              </a:ext>
            </a:extLst>
          </p:cNvPr>
          <p:cNvSpPr/>
          <p:nvPr/>
        </p:nvSpPr>
        <p:spPr>
          <a:xfrm rot="872776">
            <a:off x="9865334" y="506506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0" name="Conector recto 459">
            <a:extLst>
              <a:ext uri="{FF2B5EF4-FFF2-40B4-BE49-F238E27FC236}">
                <a16:creationId xmlns:a16="http://schemas.microsoft.com/office/drawing/2014/main" id="{1AAAB05D-E8CD-0104-FE61-0CA6441A8FD3}"/>
              </a:ext>
            </a:extLst>
          </p:cNvPr>
          <p:cNvCxnSpPr>
            <a:cxnSpLocks/>
          </p:cNvCxnSpPr>
          <p:nvPr/>
        </p:nvCxnSpPr>
        <p:spPr>
          <a:xfrm>
            <a:off x="9853302" y="517167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460">
            <a:extLst>
              <a:ext uri="{FF2B5EF4-FFF2-40B4-BE49-F238E27FC236}">
                <a16:creationId xmlns:a16="http://schemas.microsoft.com/office/drawing/2014/main" id="{41D284D0-03CA-4016-734B-F9A4C2275654}"/>
              </a:ext>
            </a:extLst>
          </p:cNvPr>
          <p:cNvCxnSpPr>
            <a:cxnSpLocks/>
          </p:cNvCxnSpPr>
          <p:nvPr/>
        </p:nvCxnSpPr>
        <p:spPr>
          <a:xfrm flipV="1">
            <a:off x="9902540" y="517167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Elipse 461">
            <a:extLst>
              <a:ext uri="{FF2B5EF4-FFF2-40B4-BE49-F238E27FC236}">
                <a16:creationId xmlns:a16="http://schemas.microsoft.com/office/drawing/2014/main" id="{5C90D075-CC77-445C-8DA6-9E70EC905EAF}"/>
              </a:ext>
            </a:extLst>
          </p:cNvPr>
          <p:cNvSpPr/>
          <p:nvPr/>
        </p:nvSpPr>
        <p:spPr>
          <a:xfrm rot="19333876">
            <a:off x="9784875" y="507832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B0A3B33F-BE17-ADCB-D668-4E75AB816C2A}"/>
              </a:ext>
            </a:extLst>
          </p:cNvPr>
          <p:cNvCxnSpPr>
            <a:cxnSpLocks/>
          </p:cNvCxnSpPr>
          <p:nvPr/>
        </p:nvCxnSpPr>
        <p:spPr>
          <a:xfrm>
            <a:off x="9872949" y="525660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Rectángulo: esquinas redondeadas 463">
            <a:extLst>
              <a:ext uri="{FF2B5EF4-FFF2-40B4-BE49-F238E27FC236}">
                <a16:creationId xmlns:a16="http://schemas.microsoft.com/office/drawing/2014/main" id="{0FFB12CA-111B-8A6A-E66E-4A51F0F5564A}"/>
              </a:ext>
            </a:extLst>
          </p:cNvPr>
          <p:cNvSpPr/>
          <p:nvPr/>
        </p:nvSpPr>
        <p:spPr>
          <a:xfrm>
            <a:off x="10070369" y="5279745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5" name="Rectángulo 464">
            <a:extLst>
              <a:ext uri="{FF2B5EF4-FFF2-40B4-BE49-F238E27FC236}">
                <a16:creationId xmlns:a16="http://schemas.microsoft.com/office/drawing/2014/main" id="{801F5160-088F-6E46-7553-2BE5A06DB9D8}"/>
              </a:ext>
            </a:extLst>
          </p:cNvPr>
          <p:cNvSpPr/>
          <p:nvPr/>
        </p:nvSpPr>
        <p:spPr>
          <a:xfrm>
            <a:off x="10070323" y="533186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6" name="Rectángulo: esquinas redondeadas 465">
            <a:extLst>
              <a:ext uri="{FF2B5EF4-FFF2-40B4-BE49-F238E27FC236}">
                <a16:creationId xmlns:a16="http://schemas.microsoft.com/office/drawing/2014/main" id="{D91E3583-276D-CC82-225C-81FD04B50AB5}"/>
              </a:ext>
            </a:extLst>
          </p:cNvPr>
          <p:cNvSpPr/>
          <p:nvPr/>
        </p:nvSpPr>
        <p:spPr>
          <a:xfrm>
            <a:off x="10103661" y="5287024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7" name="Elipse 466">
            <a:extLst>
              <a:ext uri="{FF2B5EF4-FFF2-40B4-BE49-F238E27FC236}">
                <a16:creationId xmlns:a16="http://schemas.microsoft.com/office/drawing/2014/main" id="{6A2EB1AF-8DB0-D5D6-B366-4D04D9130EB5}"/>
              </a:ext>
            </a:extLst>
          </p:cNvPr>
          <p:cNvSpPr/>
          <p:nvPr/>
        </p:nvSpPr>
        <p:spPr>
          <a:xfrm>
            <a:off x="10051329" y="510180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3EAB3536-70AA-7523-144E-3DE781A75E56}"/>
              </a:ext>
            </a:extLst>
          </p:cNvPr>
          <p:cNvSpPr/>
          <p:nvPr/>
        </p:nvSpPr>
        <p:spPr>
          <a:xfrm rot="872776">
            <a:off x="10118123" y="508027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9" name="Conector recto 468">
            <a:extLst>
              <a:ext uri="{FF2B5EF4-FFF2-40B4-BE49-F238E27FC236}">
                <a16:creationId xmlns:a16="http://schemas.microsoft.com/office/drawing/2014/main" id="{624B5C3E-0116-5E52-F98F-9685E9CCC484}"/>
              </a:ext>
            </a:extLst>
          </p:cNvPr>
          <p:cNvCxnSpPr>
            <a:cxnSpLocks/>
          </p:cNvCxnSpPr>
          <p:nvPr/>
        </p:nvCxnSpPr>
        <p:spPr>
          <a:xfrm>
            <a:off x="10106091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ector recto 469">
            <a:extLst>
              <a:ext uri="{FF2B5EF4-FFF2-40B4-BE49-F238E27FC236}">
                <a16:creationId xmlns:a16="http://schemas.microsoft.com/office/drawing/2014/main" id="{C4BBCE08-3F5A-753C-F9E2-74ECEA08D80C}"/>
              </a:ext>
            </a:extLst>
          </p:cNvPr>
          <p:cNvCxnSpPr>
            <a:cxnSpLocks/>
          </p:cNvCxnSpPr>
          <p:nvPr/>
        </p:nvCxnSpPr>
        <p:spPr>
          <a:xfrm flipV="1">
            <a:off x="10155329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Elipse 470">
            <a:extLst>
              <a:ext uri="{FF2B5EF4-FFF2-40B4-BE49-F238E27FC236}">
                <a16:creationId xmlns:a16="http://schemas.microsoft.com/office/drawing/2014/main" id="{F0031FF2-E45B-DAA2-09D5-FB780A99C83E}"/>
              </a:ext>
            </a:extLst>
          </p:cNvPr>
          <p:cNvSpPr/>
          <p:nvPr/>
        </p:nvSpPr>
        <p:spPr>
          <a:xfrm rot="19333876">
            <a:off x="10037664" y="509353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2" name="Conector recto 471">
            <a:extLst>
              <a:ext uri="{FF2B5EF4-FFF2-40B4-BE49-F238E27FC236}">
                <a16:creationId xmlns:a16="http://schemas.microsoft.com/office/drawing/2014/main" id="{3D51A745-11BA-0F16-EE88-75DBCD6E3C24}"/>
              </a:ext>
            </a:extLst>
          </p:cNvPr>
          <p:cNvCxnSpPr>
            <a:cxnSpLocks/>
          </p:cNvCxnSpPr>
          <p:nvPr/>
        </p:nvCxnSpPr>
        <p:spPr>
          <a:xfrm>
            <a:off x="10125738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Rectángulo: esquinas redondeadas 472">
            <a:extLst>
              <a:ext uri="{FF2B5EF4-FFF2-40B4-BE49-F238E27FC236}">
                <a16:creationId xmlns:a16="http://schemas.microsoft.com/office/drawing/2014/main" id="{C97DCDA7-C556-18EF-30EA-74F319611B70}"/>
              </a:ext>
            </a:extLst>
          </p:cNvPr>
          <p:cNvSpPr/>
          <p:nvPr/>
        </p:nvSpPr>
        <p:spPr>
          <a:xfrm>
            <a:off x="10793423" y="5279057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4" name="Rectángulo 473">
            <a:extLst>
              <a:ext uri="{FF2B5EF4-FFF2-40B4-BE49-F238E27FC236}">
                <a16:creationId xmlns:a16="http://schemas.microsoft.com/office/drawing/2014/main" id="{808B0227-7B50-C73F-71F6-A368348E33E2}"/>
              </a:ext>
            </a:extLst>
          </p:cNvPr>
          <p:cNvSpPr/>
          <p:nvPr/>
        </p:nvSpPr>
        <p:spPr>
          <a:xfrm>
            <a:off x="10793377" y="5331180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5" name="Rectángulo: esquinas redondeadas 474">
            <a:extLst>
              <a:ext uri="{FF2B5EF4-FFF2-40B4-BE49-F238E27FC236}">
                <a16:creationId xmlns:a16="http://schemas.microsoft.com/office/drawing/2014/main" id="{A3136BDC-A2B9-77C0-D008-FAB2D8B7DBC5}"/>
              </a:ext>
            </a:extLst>
          </p:cNvPr>
          <p:cNvSpPr/>
          <p:nvPr/>
        </p:nvSpPr>
        <p:spPr>
          <a:xfrm>
            <a:off x="10826715" y="5286336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0316FA31-09E0-8584-9E30-E2D03AFD28FE}"/>
              </a:ext>
            </a:extLst>
          </p:cNvPr>
          <p:cNvSpPr/>
          <p:nvPr/>
        </p:nvSpPr>
        <p:spPr>
          <a:xfrm>
            <a:off x="10774383" y="5101120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87831DC8-C6BD-3C3C-3B94-EEC1C4F2BAB3}"/>
              </a:ext>
            </a:extLst>
          </p:cNvPr>
          <p:cNvSpPr/>
          <p:nvPr/>
        </p:nvSpPr>
        <p:spPr>
          <a:xfrm rot="872776">
            <a:off x="10841177" y="507958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8" name="Conector recto 477">
            <a:extLst>
              <a:ext uri="{FF2B5EF4-FFF2-40B4-BE49-F238E27FC236}">
                <a16:creationId xmlns:a16="http://schemas.microsoft.com/office/drawing/2014/main" id="{09A714FB-730B-FD7D-DF97-CF7AC4AD7AE1}"/>
              </a:ext>
            </a:extLst>
          </p:cNvPr>
          <p:cNvCxnSpPr>
            <a:cxnSpLocks/>
          </p:cNvCxnSpPr>
          <p:nvPr/>
        </p:nvCxnSpPr>
        <p:spPr>
          <a:xfrm>
            <a:off x="10829145" y="518619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478">
            <a:extLst>
              <a:ext uri="{FF2B5EF4-FFF2-40B4-BE49-F238E27FC236}">
                <a16:creationId xmlns:a16="http://schemas.microsoft.com/office/drawing/2014/main" id="{1ED1609E-E0B3-4E41-67CE-FFB125889CB4}"/>
              </a:ext>
            </a:extLst>
          </p:cNvPr>
          <p:cNvCxnSpPr>
            <a:cxnSpLocks/>
          </p:cNvCxnSpPr>
          <p:nvPr/>
        </p:nvCxnSpPr>
        <p:spPr>
          <a:xfrm flipV="1">
            <a:off x="10878383" y="518619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Elipse 479">
            <a:extLst>
              <a:ext uri="{FF2B5EF4-FFF2-40B4-BE49-F238E27FC236}">
                <a16:creationId xmlns:a16="http://schemas.microsoft.com/office/drawing/2014/main" id="{7136365E-4FDB-BA35-E917-B46EE4EAED60}"/>
              </a:ext>
            </a:extLst>
          </p:cNvPr>
          <p:cNvSpPr/>
          <p:nvPr/>
        </p:nvSpPr>
        <p:spPr>
          <a:xfrm rot="19333876">
            <a:off x="10760718" y="509284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1" name="Conector recto 480">
            <a:extLst>
              <a:ext uri="{FF2B5EF4-FFF2-40B4-BE49-F238E27FC236}">
                <a16:creationId xmlns:a16="http://schemas.microsoft.com/office/drawing/2014/main" id="{17638B62-87B5-4982-FEAB-89F85DB5AE23}"/>
              </a:ext>
            </a:extLst>
          </p:cNvPr>
          <p:cNvCxnSpPr>
            <a:cxnSpLocks/>
          </p:cNvCxnSpPr>
          <p:nvPr/>
        </p:nvCxnSpPr>
        <p:spPr>
          <a:xfrm>
            <a:off x="10848792" y="527112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Rectángulo: esquinas redondeadas 677">
            <a:extLst>
              <a:ext uri="{FF2B5EF4-FFF2-40B4-BE49-F238E27FC236}">
                <a16:creationId xmlns:a16="http://schemas.microsoft.com/office/drawing/2014/main" id="{095B7711-47C5-0C44-0582-153AC117BBCC}"/>
              </a:ext>
            </a:extLst>
          </p:cNvPr>
          <p:cNvSpPr/>
          <p:nvPr/>
        </p:nvSpPr>
        <p:spPr>
          <a:xfrm>
            <a:off x="2164798" y="550875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9" name="Rectángulo 678">
            <a:extLst>
              <a:ext uri="{FF2B5EF4-FFF2-40B4-BE49-F238E27FC236}">
                <a16:creationId xmlns:a16="http://schemas.microsoft.com/office/drawing/2014/main" id="{6D6BCE64-6415-0949-DEA9-3901436C1B7B}"/>
              </a:ext>
            </a:extLst>
          </p:cNvPr>
          <p:cNvSpPr/>
          <p:nvPr/>
        </p:nvSpPr>
        <p:spPr>
          <a:xfrm>
            <a:off x="2164752" y="556087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0" name="Rectángulo: esquinas redondeadas 679">
            <a:extLst>
              <a:ext uri="{FF2B5EF4-FFF2-40B4-BE49-F238E27FC236}">
                <a16:creationId xmlns:a16="http://schemas.microsoft.com/office/drawing/2014/main" id="{CA516ED1-320C-5C02-6491-04C88E0D3BD9}"/>
              </a:ext>
            </a:extLst>
          </p:cNvPr>
          <p:cNvSpPr/>
          <p:nvPr/>
        </p:nvSpPr>
        <p:spPr>
          <a:xfrm>
            <a:off x="2198090" y="551603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1" name="Elipse 680">
            <a:extLst>
              <a:ext uri="{FF2B5EF4-FFF2-40B4-BE49-F238E27FC236}">
                <a16:creationId xmlns:a16="http://schemas.microsoft.com/office/drawing/2014/main" id="{47E25AA9-9719-2B52-8543-0403E315328D}"/>
              </a:ext>
            </a:extLst>
          </p:cNvPr>
          <p:cNvSpPr/>
          <p:nvPr/>
        </p:nvSpPr>
        <p:spPr>
          <a:xfrm>
            <a:off x="2145758" y="533081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2" name="Elipse 681">
            <a:extLst>
              <a:ext uri="{FF2B5EF4-FFF2-40B4-BE49-F238E27FC236}">
                <a16:creationId xmlns:a16="http://schemas.microsoft.com/office/drawing/2014/main" id="{9687871D-261B-8C2C-D438-FEE7D6CDA218}"/>
              </a:ext>
            </a:extLst>
          </p:cNvPr>
          <p:cNvSpPr/>
          <p:nvPr/>
        </p:nvSpPr>
        <p:spPr>
          <a:xfrm rot="872776">
            <a:off x="2212552" y="530928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3" name="Conector recto 682">
            <a:extLst>
              <a:ext uri="{FF2B5EF4-FFF2-40B4-BE49-F238E27FC236}">
                <a16:creationId xmlns:a16="http://schemas.microsoft.com/office/drawing/2014/main" id="{A7B6864D-1091-8AE7-7930-EF4F7E3AB4EF}"/>
              </a:ext>
            </a:extLst>
          </p:cNvPr>
          <p:cNvCxnSpPr>
            <a:cxnSpLocks/>
          </p:cNvCxnSpPr>
          <p:nvPr/>
        </p:nvCxnSpPr>
        <p:spPr>
          <a:xfrm>
            <a:off x="2200520" y="541589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onector recto 683">
            <a:extLst>
              <a:ext uri="{FF2B5EF4-FFF2-40B4-BE49-F238E27FC236}">
                <a16:creationId xmlns:a16="http://schemas.microsoft.com/office/drawing/2014/main" id="{B34B50BC-0FB8-B763-0944-26369F8CE92B}"/>
              </a:ext>
            </a:extLst>
          </p:cNvPr>
          <p:cNvCxnSpPr>
            <a:cxnSpLocks/>
          </p:cNvCxnSpPr>
          <p:nvPr/>
        </p:nvCxnSpPr>
        <p:spPr>
          <a:xfrm flipV="1">
            <a:off x="2249758" y="541589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5" name="Elipse 684">
            <a:extLst>
              <a:ext uri="{FF2B5EF4-FFF2-40B4-BE49-F238E27FC236}">
                <a16:creationId xmlns:a16="http://schemas.microsoft.com/office/drawing/2014/main" id="{56A8F402-8478-E9DF-7AA8-53000783553A}"/>
              </a:ext>
            </a:extLst>
          </p:cNvPr>
          <p:cNvSpPr/>
          <p:nvPr/>
        </p:nvSpPr>
        <p:spPr>
          <a:xfrm rot="19333876">
            <a:off x="2132093" y="532254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6" name="Conector recto 685">
            <a:extLst>
              <a:ext uri="{FF2B5EF4-FFF2-40B4-BE49-F238E27FC236}">
                <a16:creationId xmlns:a16="http://schemas.microsoft.com/office/drawing/2014/main" id="{AB72A84D-8404-DD14-2C5C-F2B3D2D7477A}"/>
              </a:ext>
            </a:extLst>
          </p:cNvPr>
          <p:cNvCxnSpPr>
            <a:cxnSpLocks/>
          </p:cNvCxnSpPr>
          <p:nvPr/>
        </p:nvCxnSpPr>
        <p:spPr>
          <a:xfrm>
            <a:off x="2220167" y="550082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ángulo: esquinas redondeadas 686">
            <a:extLst>
              <a:ext uri="{FF2B5EF4-FFF2-40B4-BE49-F238E27FC236}">
                <a16:creationId xmlns:a16="http://schemas.microsoft.com/office/drawing/2014/main" id="{36C8A7BD-E4C6-235F-C48B-1D96B44CAA1D}"/>
              </a:ext>
            </a:extLst>
          </p:cNvPr>
          <p:cNvSpPr/>
          <p:nvPr/>
        </p:nvSpPr>
        <p:spPr>
          <a:xfrm>
            <a:off x="1426442" y="5538130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8" name="Rectángulo 687">
            <a:extLst>
              <a:ext uri="{FF2B5EF4-FFF2-40B4-BE49-F238E27FC236}">
                <a16:creationId xmlns:a16="http://schemas.microsoft.com/office/drawing/2014/main" id="{34E2A11A-5A4F-FD29-118B-8CA57B0ACC7C}"/>
              </a:ext>
            </a:extLst>
          </p:cNvPr>
          <p:cNvSpPr/>
          <p:nvPr/>
        </p:nvSpPr>
        <p:spPr>
          <a:xfrm>
            <a:off x="1426396" y="5590253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9" name="Rectángulo: esquinas redondeadas 688">
            <a:extLst>
              <a:ext uri="{FF2B5EF4-FFF2-40B4-BE49-F238E27FC236}">
                <a16:creationId xmlns:a16="http://schemas.microsoft.com/office/drawing/2014/main" id="{3EE1866B-9D9A-E8B8-FF1F-E5404BB6CAD3}"/>
              </a:ext>
            </a:extLst>
          </p:cNvPr>
          <p:cNvSpPr/>
          <p:nvPr/>
        </p:nvSpPr>
        <p:spPr>
          <a:xfrm>
            <a:off x="1459734" y="5545409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0" name="Elipse 689">
            <a:extLst>
              <a:ext uri="{FF2B5EF4-FFF2-40B4-BE49-F238E27FC236}">
                <a16:creationId xmlns:a16="http://schemas.microsoft.com/office/drawing/2014/main" id="{419BFE8B-F25A-F535-0228-411C0F3D56E9}"/>
              </a:ext>
            </a:extLst>
          </p:cNvPr>
          <p:cNvSpPr/>
          <p:nvPr/>
        </p:nvSpPr>
        <p:spPr>
          <a:xfrm>
            <a:off x="1407402" y="5360193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1" name="Elipse 690">
            <a:extLst>
              <a:ext uri="{FF2B5EF4-FFF2-40B4-BE49-F238E27FC236}">
                <a16:creationId xmlns:a16="http://schemas.microsoft.com/office/drawing/2014/main" id="{756C2920-81BE-8203-035B-5DE57A2AFBB4}"/>
              </a:ext>
            </a:extLst>
          </p:cNvPr>
          <p:cNvSpPr/>
          <p:nvPr/>
        </p:nvSpPr>
        <p:spPr>
          <a:xfrm rot="872776">
            <a:off x="1474196" y="5338660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2" name="Conector recto 691">
            <a:extLst>
              <a:ext uri="{FF2B5EF4-FFF2-40B4-BE49-F238E27FC236}">
                <a16:creationId xmlns:a16="http://schemas.microsoft.com/office/drawing/2014/main" id="{B0A167B5-593F-E869-7169-08AA2B4707E5}"/>
              </a:ext>
            </a:extLst>
          </p:cNvPr>
          <p:cNvCxnSpPr>
            <a:cxnSpLocks/>
          </p:cNvCxnSpPr>
          <p:nvPr/>
        </p:nvCxnSpPr>
        <p:spPr>
          <a:xfrm>
            <a:off x="1462164" y="544526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onector recto 692">
            <a:extLst>
              <a:ext uri="{FF2B5EF4-FFF2-40B4-BE49-F238E27FC236}">
                <a16:creationId xmlns:a16="http://schemas.microsoft.com/office/drawing/2014/main" id="{8DF02959-F550-815B-C288-BAAC85F3B819}"/>
              </a:ext>
            </a:extLst>
          </p:cNvPr>
          <p:cNvCxnSpPr>
            <a:cxnSpLocks/>
          </p:cNvCxnSpPr>
          <p:nvPr/>
        </p:nvCxnSpPr>
        <p:spPr>
          <a:xfrm flipV="1">
            <a:off x="1511402" y="544526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4" name="Elipse 693">
            <a:extLst>
              <a:ext uri="{FF2B5EF4-FFF2-40B4-BE49-F238E27FC236}">
                <a16:creationId xmlns:a16="http://schemas.microsoft.com/office/drawing/2014/main" id="{8647E069-359D-F829-3B94-83048071709B}"/>
              </a:ext>
            </a:extLst>
          </p:cNvPr>
          <p:cNvSpPr/>
          <p:nvPr/>
        </p:nvSpPr>
        <p:spPr>
          <a:xfrm rot="19333876">
            <a:off x="1393737" y="5351921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5" name="Conector recto 694">
            <a:extLst>
              <a:ext uri="{FF2B5EF4-FFF2-40B4-BE49-F238E27FC236}">
                <a16:creationId xmlns:a16="http://schemas.microsoft.com/office/drawing/2014/main" id="{BF1E9228-2DBE-FCD8-2FB1-E06B600FEA91}"/>
              </a:ext>
            </a:extLst>
          </p:cNvPr>
          <p:cNvCxnSpPr>
            <a:cxnSpLocks/>
          </p:cNvCxnSpPr>
          <p:nvPr/>
        </p:nvCxnSpPr>
        <p:spPr>
          <a:xfrm>
            <a:off x="1481811" y="553019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Rectángulo: esquinas redondeadas 481">
            <a:extLst>
              <a:ext uri="{FF2B5EF4-FFF2-40B4-BE49-F238E27FC236}">
                <a16:creationId xmlns:a16="http://schemas.microsoft.com/office/drawing/2014/main" id="{CC831451-1841-053E-917F-86CC75962985}"/>
              </a:ext>
            </a:extLst>
          </p:cNvPr>
          <p:cNvSpPr/>
          <p:nvPr/>
        </p:nvSpPr>
        <p:spPr>
          <a:xfrm>
            <a:off x="1613132" y="5724820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3" name="Rectángulo 482">
            <a:extLst>
              <a:ext uri="{FF2B5EF4-FFF2-40B4-BE49-F238E27FC236}">
                <a16:creationId xmlns:a16="http://schemas.microsoft.com/office/drawing/2014/main" id="{CDDEAA23-29EF-6172-8B53-CD4AFD2088DD}"/>
              </a:ext>
            </a:extLst>
          </p:cNvPr>
          <p:cNvSpPr/>
          <p:nvPr/>
        </p:nvSpPr>
        <p:spPr>
          <a:xfrm>
            <a:off x="1613086" y="5776943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4" name="Rectángulo: esquinas redondeadas 483">
            <a:extLst>
              <a:ext uri="{FF2B5EF4-FFF2-40B4-BE49-F238E27FC236}">
                <a16:creationId xmlns:a16="http://schemas.microsoft.com/office/drawing/2014/main" id="{23E3D9D8-BF8B-2B48-0FF4-828FD4DD09A0}"/>
              </a:ext>
            </a:extLst>
          </p:cNvPr>
          <p:cNvSpPr/>
          <p:nvPr/>
        </p:nvSpPr>
        <p:spPr>
          <a:xfrm>
            <a:off x="1646424" y="5732099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5" name="Elipse 484">
            <a:extLst>
              <a:ext uri="{FF2B5EF4-FFF2-40B4-BE49-F238E27FC236}">
                <a16:creationId xmlns:a16="http://schemas.microsoft.com/office/drawing/2014/main" id="{E029F0EA-C6B0-5AE3-6BC0-F15C243544A2}"/>
              </a:ext>
            </a:extLst>
          </p:cNvPr>
          <p:cNvSpPr/>
          <p:nvPr/>
        </p:nvSpPr>
        <p:spPr>
          <a:xfrm>
            <a:off x="1594092" y="5546883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CB6D3A63-7DA6-817D-292F-119DDF112D68}"/>
              </a:ext>
            </a:extLst>
          </p:cNvPr>
          <p:cNvSpPr/>
          <p:nvPr/>
        </p:nvSpPr>
        <p:spPr>
          <a:xfrm rot="872776">
            <a:off x="1660886" y="5525350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7" name="Conector recto 486">
            <a:extLst>
              <a:ext uri="{FF2B5EF4-FFF2-40B4-BE49-F238E27FC236}">
                <a16:creationId xmlns:a16="http://schemas.microsoft.com/office/drawing/2014/main" id="{07A1B914-ED42-B9BA-9C94-CF444033FC63}"/>
              </a:ext>
            </a:extLst>
          </p:cNvPr>
          <p:cNvCxnSpPr>
            <a:cxnSpLocks/>
          </p:cNvCxnSpPr>
          <p:nvPr/>
        </p:nvCxnSpPr>
        <p:spPr>
          <a:xfrm>
            <a:off x="1648854" y="563195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ector recto 487">
            <a:extLst>
              <a:ext uri="{FF2B5EF4-FFF2-40B4-BE49-F238E27FC236}">
                <a16:creationId xmlns:a16="http://schemas.microsoft.com/office/drawing/2014/main" id="{D0BC3FD3-612F-3629-EF82-CE2A15529E4C}"/>
              </a:ext>
            </a:extLst>
          </p:cNvPr>
          <p:cNvCxnSpPr>
            <a:cxnSpLocks/>
          </p:cNvCxnSpPr>
          <p:nvPr/>
        </p:nvCxnSpPr>
        <p:spPr>
          <a:xfrm flipV="1">
            <a:off x="1698092" y="563195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Elipse 488">
            <a:extLst>
              <a:ext uri="{FF2B5EF4-FFF2-40B4-BE49-F238E27FC236}">
                <a16:creationId xmlns:a16="http://schemas.microsoft.com/office/drawing/2014/main" id="{7D8ADBAE-DF4F-2E1F-93F3-5F8F349CA4D1}"/>
              </a:ext>
            </a:extLst>
          </p:cNvPr>
          <p:cNvSpPr/>
          <p:nvPr/>
        </p:nvSpPr>
        <p:spPr>
          <a:xfrm rot="19333876">
            <a:off x="1580427" y="5538611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0" name="Conector recto 489">
            <a:extLst>
              <a:ext uri="{FF2B5EF4-FFF2-40B4-BE49-F238E27FC236}">
                <a16:creationId xmlns:a16="http://schemas.microsoft.com/office/drawing/2014/main" id="{C3B8ABAE-AAEC-B97C-1F1B-CC78B734F113}"/>
              </a:ext>
            </a:extLst>
          </p:cNvPr>
          <p:cNvCxnSpPr>
            <a:cxnSpLocks/>
          </p:cNvCxnSpPr>
          <p:nvPr/>
        </p:nvCxnSpPr>
        <p:spPr>
          <a:xfrm>
            <a:off x="1668501" y="571688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ángulo 498">
            <a:extLst>
              <a:ext uri="{FF2B5EF4-FFF2-40B4-BE49-F238E27FC236}">
                <a16:creationId xmlns:a16="http://schemas.microsoft.com/office/drawing/2014/main" id="{8DCF2CBB-F992-F309-9EC4-6665991A8FFC}"/>
              </a:ext>
            </a:extLst>
          </p:cNvPr>
          <p:cNvSpPr/>
          <p:nvPr/>
        </p:nvSpPr>
        <p:spPr>
          <a:xfrm>
            <a:off x="1910645" y="5593347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0" name="Rectángulo: esquinas redondeadas 499">
            <a:extLst>
              <a:ext uri="{FF2B5EF4-FFF2-40B4-BE49-F238E27FC236}">
                <a16:creationId xmlns:a16="http://schemas.microsoft.com/office/drawing/2014/main" id="{5995C763-C982-3DEE-6C65-4B38F24B43AF}"/>
              </a:ext>
            </a:extLst>
          </p:cNvPr>
          <p:cNvSpPr/>
          <p:nvPr/>
        </p:nvSpPr>
        <p:spPr>
          <a:xfrm>
            <a:off x="1937404" y="5726799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1" name="Rectángulo 500">
            <a:extLst>
              <a:ext uri="{FF2B5EF4-FFF2-40B4-BE49-F238E27FC236}">
                <a16:creationId xmlns:a16="http://schemas.microsoft.com/office/drawing/2014/main" id="{6B6E343D-279F-5BD4-3430-B3033D973599}"/>
              </a:ext>
            </a:extLst>
          </p:cNvPr>
          <p:cNvSpPr/>
          <p:nvPr/>
        </p:nvSpPr>
        <p:spPr>
          <a:xfrm>
            <a:off x="1937358" y="577892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2" name="Rectángulo: esquinas redondeadas 501">
            <a:extLst>
              <a:ext uri="{FF2B5EF4-FFF2-40B4-BE49-F238E27FC236}">
                <a16:creationId xmlns:a16="http://schemas.microsoft.com/office/drawing/2014/main" id="{2B86D766-3DFF-D3FC-96BC-CD0F2BA22DAE}"/>
              </a:ext>
            </a:extLst>
          </p:cNvPr>
          <p:cNvSpPr/>
          <p:nvPr/>
        </p:nvSpPr>
        <p:spPr>
          <a:xfrm>
            <a:off x="1970696" y="5734078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3" name="Elipse 502">
            <a:extLst>
              <a:ext uri="{FF2B5EF4-FFF2-40B4-BE49-F238E27FC236}">
                <a16:creationId xmlns:a16="http://schemas.microsoft.com/office/drawing/2014/main" id="{1E4AA382-6C73-CEB9-2B4B-56824EEBC8C7}"/>
              </a:ext>
            </a:extLst>
          </p:cNvPr>
          <p:cNvSpPr/>
          <p:nvPr/>
        </p:nvSpPr>
        <p:spPr>
          <a:xfrm>
            <a:off x="1918364" y="554886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4" name="Elipse 503">
            <a:extLst>
              <a:ext uri="{FF2B5EF4-FFF2-40B4-BE49-F238E27FC236}">
                <a16:creationId xmlns:a16="http://schemas.microsoft.com/office/drawing/2014/main" id="{38AD73D0-A642-0860-D757-C0A6E9204A6C}"/>
              </a:ext>
            </a:extLst>
          </p:cNvPr>
          <p:cNvSpPr/>
          <p:nvPr/>
        </p:nvSpPr>
        <p:spPr>
          <a:xfrm rot="872776">
            <a:off x="1985158" y="5527329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5" name="Conector recto 504">
            <a:extLst>
              <a:ext uri="{FF2B5EF4-FFF2-40B4-BE49-F238E27FC236}">
                <a16:creationId xmlns:a16="http://schemas.microsoft.com/office/drawing/2014/main" id="{C1EE50A8-1D9B-7239-604D-0D5558624AE8}"/>
              </a:ext>
            </a:extLst>
          </p:cNvPr>
          <p:cNvCxnSpPr>
            <a:cxnSpLocks/>
          </p:cNvCxnSpPr>
          <p:nvPr/>
        </p:nvCxnSpPr>
        <p:spPr>
          <a:xfrm>
            <a:off x="1973126" y="563393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ector recto 505">
            <a:extLst>
              <a:ext uri="{FF2B5EF4-FFF2-40B4-BE49-F238E27FC236}">
                <a16:creationId xmlns:a16="http://schemas.microsoft.com/office/drawing/2014/main" id="{7B018C53-0A53-6C4B-2618-6595E718F325}"/>
              </a:ext>
            </a:extLst>
          </p:cNvPr>
          <p:cNvCxnSpPr>
            <a:cxnSpLocks/>
          </p:cNvCxnSpPr>
          <p:nvPr/>
        </p:nvCxnSpPr>
        <p:spPr>
          <a:xfrm flipV="1">
            <a:off x="2022364" y="563393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Elipse 506">
            <a:extLst>
              <a:ext uri="{FF2B5EF4-FFF2-40B4-BE49-F238E27FC236}">
                <a16:creationId xmlns:a16="http://schemas.microsoft.com/office/drawing/2014/main" id="{EA7E0EF7-0275-CF1E-2A01-1ADB5FB927A8}"/>
              </a:ext>
            </a:extLst>
          </p:cNvPr>
          <p:cNvSpPr/>
          <p:nvPr/>
        </p:nvSpPr>
        <p:spPr>
          <a:xfrm rot="19333876">
            <a:off x="1904699" y="5540590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8" name="Conector recto 507">
            <a:extLst>
              <a:ext uri="{FF2B5EF4-FFF2-40B4-BE49-F238E27FC236}">
                <a16:creationId xmlns:a16="http://schemas.microsoft.com/office/drawing/2014/main" id="{54372F81-CC11-38BB-EE05-619530CDE71C}"/>
              </a:ext>
            </a:extLst>
          </p:cNvPr>
          <p:cNvCxnSpPr>
            <a:cxnSpLocks/>
          </p:cNvCxnSpPr>
          <p:nvPr/>
        </p:nvCxnSpPr>
        <p:spPr>
          <a:xfrm>
            <a:off x="1992773" y="571886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Rectángulo: esquinas redondeadas 509">
            <a:extLst>
              <a:ext uri="{FF2B5EF4-FFF2-40B4-BE49-F238E27FC236}">
                <a16:creationId xmlns:a16="http://schemas.microsoft.com/office/drawing/2014/main" id="{20CE6464-3FCA-43E6-7BA6-4C1D7D6D61C3}"/>
              </a:ext>
            </a:extLst>
          </p:cNvPr>
          <p:cNvSpPr/>
          <p:nvPr/>
        </p:nvSpPr>
        <p:spPr>
          <a:xfrm>
            <a:off x="2406034" y="5736324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1" name="Rectángulo 510">
            <a:extLst>
              <a:ext uri="{FF2B5EF4-FFF2-40B4-BE49-F238E27FC236}">
                <a16:creationId xmlns:a16="http://schemas.microsoft.com/office/drawing/2014/main" id="{3B260C8F-56B0-1D5B-0DDD-455DC20CE7F7}"/>
              </a:ext>
            </a:extLst>
          </p:cNvPr>
          <p:cNvSpPr/>
          <p:nvPr/>
        </p:nvSpPr>
        <p:spPr>
          <a:xfrm>
            <a:off x="2405988" y="5788447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6" name="Rectángulo: esquinas redondeadas 695">
            <a:extLst>
              <a:ext uri="{FF2B5EF4-FFF2-40B4-BE49-F238E27FC236}">
                <a16:creationId xmlns:a16="http://schemas.microsoft.com/office/drawing/2014/main" id="{FC9389C9-752F-841D-7F85-2D7A4E6151F9}"/>
              </a:ext>
            </a:extLst>
          </p:cNvPr>
          <p:cNvSpPr/>
          <p:nvPr/>
        </p:nvSpPr>
        <p:spPr>
          <a:xfrm>
            <a:off x="2439326" y="5743603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7" name="Elipse 696">
            <a:extLst>
              <a:ext uri="{FF2B5EF4-FFF2-40B4-BE49-F238E27FC236}">
                <a16:creationId xmlns:a16="http://schemas.microsoft.com/office/drawing/2014/main" id="{77182EAA-868B-F605-704C-2FC2DB1CBD95}"/>
              </a:ext>
            </a:extLst>
          </p:cNvPr>
          <p:cNvSpPr/>
          <p:nvPr/>
        </p:nvSpPr>
        <p:spPr>
          <a:xfrm>
            <a:off x="2386994" y="5558387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8" name="Conector recto 697">
            <a:extLst>
              <a:ext uri="{FF2B5EF4-FFF2-40B4-BE49-F238E27FC236}">
                <a16:creationId xmlns:a16="http://schemas.microsoft.com/office/drawing/2014/main" id="{C2AE91DB-A420-20FD-41A5-E78543A6A6A0}"/>
              </a:ext>
            </a:extLst>
          </p:cNvPr>
          <p:cNvCxnSpPr>
            <a:cxnSpLocks/>
          </p:cNvCxnSpPr>
          <p:nvPr/>
        </p:nvCxnSpPr>
        <p:spPr>
          <a:xfrm>
            <a:off x="2441756" y="56434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onector recto 698">
            <a:extLst>
              <a:ext uri="{FF2B5EF4-FFF2-40B4-BE49-F238E27FC236}">
                <a16:creationId xmlns:a16="http://schemas.microsoft.com/office/drawing/2014/main" id="{94CFA81C-88D6-E706-36E9-7491CD89CC3E}"/>
              </a:ext>
            </a:extLst>
          </p:cNvPr>
          <p:cNvCxnSpPr>
            <a:cxnSpLocks/>
          </p:cNvCxnSpPr>
          <p:nvPr/>
        </p:nvCxnSpPr>
        <p:spPr>
          <a:xfrm flipV="1">
            <a:off x="2490994" y="56434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onector recto 699">
            <a:extLst>
              <a:ext uri="{FF2B5EF4-FFF2-40B4-BE49-F238E27FC236}">
                <a16:creationId xmlns:a16="http://schemas.microsoft.com/office/drawing/2014/main" id="{FF47AEB9-8BA0-83DD-6285-B0E8BEA6D47A}"/>
              </a:ext>
            </a:extLst>
          </p:cNvPr>
          <p:cNvCxnSpPr>
            <a:cxnSpLocks/>
          </p:cNvCxnSpPr>
          <p:nvPr/>
        </p:nvCxnSpPr>
        <p:spPr>
          <a:xfrm>
            <a:off x="2461403" y="57283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ángulo: esquinas redondeadas 700">
            <a:extLst>
              <a:ext uri="{FF2B5EF4-FFF2-40B4-BE49-F238E27FC236}">
                <a16:creationId xmlns:a16="http://schemas.microsoft.com/office/drawing/2014/main" id="{19E7F390-AAA6-F521-49C1-F4117BC0E269}"/>
              </a:ext>
            </a:extLst>
          </p:cNvPr>
          <p:cNvSpPr/>
          <p:nvPr/>
        </p:nvSpPr>
        <p:spPr>
          <a:xfrm>
            <a:off x="226714" y="5500706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2" name="Rectángulo 701">
            <a:extLst>
              <a:ext uri="{FF2B5EF4-FFF2-40B4-BE49-F238E27FC236}">
                <a16:creationId xmlns:a16="http://schemas.microsoft.com/office/drawing/2014/main" id="{4AE32C58-3409-676F-6840-5AE48ED55167}"/>
              </a:ext>
            </a:extLst>
          </p:cNvPr>
          <p:cNvSpPr/>
          <p:nvPr/>
        </p:nvSpPr>
        <p:spPr>
          <a:xfrm>
            <a:off x="226668" y="5552829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3" name="Rectángulo: esquinas redondeadas 702">
            <a:extLst>
              <a:ext uri="{FF2B5EF4-FFF2-40B4-BE49-F238E27FC236}">
                <a16:creationId xmlns:a16="http://schemas.microsoft.com/office/drawing/2014/main" id="{022999E5-EF9D-C8FF-0B74-4B787BF8DE51}"/>
              </a:ext>
            </a:extLst>
          </p:cNvPr>
          <p:cNvSpPr/>
          <p:nvPr/>
        </p:nvSpPr>
        <p:spPr>
          <a:xfrm>
            <a:off x="260006" y="5507985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1" name="Elipse 490">
            <a:extLst>
              <a:ext uri="{FF2B5EF4-FFF2-40B4-BE49-F238E27FC236}">
                <a16:creationId xmlns:a16="http://schemas.microsoft.com/office/drawing/2014/main" id="{5D6EF399-71EC-28E1-EB8B-BD4437C1C86C}"/>
              </a:ext>
            </a:extLst>
          </p:cNvPr>
          <p:cNvSpPr/>
          <p:nvPr/>
        </p:nvSpPr>
        <p:spPr>
          <a:xfrm>
            <a:off x="207674" y="5322769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2" name="Conector recto 491">
            <a:extLst>
              <a:ext uri="{FF2B5EF4-FFF2-40B4-BE49-F238E27FC236}">
                <a16:creationId xmlns:a16="http://schemas.microsoft.com/office/drawing/2014/main" id="{AE68228E-DCC4-FDA4-2443-87FB084214DA}"/>
              </a:ext>
            </a:extLst>
          </p:cNvPr>
          <p:cNvCxnSpPr>
            <a:cxnSpLocks/>
          </p:cNvCxnSpPr>
          <p:nvPr/>
        </p:nvCxnSpPr>
        <p:spPr>
          <a:xfrm>
            <a:off x="262436" y="540784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492">
            <a:extLst>
              <a:ext uri="{FF2B5EF4-FFF2-40B4-BE49-F238E27FC236}">
                <a16:creationId xmlns:a16="http://schemas.microsoft.com/office/drawing/2014/main" id="{BBAFB31C-6E75-8583-3576-11C4B2D75AC5}"/>
              </a:ext>
            </a:extLst>
          </p:cNvPr>
          <p:cNvCxnSpPr>
            <a:cxnSpLocks/>
          </p:cNvCxnSpPr>
          <p:nvPr/>
        </p:nvCxnSpPr>
        <p:spPr>
          <a:xfrm flipV="1">
            <a:off x="311674" y="540784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493">
            <a:extLst>
              <a:ext uri="{FF2B5EF4-FFF2-40B4-BE49-F238E27FC236}">
                <a16:creationId xmlns:a16="http://schemas.microsoft.com/office/drawing/2014/main" id="{1E83D689-698B-E4E3-FDBE-AD82E7867018}"/>
              </a:ext>
            </a:extLst>
          </p:cNvPr>
          <p:cNvCxnSpPr>
            <a:cxnSpLocks/>
          </p:cNvCxnSpPr>
          <p:nvPr/>
        </p:nvCxnSpPr>
        <p:spPr>
          <a:xfrm>
            <a:off x="282083" y="549277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Rectángulo: esquinas redondeadas 494">
            <a:extLst>
              <a:ext uri="{FF2B5EF4-FFF2-40B4-BE49-F238E27FC236}">
                <a16:creationId xmlns:a16="http://schemas.microsoft.com/office/drawing/2014/main" id="{2CB5DC29-D664-8541-8876-D585EDF93C24}"/>
              </a:ext>
            </a:extLst>
          </p:cNvPr>
          <p:cNvSpPr/>
          <p:nvPr/>
        </p:nvSpPr>
        <p:spPr>
          <a:xfrm>
            <a:off x="7127603" y="5724933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6" name="Rectángulo 495">
            <a:extLst>
              <a:ext uri="{FF2B5EF4-FFF2-40B4-BE49-F238E27FC236}">
                <a16:creationId xmlns:a16="http://schemas.microsoft.com/office/drawing/2014/main" id="{DF11B59D-E4BF-8860-5AA5-6288D803FC1E}"/>
              </a:ext>
            </a:extLst>
          </p:cNvPr>
          <p:cNvSpPr/>
          <p:nvPr/>
        </p:nvSpPr>
        <p:spPr>
          <a:xfrm>
            <a:off x="7127557" y="5777056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7" name="Rectángulo: esquinas redondeadas 496">
            <a:extLst>
              <a:ext uri="{FF2B5EF4-FFF2-40B4-BE49-F238E27FC236}">
                <a16:creationId xmlns:a16="http://schemas.microsoft.com/office/drawing/2014/main" id="{21BD99D7-357A-9E4F-8C98-F1724840808D}"/>
              </a:ext>
            </a:extLst>
          </p:cNvPr>
          <p:cNvSpPr/>
          <p:nvPr/>
        </p:nvSpPr>
        <p:spPr>
          <a:xfrm>
            <a:off x="7160895" y="5732212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8" name="Elipse 497">
            <a:extLst>
              <a:ext uri="{FF2B5EF4-FFF2-40B4-BE49-F238E27FC236}">
                <a16:creationId xmlns:a16="http://schemas.microsoft.com/office/drawing/2014/main" id="{012A1845-37C7-A9E9-1DC3-BD275DE124A2}"/>
              </a:ext>
            </a:extLst>
          </p:cNvPr>
          <p:cNvSpPr/>
          <p:nvPr/>
        </p:nvSpPr>
        <p:spPr>
          <a:xfrm>
            <a:off x="7108563" y="5546996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9" name="Conector recto 508">
            <a:extLst>
              <a:ext uri="{FF2B5EF4-FFF2-40B4-BE49-F238E27FC236}">
                <a16:creationId xmlns:a16="http://schemas.microsoft.com/office/drawing/2014/main" id="{1BF5607A-1246-2614-0DDD-D53D8301B526}"/>
              </a:ext>
            </a:extLst>
          </p:cNvPr>
          <p:cNvCxnSpPr>
            <a:cxnSpLocks/>
          </p:cNvCxnSpPr>
          <p:nvPr/>
        </p:nvCxnSpPr>
        <p:spPr>
          <a:xfrm>
            <a:off x="7163325" y="563207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ector recto 383">
            <a:extLst>
              <a:ext uri="{FF2B5EF4-FFF2-40B4-BE49-F238E27FC236}">
                <a16:creationId xmlns:a16="http://schemas.microsoft.com/office/drawing/2014/main" id="{21036F68-58C4-F614-8BE3-FCA05C7BA667}"/>
              </a:ext>
            </a:extLst>
          </p:cNvPr>
          <p:cNvCxnSpPr>
            <a:cxnSpLocks/>
          </p:cNvCxnSpPr>
          <p:nvPr/>
        </p:nvCxnSpPr>
        <p:spPr>
          <a:xfrm flipV="1">
            <a:off x="7212563" y="563207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384">
            <a:extLst>
              <a:ext uri="{FF2B5EF4-FFF2-40B4-BE49-F238E27FC236}">
                <a16:creationId xmlns:a16="http://schemas.microsoft.com/office/drawing/2014/main" id="{7EE2D52D-9EEA-5EAF-9475-32CBFB94CAE9}"/>
              </a:ext>
            </a:extLst>
          </p:cNvPr>
          <p:cNvCxnSpPr>
            <a:cxnSpLocks/>
          </p:cNvCxnSpPr>
          <p:nvPr/>
        </p:nvCxnSpPr>
        <p:spPr>
          <a:xfrm>
            <a:off x="7182972" y="571700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ángulo: esquinas redondeadas 385">
            <a:extLst>
              <a:ext uri="{FF2B5EF4-FFF2-40B4-BE49-F238E27FC236}">
                <a16:creationId xmlns:a16="http://schemas.microsoft.com/office/drawing/2014/main" id="{BCE03792-7E98-CD37-0EB6-93CF9F6E18FA}"/>
              </a:ext>
            </a:extLst>
          </p:cNvPr>
          <p:cNvSpPr/>
          <p:nvPr/>
        </p:nvSpPr>
        <p:spPr>
          <a:xfrm>
            <a:off x="6576010" y="569471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616E8D18-5CCB-D875-B248-1D0441C800CC}"/>
              </a:ext>
            </a:extLst>
          </p:cNvPr>
          <p:cNvSpPr/>
          <p:nvPr/>
        </p:nvSpPr>
        <p:spPr>
          <a:xfrm>
            <a:off x="6575964" y="574683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Rectángulo: esquinas redondeadas 387">
            <a:extLst>
              <a:ext uri="{FF2B5EF4-FFF2-40B4-BE49-F238E27FC236}">
                <a16:creationId xmlns:a16="http://schemas.microsoft.com/office/drawing/2014/main" id="{AB499D66-FA9A-DE39-7B77-7D0CC1E03165}"/>
              </a:ext>
            </a:extLst>
          </p:cNvPr>
          <p:cNvSpPr/>
          <p:nvPr/>
        </p:nvSpPr>
        <p:spPr>
          <a:xfrm>
            <a:off x="6609302" y="570199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Elipse 388">
            <a:extLst>
              <a:ext uri="{FF2B5EF4-FFF2-40B4-BE49-F238E27FC236}">
                <a16:creationId xmlns:a16="http://schemas.microsoft.com/office/drawing/2014/main" id="{2AE72D2C-B262-1B04-3E0A-1553B8EDF885}"/>
              </a:ext>
            </a:extLst>
          </p:cNvPr>
          <p:cNvSpPr/>
          <p:nvPr/>
        </p:nvSpPr>
        <p:spPr>
          <a:xfrm>
            <a:off x="6556970" y="551677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BC1E6569-0FA0-0541-A099-467B4A69BD4F}"/>
              </a:ext>
            </a:extLst>
          </p:cNvPr>
          <p:cNvCxnSpPr>
            <a:cxnSpLocks/>
          </p:cNvCxnSpPr>
          <p:nvPr/>
        </p:nvCxnSpPr>
        <p:spPr>
          <a:xfrm>
            <a:off x="6611732" y="560185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390">
            <a:extLst>
              <a:ext uri="{FF2B5EF4-FFF2-40B4-BE49-F238E27FC236}">
                <a16:creationId xmlns:a16="http://schemas.microsoft.com/office/drawing/2014/main" id="{501CC6AC-4553-CE71-C4CC-BF55015CB6FB}"/>
              </a:ext>
            </a:extLst>
          </p:cNvPr>
          <p:cNvCxnSpPr>
            <a:cxnSpLocks/>
          </p:cNvCxnSpPr>
          <p:nvPr/>
        </p:nvCxnSpPr>
        <p:spPr>
          <a:xfrm flipV="1">
            <a:off x="6660970" y="560185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79F921BA-5692-2DF4-0BD1-7F8764368848}"/>
              </a:ext>
            </a:extLst>
          </p:cNvPr>
          <p:cNvCxnSpPr>
            <a:cxnSpLocks/>
          </p:cNvCxnSpPr>
          <p:nvPr/>
        </p:nvCxnSpPr>
        <p:spPr>
          <a:xfrm>
            <a:off x="6631379" y="568678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Rectángulo: esquinas redondeadas 401">
            <a:extLst>
              <a:ext uri="{FF2B5EF4-FFF2-40B4-BE49-F238E27FC236}">
                <a16:creationId xmlns:a16="http://schemas.microsoft.com/office/drawing/2014/main" id="{65CCA4F8-6564-E2BB-00C5-6ED18844B458}"/>
              </a:ext>
            </a:extLst>
          </p:cNvPr>
          <p:cNvSpPr/>
          <p:nvPr/>
        </p:nvSpPr>
        <p:spPr>
          <a:xfrm>
            <a:off x="8883598" y="5521712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3" name="Rectángulo 402">
            <a:extLst>
              <a:ext uri="{FF2B5EF4-FFF2-40B4-BE49-F238E27FC236}">
                <a16:creationId xmlns:a16="http://schemas.microsoft.com/office/drawing/2014/main" id="{C3538678-A303-3B6A-4E2B-F96FBBE873C8}"/>
              </a:ext>
            </a:extLst>
          </p:cNvPr>
          <p:cNvSpPr/>
          <p:nvPr/>
        </p:nvSpPr>
        <p:spPr>
          <a:xfrm>
            <a:off x="8883552" y="5573835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4" name="Rectángulo: esquinas redondeadas 403">
            <a:extLst>
              <a:ext uri="{FF2B5EF4-FFF2-40B4-BE49-F238E27FC236}">
                <a16:creationId xmlns:a16="http://schemas.microsoft.com/office/drawing/2014/main" id="{0188EEF4-EBD2-6213-21B4-B79F5C8AEE89}"/>
              </a:ext>
            </a:extLst>
          </p:cNvPr>
          <p:cNvSpPr/>
          <p:nvPr/>
        </p:nvSpPr>
        <p:spPr>
          <a:xfrm>
            <a:off x="8916890" y="5528991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5" name="Elipse 404">
            <a:extLst>
              <a:ext uri="{FF2B5EF4-FFF2-40B4-BE49-F238E27FC236}">
                <a16:creationId xmlns:a16="http://schemas.microsoft.com/office/drawing/2014/main" id="{E4675364-5605-C86E-4AC6-2E7DBD0E5A86}"/>
              </a:ext>
            </a:extLst>
          </p:cNvPr>
          <p:cNvSpPr/>
          <p:nvPr/>
        </p:nvSpPr>
        <p:spPr>
          <a:xfrm>
            <a:off x="8864558" y="5343775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56C86FC6-852D-17D1-1AB0-D38C693F913D}"/>
              </a:ext>
            </a:extLst>
          </p:cNvPr>
          <p:cNvSpPr/>
          <p:nvPr/>
        </p:nvSpPr>
        <p:spPr>
          <a:xfrm rot="872776">
            <a:off x="8931352" y="5322242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7" name="Conector recto 406">
            <a:extLst>
              <a:ext uri="{FF2B5EF4-FFF2-40B4-BE49-F238E27FC236}">
                <a16:creationId xmlns:a16="http://schemas.microsoft.com/office/drawing/2014/main" id="{E4CC108B-9E6C-39C5-8668-9714ED57B523}"/>
              </a:ext>
            </a:extLst>
          </p:cNvPr>
          <p:cNvCxnSpPr>
            <a:cxnSpLocks/>
          </p:cNvCxnSpPr>
          <p:nvPr/>
        </p:nvCxnSpPr>
        <p:spPr>
          <a:xfrm>
            <a:off x="8919320" y="542885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407">
            <a:extLst>
              <a:ext uri="{FF2B5EF4-FFF2-40B4-BE49-F238E27FC236}">
                <a16:creationId xmlns:a16="http://schemas.microsoft.com/office/drawing/2014/main" id="{B5182629-5D19-15B0-81E2-B33A08854375}"/>
              </a:ext>
            </a:extLst>
          </p:cNvPr>
          <p:cNvCxnSpPr>
            <a:cxnSpLocks/>
          </p:cNvCxnSpPr>
          <p:nvPr/>
        </p:nvCxnSpPr>
        <p:spPr>
          <a:xfrm flipV="1">
            <a:off x="8968558" y="542885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Elipse 408">
            <a:extLst>
              <a:ext uri="{FF2B5EF4-FFF2-40B4-BE49-F238E27FC236}">
                <a16:creationId xmlns:a16="http://schemas.microsoft.com/office/drawing/2014/main" id="{B675DC54-656A-E04B-FC81-42EFC0C5580C}"/>
              </a:ext>
            </a:extLst>
          </p:cNvPr>
          <p:cNvSpPr/>
          <p:nvPr/>
        </p:nvSpPr>
        <p:spPr>
          <a:xfrm rot="19333876">
            <a:off x="8850893" y="5335503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7" name="Conector recto 436">
            <a:extLst>
              <a:ext uri="{FF2B5EF4-FFF2-40B4-BE49-F238E27FC236}">
                <a16:creationId xmlns:a16="http://schemas.microsoft.com/office/drawing/2014/main" id="{5681F345-8FC2-12C2-364D-0E98EC797D07}"/>
              </a:ext>
            </a:extLst>
          </p:cNvPr>
          <p:cNvCxnSpPr>
            <a:cxnSpLocks/>
          </p:cNvCxnSpPr>
          <p:nvPr/>
        </p:nvCxnSpPr>
        <p:spPr>
          <a:xfrm>
            <a:off x="8938967" y="551378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ángulo: esquinas redondeadas 437">
            <a:extLst>
              <a:ext uri="{FF2B5EF4-FFF2-40B4-BE49-F238E27FC236}">
                <a16:creationId xmlns:a16="http://schemas.microsoft.com/office/drawing/2014/main" id="{BBA74909-3324-7D76-74DE-D164DD9582B8}"/>
              </a:ext>
            </a:extLst>
          </p:cNvPr>
          <p:cNvSpPr/>
          <p:nvPr/>
        </p:nvSpPr>
        <p:spPr>
          <a:xfrm>
            <a:off x="5238201" y="5509538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9" name="Rectángulo 438">
            <a:extLst>
              <a:ext uri="{FF2B5EF4-FFF2-40B4-BE49-F238E27FC236}">
                <a16:creationId xmlns:a16="http://schemas.microsoft.com/office/drawing/2014/main" id="{FF392321-0157-DE70-B925-860DD9A4BDFA}"/>
              </a:ext>
            </a:extLst>
          </p:cNvPr>
          <p:cNvSpPr/>
          <p:nvPr/>
        </p:nvSpPr>
        <p:spPr>
          <a:xfrm>
            <a:off x="5238155" y="556166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0" name="Rectángulo: esquinas redondeadas 439">
            <a:extLst>
              <a:ext uri="{FF2B5EF4-FFF2-40B4-BE49-F238E27FC236}">
                <a16:creationId xmlns:a16="http://schemas.microsoft.com/office/drawing/2014/main" id="{8E5ABFA6-8712-E5F4-FB97-0EFFFA0A8097}"/>
              </a:ext>
            </a:extLst>
          </p:cNvPr>
          <p:cNvSpPr/>
          <p:nvPr/>
        </p:nvSpPr>
        <p:spPr>
          <a:xfrm>
            <a:off x="5271493" y="5516817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1" name="Elipse 440">
            <a:extLst>
              <a:ext uri="{FF2B5EF4-FFF2-40B4-BE49-F238E27FC236}">
                <a16:creationId xmlns:a16="http://schemas.microsoft.com/office/drawing/2014/main" id="{2B8653DF-BBA5-E351-3673-35DB0A8F297D}"/>
              </a:ext>
            </a:extLst>
          </p:cNvPr>
          <p:cNvSpPr/>
          <p:nvPr/>
        </p:nvSpPr>
        <p:spPr>
          <a:xfrm>
            <a:off x="5219161" y="533160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42" name="Conector recto 441">
            <a:extLst>
              <a:ext uri="{FF2B5EF4-FFF2-40B4-BE49-F238E27FC236}">
                <a16:creationId xmlns:a16="http://schemas.microsoft.com/office/drawing/2014/main" id="{22235395-4726-69EB-018F-828F27319525}"/>
              </a:ext>
            </a:extLst>
          </p:cNvPr>
          <p:cNvCxnSpPr>
            <a:cxnSpLocks/>
          </p:cNvCxnSpPr>
          <p:nvPr/>
        </p:nvCxnSpPr>
        <p:spPr>
          <a:xfrm>
            <a:off x="5273923" y="541667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ector recto 442">
            <a:extLst>
              <a:ext uri="{FF2B5EF4-FFF2-40B4-BE49-F238E27FC236}">
                <a16:creationId xmlns:a16="http://schemas.microsoft.com/office/drawing/2014/main" id="{36E2C2D4-87F2-8B96-4CAC-7F90AB6780CD}"/>
              </a:ext>
            </a:extLst>
          </p:cNvPr>
          <p:cNvCxnSpPr>
            <a:cxnSpLocks/>
          </p:cNvCxnSpPr>
          <p:nvPr/>
        </p:nvCxnSpPr>
        <p:spPr>
          <a:xfrm flipV="1">
            <a:off x="5323161" y="541667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ector recto 443">
            <a:extLst>
              <a:ext uri="{FF2B5EF4-FFF2-40B4-BE49-F238E27FC236}">
                <a16:creationId xmlns:a16="http://schemas.microsoft.com/office/drawing/2014/main" id="{7280417D-A9C7-892E-456D-52F0530E1B4D}"/>
              </a:ext>
            </a:extLst>
          </p:cNvPr>
          <p:cNvCxnSpPr>
            <a:cxnSpLocks/>
          </p:cNvCxnSpPr>
          <p:nvPr/>
        </p:nvCxnSpPr>
        <p:spPr>
          <a:xfrm>
            <a:off x="5293570" y="550160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ectángulo: esquinas redondeadas 444">
            <a:extLst>
              <a:ext uri="{FF2B5EF4-FFF2-40B4-BE49-F238E27FC236}">
                <a16:creationId xmlns:a16="http://schemas.microsoft.com/office/drawing/2014/main" id="{68F152E8-E2C5-53AE-7A65-EE442D915121}"/>
              </a:ext>
            </a:extLst>
          </p:cNvPr>
          <p:cNvSpPr/>
          <p:nvPr/>
        </p:nvSpPr>
        <p:spPr>
          <a:xfrm>
            <a:off x="5485157" y="5752172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EC10A79F-C6AD-75AD-40D8-53C3EF027A68}"/>
              </a:ext>
            </a:extLst>
          </p:cNvPr>
          <p:cNvSpPr/>
          <p:nvPr/>
        </p:nvSpPr>
        <p:spPr>
          <a:xfrm>
            <a:off x="5485111" y="5804295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5" name="Rectángulo: esquinas redondeadas 704">
            <a:extLst>
              <a:ext uri="{FF2B5EF4-FFF2-40B4-BE49-F238E27FC236}">
                <a16:creationId xmlns:a16="http://schemas.microsoft.com/office/drawing/2014/main" id="{C0274237-FA02-396D-E043-86FABC17B0B6}"/>
              </a:ext>
            </a:extLst>
          </p:cNvPr>
          <p:cNvSpPr/>
          <p:nvPr/>
        </p:nvSpPr>
        <p:spPr>
          <a:xfrm>
            <a:off x="5518449" y="5759451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6" name="Elipse 705">
            <a:extLst>
              <a:ext uri="{FF2B5EF4-FFF2-40B4-BE49-F238E27FC236}">
                <a16:creationId xmlns:a16="http://schemas.microsoft.com/office/drawing/2014/main" id="{5BB73095-FC51-8B63-39F1-06C86B8C8FBC}"/>
              </a:ext>
            </a:extLst>
          </p:cNvPr>
          <p:cNvSpPr/>
          <p:nvPr/>
        </p:nvSpPr>
        <p:spPr>
          <a:xfrm>
            <a:off x="5466117" y="5574235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7" name="Elipse 706">
            <a:extLst>
              <a:ext uri="{FF2B5EF4-FFF2-40B4-BE49-F238E27FC236}">
                <a16:creationId xmlns:a16="http://schemas.microsoft.com/office/drawing/2014/main" id="{865F733E-419C-1070-9742-2502895D2C6D}"/>
              </a:ext>
            </a:extLst>
          </p:cNvPr>
          <p:cNvSpPr/>
          <p:nvPr/>
        </p:nvSpPr>
        <p:spPr>
          <a:xfrm rot="872776">
            <a:off x="5532911" y="5552702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EA1D67BE-1DCD-D046-9A7D-E262DEEED98D}"/>
              </a:ext>
            </a:extLst>
          </p:cNvPr>
          <p:cNvCxnSpPr>
            <a:cxnSpLocks/>
          </p:cNvCxnSpPr>
          <p:nvPr/>
        </p:nvCxnSpPr>
        <p:spPr>
          <a:xfrm>
            <a:off x="5520879" y="565931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F38E0D3-8B4E-12C5-D618-BC132D8745DF}"/>
              </a:ext>
            </a:extLst>
          </p:cNvPr>
          <p:cNvCxnSpPr>
            <a:cxnSpLocks/>
          </p:cNvCxnSpPr>
          <p:nvPr/>
        </p:nvCxnSpPr>
        <p:spPr>
          <a:xfrm flipV="1">
            <a:off x="5570117" y="565931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Elipse 709">
            <a:extLst>
              <a:ext uri="{FF2B5EF4-FFF2-40B4-BE49-F238E27FC236}">
                <a16:creationId xmlns:a16="http://schemas.microsoft.com/office/drawing/2014/main" id="{91629783-63F7-FF48-EDDE-B78F6A64AAB5}"/>
              </a:ext>
            </a:extLst>
          </p:cNvPr>
          <p:cNvSpPr/>
          <p:nvPr/>
        </p:nvSpPr>
        <p:spPr>
          <a:xfrm rot="19333876">
            <a:off x="5452452" y="5565963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1" name="Conector recto 710">
            <a:extLst>
              <a:ext uri="{FF2B5EF4-FFF2-40B4-BE49-F238E27FC236}">
                <a16:creationId xmlns:a16="http://schemas.microsoft.com/office/drawing/2014/main" id="{623F3022-8A9E-939A-3C31-D4D6334D1453}"/>
              </a:ext>
            </a:extLst>
          </p:cNvPr>
          <p:cNvCxnSpPr>
            <a:cxnSpLocks/>
          </p:cNvCxnSpPr>
          <p:nvPr/>
        </p:nvCxnSpPr>
        <p:spPr>
          <a:xfrm>
            <a:off x="5540526" y="574424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Rectángulo: esquinas redondeadas 711">
            <a:extLst>
              <a:ext uri="{FF2B5EF4-FFF2-40B4-BE49-F238E27FC236}">
                <a16:creationId xmlns:a16="http://schemas.microsoft.com/office/drawing/2014/main" id="{C8DD6B4E-9944-7132-1B09-4B3531A4A9DA}"/>
              </a:ext>
            </a:extLst>
          </p:cNvPr>
          <p:cNvSpPr/>
          <p:nvPr/>
        </p:nvSpPr>
        <p:spPr>
          <a:xfrm>
            <a:off x="4960491" y="5502328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3" name="Rectángulo 712">
            <a:extLst>
              <a:ext uri="{FF2B5EF4-FFF2-40B4-BE49-F238E27FC236}">
                <a16:creationId xmlns:a16="http://schemas.microsoft.com/office/drawing/2014/main" id="{EF4AA0E3-626E-2D4E-3199-5B6799F42889}"/>
              </a:ext>
            </a:extLst>
          </p:cNvPr>
          <p:cNvSpPr/>
          <p:nvPr/>
        </p:nvSpPr>
        <p:spPr>
          <a:xfrm>
            <a:off x="4960445" y="555445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4" name="Rectángulo: esquinas redondeadas 713">
            <a:extLst>
              <a:ext uri="{FF2B5EF4-FFF2-40B4-BE49-F238E27FC236}">
                <a16:creationId xmlns:a16="http://schemas.microsoft.com/office/drawing/2014/main" id="{A77D9E59-0B31-F240-7C37-F5646183F397}"/>
              </a:ext>
            </a:extLst>
          </p:cNvPr>
          <p:cNvSpPr/>
          <p:nvPr/>
        </p:nvSpPr>
        <p:spPr>
          <a:xfrm>
            <a:off x="4993783" y="5509607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Elipse 714">
            <a:extLst>
              <a:ext uri="{FF2B5EF4-FFF2-40B4-BE49-F238E27FC236}">
                <a16:creationId xmlns:a16="http://schemas.microsoft.com/office/drawing/2014/main" id="{70F8BAA0-59B5-49A4-98A6-F6737CB724E6}"/>
              </a:ext>
            </a:extLst>
          </p:cNvPr>
          <p:cNvSpPr/>
          <p:nvPr/>
        </p:nvSpPr>
        <p:spPr>
          <a:xfrm>
            <a:off x="4941451" y="532439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6" name="Elipse 715">
            <a:extLst>
              <a:ext uri="{FF2B5EF4-FFF2-40B4-BE49-F238E27FC236}">
                <a16:creationId xmlns:a16="http://schemas.microsoft.com/office/drawing/2014/main" id="{9E964D91-A252-DF14-3C14-3AAB640560DF}"/>
              </a:ext>
            </a:extLst>
          </p:cNvPr>
          <p:cNvSpPr/>
          <p:nvPr/>
        </p:nvSpPr>
        <p:spPr>
          <a:xfrm rot="872776">
            <a:off x="5008245" y="530285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7" name="Conector recto 716">
            <a:extLst>
              <a:ext uri="{FF2B5EF4-FFF2-40B4-BE49-F238E27FC236}">
                <a16:creationId xmlns:a16="http://schemas.microsoft.com/office/drawing/2014/main" id="{F5F34CB2-56F7-93FC-0349-E1638CDFF767}"/>
              </a:ext>
            </a:extLst>
          </p:cNvPr>
          <p:cNvCxnSpPr>
            <a:cxnSpLocks/>
          </p:cNvCxnSpPr>
          <p:nvPr/>
        </p:nvCxnSpPr>
        <p:spPr>
          <a:xfrm>
            <a:off x="4996213" y="540946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5BA6C332-9C77-A71E-A8D1-4C29887A7BC0}"/>
              </a:ext>
            </a:extLst>
          </p:cNvPr>
          <p:cNvCxnSpPr>
            <a:cxnSpLocks/>
          </p:cNvCxnSpPr>
          <p:nvPr/>
        </p:nvCxnSpPr>
        <p:spPr>
          <a:xfrm flipV="1">
            <a:off x="5045451" y="540946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Elipse 718">
            <a:extLst>
              <a:ext uri="{FF2B5EF4-FFF2-40B4-BE49-F238E27FC236}">
                <a16:creationId xmlns:a16="http://schemas.microsoft.com/office/drawing/2014/main" id="{69A4CB5B-FC3E-5D1D-4976-087AFB901598}"/>
              </a:ext>
            </a:extLst>
          </p:cNvPr>
          <p:cNvSpPr/>
          <p:nvPr/>
        </p:nvSpPr>
        <p:spPr>
          <a:xfrm rot="19333876">
            <a:off x="4927786" y="531611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E053DBFF-28B5-1679-A979-29501C423333}"/>
              </a:ext>
            </a:extLst>
          </p:cNvPr>
          <p:cNvCxnSpPr>
            <a:cxnSpLocks/>
          </p:cNvCxnSpPr>
          <p:nvPr/>
        </p:nvCxnSpPr>
        <p:spPr>
          <a:xfrm>
            <a:off x="5015860" y="549439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Rectángulo 720">
            <a:extLst>
              <a:ext uri="{FF2B5EF4-FFF2-40B4-BE49-F238E27FC236}">
                <a16:creationId xmlns:a16="http://schemas.microsoft.com/office/drawing/2014/main" id="{5E027DFB-AE23-C5EA-D4FB-4C6865A48E95}"/>
              </a:ext>
            </a:extLst>
          </p:cNvPr>
          <p:cNvSpPr/>
          <p:nvPr/>
        </p:nvSpPr>
        <p:spPr>
          <a:xfrm>
            <a:off x="5100037" y="5599374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2" name="Rectángulo: esquinas redondeadas 721">
            <a:extLst>
              <a:ext uri="{FF2B5EF4-FFF2-40B4-BE49-F238E27FC236}">
                <a16:creationId xmlns:a16="http://schemas.microsoft.com/office/drawing/2014/main" id="{7A90B752-DC10-C074-07AB-245654456FD4}"/>
              </a:ext>
            </a:extLst>
          </p:cNvPr>
          <p:cNvSpPr/>
          <p:nvPr/>
        </p:nvSpPr>
        <p:spPr>
          <a:xfrm>
            <a:off x="5126796" y="5732826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3" name="Rectángulo 722">
            <a:extLst>
              <a:ext uri="{FF2B5EF4-FFF2-40B4-BE49-F238E27FC236}">
                <a16:creationId xmlns:a16="http://schemas.microsoft.com/office/drawing/2014/main" id="{3DD125DC-6101-D49E-DEF6-C2FA945AE9F2}"/>
              </a:ext>
            </a:extLst>
          </p:cNvPr>
          <p:cNvSpPr/>
          <p:nvPr/>
        </p:nvSpPr>
        <p:spPr>
          <a:xfrm>
            <a:off x="5126750" y="578494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4" name="Rectángulo: esquinas redondeadas 723">
            <a:extLst>
              <a:ext uri="{FF2B5EF4-FFF2-40B4-BE49-F238E27FC236}">
                <a16:creationId xmlns:a16="http://schemas.microsoft.com/office/drawing/2014/main" id="{CD2E45B2-CD89-756C-BE0C-D2476E7E2DB5}"/>
              </a:ext>
            </a:extLst>
          </p:cNvPr>
          <p:cNvSpPr/>
          <p:nvPr/>
        </p:nvSpPr>
        <p:spPr>
          <a:xfrm>
            <a:off x="5160088" y="5740105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5" name="Elipse 724">
            <a:extLst>
              <a:ext uri="{FF2B5EF4-FFF2-40B4-BE49-F238E27FC236}">
                <a16:creationId xmlns:a16="http://schemas.microsoft.com/office/drawing/2014/main" id="{D6EE7040-14E0-0B82-C05A-1845A3A09E94}"/>
              </a:ext>
            </a:extLst>
          </p:cNvPr>
          <p:cNvSpPr/>
          <p:nvPr/>
        </p:nvSpPr>
        <p:spPr>
          <a:xfrm>
            <a:off x="5107756" y="555488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6" name="Elipse 725">
            <a:extLst>
              <a:ext uri="{FF2B5EF4-FFF2-40B4-BE49-F238E27FC236}">
                <a16:creationId xmlns:a16="http://schemas.microsoft.com/office/drawing/2014/main" id="{4A066223-FD7A-A3D5-2250-2EAC6C6E6499}"/>
              </a:ext>
            </a:extLst>
          </p:cNvPr>
          <p:cNvSpPr/>
          <p:nvPr/>
        </p:nvSpPr>
        <p:spPr>
          <a:xfrm rot="872776">
            <a:off x="5174550" y="5533356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65DFF321-6911-F86F-2DA6-68275A01FA3D}"/>
              </a:ext>
            </a:extLst>
          </p:cNvPr>
          <p:cNvCxnSpPr>
            <a:cxnSpLocks/>
          </p:cNvCxnSpPr>
          <p:nvPr/>
        </p:nvCxnSpPr>
        <p:spPr>
          <a:xfrm>
            <a:off x="5162518" y="56399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DE69933D-9461-E817-A7ED-1EA1C5899FB8}"/>
              </a:ext>
            </a:extLst>
          </p:cNvPr>
          <p:cNvCxnSpPr>
            <a:cxnSpLocks/>
          </p:cNvCxnSpPr>
          <p:nvPr/>
        </p:nvCxnSpPr>
        <p:spPr>
          <a:xfrm flipV="1">
            <a:off x="5211756" y="56399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9" name="Elipse 728">
            <a:extLst>
              <a:ext uri="{FF2B5EF4-FFF2-40B4-BE49-F238E27FC236}">
                <a16:creationId xmlns:a16="http://schemas.microsoft.com/office/drawing/2014/main" id="{D00E6425-ABBF-4464-F0BB-FD949670709A}"/>
              </a:ext>
            </a:extLst>
          </p:cNvPr>
          <p:cNvSpPr/>
          <p:nvPr/>
        </p:nvSpPr>
        <p:spPr>
          <a:xfrm rot="19333876">
            <a:off x="5094091" y="5546617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0588A483-951D-CA14-C5CD-194F55F937E8}"/>
              </a:ext>
            </a:extLst>
          </p:cNvPr>
          <p:cNvCxnSpPr>
            <a:cxnSpLocks/>
          </p:cNvCxnSpPr>
          <p:nvPr/>
        </p:nvCxnSpPr>
        <p:spPr>
          <a:xfrm>
            <a:off x="5182165" y="57248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1" name="Rectángulo: esquinas redondeadas 730">
            <a:extLst>
              <a:ext uri="{FF2B5EF4-FFF2-40B4-BE49-F238E27FC236}">
                <a16:creationId xmlns:a16="http://schemas.microsoft.com/office/drawing/2014/main" id="{16BAB519-D28F-9DDA-AAAC-E4E7D208B6C3}"/>
              </a:ext>
            </a:extLst>
          </p:cNvPr>
          <p:cNvSpPr/>
          <p:nvPr/>
        </p:nvSpPr>
        <p:spPr>
          <a:xfrm>
            <a:off x="4831975" y="5736643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BFDC4E46-DB42-C6B7-38D0-78DBDE4CA4F1}"/>
              </a:ext>
            </a:extLst>
          </p:cNvPr>
          <p:cNvSpPr/>
          <p:nvPr/>
        </p:nvSpPr>
        <p:spPr>
          <a:xfrm>
            <a:off x="4831929" y="578876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3" name="Rectángulo: esquinas redondeadas 732">
            <a:extLst>
              <a:ext uri="{FF2B5EF4-FFF2-40B4-BE49-F238E27FC236}">
                <a16:creationId xmlns:a16="http://schemas.microsoft.com/office/drawing/2014/main" id="{0A70E015-8CDF-4AEC-4E63-D5CAC65BD848}"/>
              </a:ext>
            </a:extLst>
          </p:cNvPr>
          <p:cNvSpPr/>
          <p:nvPr/>
        </p:nvSpPr>
        <p:spPr>
          <a:xfrm>
            <a:off x="4865267" y="5743922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Elipse 733">
            <a:extLst>
              <a:ext uri="{FF2B5EF4-FFF2-40B4-BE49-F238E27FC236}">
                <a16:creationId xmlns:a16="http://schemas.microsoft.com/office/drawing/2014/main" id="{24EDF0D4-7BCD-F030-69B9-8CB24E6295ED}"/>
              </a:ext>
            </a:extLst>
          </p:cNvPr>
          <p:cNvSpPr/>
          <p:nvPr/>
        </p:nvSpPr>
        <p:spPr>
          <a:xfrm>
            <a:off x="4812935" y="555870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5" name="Elipse 734">
            <a:extLst>
              <a:ext uri="{FF2B5EF4-FFF2-40B4-BE49-F238E27FC236}">
                <a16:creationId xmlns:a16="http://schemas.microsoft.com/office/drawing/2014/main" id="{60146B8F-628A-8ADC-CEBC-CC04EB25438F}"/>
              </a:ext>
            </a:extLst>
          </p:cNvPr>
          <p:cNvSpPr/>
          <p:nvPr/>
        </p:nvSpPr>
        <p:spPr>
          <a:xfrm rot="872776">
            <a:off x="4879729" y="553717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6" name="Conector recto 735">
            <a:extLst>
              <a:ext uri="{FF2B5EF4-FFF2-40B4-BE49-F238E27FC236}">
                <a16:creationId xmlns:a16="http://schemas.microsoft.com/office/drawing/2014/main" id="{9B5C01BD-D2F0-2F06-58ED-5C88095AE1B9}"/>
              </a:ext>
            </a:extLst>
          </p:cNvPr>
          <p:cNvCxnSpPr>
            <a:cxnSpLocks/>
          </p:cNvCxnSpPr>
          <p:nvPr/>
        </p:nvCxnSpPr>
        <p:spPr>
          <a:xfrm>
            <a:off x="4867697" y="564378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onector recto 736">
            <a:extLst>
              <a:ext uri="{FF2B5EF4-FFF2-40B4-BE49-F238E27FC236}">
                <a16:creationId xmlns:a16="http://schemas.microsoft.com/office/drawing/2014/main" id="{ACF88F09-79EE-4BE2-BC3A-756C0465542D}"/>
              </a:ext>
            </a:extLst>
          </p:cNvPr>
          <p:cNvCxnSpPr>
            <a:cxnSpLocks/>
          </p:cNvCxnSpPr>
          <p:nvPr/>
        </p:nvCxnSpPr>
        <p:spPr>
          <a:xfrm flipV="1">
            <a:off x="4916935" y="564378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Elipse 737">
            <a:extLst>
              <a:ext uri="{FF2B5EF4-FFF2-40B4-BE49-F238E27FC236}">
                <a16:creationId xmlns:a16="http://schemas.microsoft.com/office/drawing/2014/main" id="{9C3C8E59-E873-F244-0377-793BEE5DF336}"/>
              </a:ext>
            </a:extLst>
          </p:cNvPr>
          <p:cNvSpPr/>
          <p:nvPr/>
        </p:nvSpPr>
        <p:spPr>
          <a:xfrm rot="19333876">
            <a:off x="4799270" y="555043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9" name="Conector recto 738">
            <a:extLst>
              <a:ext uri="{FF2B5EF4-FFF2-40B4-BE49-F238E27FC236}">
                <a16:creationId xmlns:a16="http://schemas.microsoft.com/office/drawing/2014/main" id="{3F660FCB-21B3-30BE-40CF-CD2216AB6091}"/>
              </a:ext>
            </a:extLst>
          </p:cNvPr>
          <p:cNvCxnSpPr>
            <a:cxnSpLocks/>
          </p:cNvCxnSpPr>
          <p:nvPr/>
        </p:nvCxnSpPr>
        <p:spPr>
          <a:xfrm>
            <a:off x="4887344" y="572871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" name="Rectángulo: esquinas redondeadas 739">
            <a:extLst>
              <a:ext uri="{FF2B5EF4-FFF2-40B4-BE49-F238E27FC236}">
                <a16:creationId xmlns:a16="http://schemas.microsoft.com/office/drawing/2014/main" id="{392486C8-A736-C0CD-89EE-137D1E684D12}"/>
              </a:ext>
            </a:extLst>
          </p:cNvPr>
          <p:cNvSpPr/>
          <p:nvPr/>
        </p:nvSpPr>
        <p:spPr>
          <a:xfrm>
            <a:off x="11097392" y="5269695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1" name="Rectángulo 740">
            <a:extLst>
              <a:ext uri="{FF2B5EF4-FFF2-40B4-BE49-F238E27FC236}">
                <a16:creationId xmlns:a16="http://schemas.microsoft.com/office/drawing/2014/main" id="{2E2F6FA1-1D5F-31C5-B60D-DED4678618F5}"/>
              </a:ext>
            </a:extLst>
          </p:cNvPr>
          <p:cNvSpPr/>
          <p:nvPr/>
        </p:nvSpPr>
        <p:spPr>
          <a:xfrm>
            <a:off x="11097346" y="532181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2" name="Rectángulo: esquinas redondeadas 741">
            <a:extLst>
              <a:ext uri="{FF2B5EF4-FFF2-40B4-BE49-F238E27FC236}">
                <a16:creationId xmlns:a16="http://schemas.microsoft.com/office/drawing/2014/main" id="{9562C6CD-AEA9-E05F-A0C4-CDCF8A56B8BE}"/>
              </a:ext>
            </a:extLst>
          </p:cNvPr>
          <p:cNvSpPr/>
          <p:nvPr/>
        </p:nvSpPr>
        <p:spPr>
          <a:xfrm>
            <a:off x="11130684" y="5276974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3" name="Elipse 742">
            <a:extLst>
              <a:ext uri="{FF2B5EF4-FFF2-40B4-BE49-F238E27FC236}">
                <a16:creationId xmlns:a16="http://schemas.microsoft.com/office/drawing/2014/main" id="{C71FC2BB-B6B4-5FA9-3C19-8EA29BFA90BD}"/>
              </a:ext>
            </a:extLst>
          </p:cNvPr>
          <p:cNvSpPr/>
          <p:nvPr/>
        </p:nvSpPr>
        <p:spPr>
          <a:xfrm>
            <a:off x="11078352" y="509175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Elipse 743">
            <a:extLst>
              <a:ext uri="{FF2B5EF4-FFF2-40B4-BE49-F238E27FC236}">
                <a16:creationId xmlns:a16="http://schemas.microsoft.com/office/drawing/2014/main" id="{D570D7C8-C2A2-61F9-A67D-4774E6FEDA9A}"/>
              </a:ext>
            </a:extLst>
          </p:cNvPr>
          <p:cNvSpPr/>
          <p:nvPr/>
        </p:nvSpPr>
        <p:spPr>
          <a:xfrm rot="872776">
            <a:off x="11145146" y="507022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5" name="Conector recto 744">
            <a:extLst>
              <a:ext uri="{FF2B5EF4-FFF2-40B4-BE49-F238E27FC236}">
                <a16:creationId xmlns:a16="http://schemas.microsoft.com/office/drawing/2014/main" id="{6D7294E2-B8AE-CDC3-B71F-330E2AAEECAC}"/>
              </a:ext>
            </a:extLst>
          </p:cNvPr>
          <p:cNvCxnSpPr>
            <a:cxnSpLocks/>
          </p:cNvCxnSpPr>
          <p:nvPr/>
        </p:nvCxnSpPr>
        <p:spPr>
          <a:xfrm>
            <a:off x="11133114" y="51768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onector recto 745">
            <a:extLst>
              <a:ext uri="{FF2B5EF4-FFF2-40B4-BE49-F238E27FC236}">
                <a16:creationId xmlns:a16="http://schemas.microsoft.com/office/drawing/2014/main" id="{9DCD2CEC-827B-7855-BD11-235812E5F0D1}"/>
              </a:ext>
            </a:extLst>
          </p:cNvPr>
          <p:cNvCxnSpPr>
            <a:cxnSpLocks/>
          </p:cNvCxnSpPr>
          <p:nvPr/>
        </p:nvCxnSpPr>
        <p:spPr>
          <a:xfrm flipV="1">
            <a:off x="11182352" y="51768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" name="Elipse 746">
            <a:extLst>
              <a:ext uri="{FF2B5EF4-FFF2-40B4-BE49-F238E27FC236}">
                <a16:creationId xmlns:a16="http://schemas.microsoft.com/office/drawing/2014/main" id="{4BEC147D-E640-33CC-2ED6-4FF2F0F533BD}"/>
              </a:ext>
            </a:extLst>
          </p:cNvPr>
          <p:cNvSpPr/>
          <p:nvPr/>
        </p:nvSpPr>
        <p:spPr>
          <a:xfrm rot="19333876">
            <a:off x="11064687" y="508348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8" name="Conector recto 747">
            <a:extLst>
              <a:ext uri="{FF2B5EF4-FFF2-40B4-BE49-F238E27FC236}">
                <a16:creationId xmlns:a16="http://schemas.microsoft.com/office/drawing/2014/main" id="{6BC704AD-EBA7-1910-80D1-ACBF9BD7B1CE}"/>
              </a:ext>
            </a:extLst>
          </p:cNvPr>
          <p:cNvCxnSpPr>
            <a:cxnSpLocks/>
          </p:cNvCxnSpPr>
          <p:nvPr/>
        </p:nvCxnSpPr>
        <p:spPr>
          <a:xfrm>
            <a:off x="11152761" y="52617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9" name="Rectángulo: esquinas redondeadas 748">
            <a:extLst>
              <a:ext uri="{FF2B5EF4-FFF2-40B4-BE49-F238E27FC236}">
                <a16:creationId xmlns:a16="http://schemas.microsoft.com/office/drawing/2014/main" id="{69AF4FCD-9FCA-1AD4-4859-46CE5085008D}"/>
              </a:ext>
            </a:extLst>
          </p:cNvPr>
          <p:cNvSpPr/>
          <p:nvPr/>
        </p:nvSpPr>
        <p:spPr>
          <a:xfrm>
            <a:off x="11577776" y="527974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0" name="Rectángulo 749">
            <a:extLst>
              <a:ext uri="{FF2B5EF4-FFF2-40B4-BE49-F238E27FC236}">
                <a16:creationId xmlns:a16="http://schemas.microsoft.com/office/drawing/2014/main" id="{81F43A4E-6867-12EA-47A9-D4A4D4846555}"/>
              </a:ext>
            </a:extLst>
          </p:cNvPr>
          <p:cNvSpPr/>
          <p:nvPr/>
        </p:nvSpPr>
        <p:spPr>
          <a:xfrm>
            <a:off x="11577730" y="533186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: esquinas redondeadas 750">
            <a:extLst>
              <a:ext uri="{FF2B5EF4-FFF2-40B4-BE49-F238E27FC236}">
                <a16:creationId xmlns:a16="http://schemas.microsoft.com/office/drawing/2014/main" id="{7EE45049-B8D6-E9F0-A893-0C5505496C45}"/>
              </a:ext>
            </a:extLst>
          </p:cNvPr>
          <p:cNvSpPr/>
          <p:nvPr/>
        </p:nvSpPr>
        <p:spPr>
          <a:xfrm>
            <a:off x="11611068" y="528702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Elipse 751">
            <a:extLst>
              <a:ext uri="{FF2B5EF4-FFF2-40B4-BE49-F238E27FC236}">
                <a16:creationId xmlns:a16="http://schemas.microsoft.com/office/drawing/2014/main" id="{AAE2452B-61CE-E37E-CC49-3D0CB34103D5}"/>
              </a:ext>
            </a:extLst>
          </p:cNvPr>
          <p:cNvSpPr/>
          <p:nvPr/>
        </p:nvSpPr>
        <p:spPr>
          <a:xfrm>
            <a:off x="11558736" y="510180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Elipse 752">
            <a:extLst>
              <a:ext uri="{FF2B5EF4-FFF2-40B4-BE49-F238E27FC236}">
                <a16:creationId xmlns:a16="http://schemas.microsoft.com/office/drawing/2014/main" id="{078F9773-473A-3BD7-EFFB-013D66544C5E}"/>
              </a:ext>
            </a:extLst>
          </p:cNvPr>
          <p:cNvSpPr/>
          <p:nvPr/>
        </p:nvSpPr>
        <p:spPr>
          <a:xfrm rot="872776">
            <a:off x="11625530" y="508027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4" name="Conector recto 753">
            <a:extLst>
              <a:ext uri="{FF2B5EF4-FFF2-40B4-BE49-F238E27FC236}">
                <a16:creationId xmlns:a16="http://schemas.microsoft.com/office/drawing/2014/main" id="{C72F4F22-4480-9E2F-2AFB-491FFE623121}"/>
              </a:ext>
            </a:extLst>
          </p:cNvPr>
          <p:cNvCxnSpPr>
            <a:cxnSpLocks/>
          </p:cNvCxnSpPr>
          <p:nvPr/>
        </p:nvCxnSpPr>
        <p:spPr>
          <a:xfrm>
            <a:off x="11613498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Conector recto 754">
            <a:extLst>
              <a:ext uri="{FF2B5EF4-FFF2-40B4-BE49-F238E27FC236}">
                <a16:creationId xmlns:a16="http://schemas.microsoft.com/office/drawing/2014/main" id="{5B281343-6209-0AFC-70BA-0156A098E089}"/>
              </a:ext>
            </a:extLst>
          </p:cNvPr>
          <p:cNvCxnSpPr>
            <a:cxnSpLocks/>
          </p:cNvCxnSpPr>
          <p:nvPr/>
        </p:nvCxnSpPr>
        <p:spPr>
          <a:xfrm flipV="1">
            <a:off x="11662736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Elipse 755">
            <a:extLst>
              <a:ext uri="{FF2B5EF4-FFF2-40B4-BE49-F238E27FC236}">
                <a16:creationId xmlns:a16="http://schemas.microsoft.com/office/drawing/2014/main" id="{8BB4FD09-A8B8-6E66-9075-E33B964EC345}"/>
              </a:ext>
            </a:extLst>
          </p:cNvPr>
          <p:cNvSpPr/>
          <p:nvPr/>
        </p:nvSpPr>
        <p:spPr>
          <a:xfrm rot="19333876">
            <a:off x="11545071" y="509353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7" name="Conector recto 756">
            <a:extLst>
              <a:ext uri="{FF2B5EF4-FFF2-40B4-BE49-F238E27FC236}">
                <a16:creationId xmlns:a16="http://schemas.microsoft.com/office/drawing/2014/main" id="{EF0A36F7-9EF7-F692-8832-2E213E06CC76}"/>
              </a:ext>
            </a:extLst>
          </p:cNvPr>
          <p:cNvCxnSpPr>
            <a:cxnSpLocks/>
          </p:cNvCxnSpPr>
          <p:nvPr/>
        </p:nvCxnSpPr>
        <p:spPr>
          <a:xfrm>
            <a:off x="11633145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" name="Rectángulo: esquinas redondeadas 757">
            <a:extLst>
              <a:ext uri="{FF2B5EF4-FFF2-40B4-BE49-F238E27FC236}">
                <a16:creationId xmlns:a16="http://schemas.microsoft.com/office/drawing/2014/main" id="{46DFD73C-2817-76EE-4CC3-D1BB6DFC31FC}"/>
              </a:ext>
            </a:extLst>
          </p:cNvPr>
          <p:cNvSpPr/>
          <p:nvPr/>
        </p:nvSpPr>
        <p:spPr>
          <a:xfrm>
            <a:off x="10989071" y="5508753"/>
            <a:ext cx="165953" cy="16351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61CB126B-36B1-A3F5-B162-79E552EC4B44}"/>
              </a:ext>
            </a:extLst>
          </p:cNvPr>
          <p:cNvSpPr/>
          <p:nvPr/>
        </p:nvSpPr>
        <p:spPr>
          <a:xfrm>
            <a:off x="10989025" y="556087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: esquinas redondeadas 759">
            <a:extLst>
              <a:ext uri="{FF2B5EF4-FFF2-40B4-BE49-F238E27FC236}">
                <a16:creationId xmlns:a16="http://schemas.microsoft.com/office/drawing/2014/main" id="{75732D6C-022D-7CD7-BDAA-450446A005EC}"/>
              </a:ext>
            </a:extLst>
          </p:cNvPr>
          <p:cNvSpPr/>
          <p:nvPr/>
        </p:nvSpPr>
        <p:spPr>
          <a:xfrm>
            <a:off x="11022363" y="5516032"/>
            <a:ext cx="104775" cy="1656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Elipse 760">
            <a:extLst>
              <a:ext uri="{FF2B5EF4-FFF2-40B4-BE49-F238E27FC236}">
                <a16:creationId xmlns:a16="http://schemas.microsoft.com/office/drawing/2014/main" id="{E970F081-DB12-4495-DD77-49F40FED8660}"/>
              </a:ext>
            </a:extLst>
          </p:cNvPr>
          <p:cNvSpPr/>
          <p:nvPr/>
        </p:nvSpPr>
        <p:spPr>
          <a:xfrm>
            <a:off x="10970031" y="533081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Elipse 761">
            <a:extLst>
              <a:ext uri="{FF2B5EF4-FFF2-40B4-BE49-F238E27FC236}">
                <a16:creationId xmlns:a16="http://schemas.microsoft.com/office/drawing/2014/main" id="{AECEB6E7-1142-BE08-DBDF-87F404BD797F}"/>
              </a:ext>
            </a:extLst>
          </p:cNvPr>
          <p:cNvSpPr/>
          <p:nvPr/>
        </p:nvSpPr>
        <p:spPr>
          <a:xfrm rot="872776">
            <a:off x="11036825" y="530928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3" name="Conector recto 762">
            <a:extLst>
              <a:ext uri="{FF2B5EF4-FFF2-40B4-BE49-F238E27FC236}">
                <a16:creationId xmlns:a16="http://schemas.microsoft.com/office/drawing/2014/main" id="{BB60F7E7-C352-1E7E-C686-25A3F49E0733}"/>
              </a:ext>
            </a:extLst>
          </p:cNvPr>
          <p:cNvCxnSpPr>
            <a:cxnSpLocks/>
          </p:cNvCxnSpPr>
          <p:nvPr/>
        </p:nvCxnSpPr>
        <p:spPr>
          <a:xfrm>
            <a:off x="11024793" y="541589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Conector recto 763">
            <a:extLst>
              <a:ext uri="{FF2B5EF4-FFF2-40B4-BE49-F238E27FC236}">
                <a16:creationId xmlns:a16="http://schemas.microsoft.com/office/drawing/2014/main" id="{82D3494B-D726-2B3A-981C-67FEED40FDCF}"/>
              </a:ext>
            </a:extLst>
          </p:cNvPr>
          <p:cNvCxnSpPr>
            <a:cxnSpLocks/>
          </p:cNvCxnSpPr>
          <p:nvPr/>
        </p:nvCxnSpPr>
        <p:spPr>
          <a:xfrm flipV="1">
            <a:off x="11074031" y="541589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Elipse 764">
            <a:extLst>
              <a:ext uri="{FF2B5EF4-FFF2-40B4-BE49-F238E27FC236}">
                <a16:creationId xmlns:a16="http://schemas.microsoft.com/office/drawing/2014/main" id="{EEDEBDF6-7578-42CA-588F-EC47CA53051B}"/>
              </a:ext>
            </a:extLst>
          </p:cNvPr>
          <p:cNvSpPr/>
          <p:nvPr/>
        </p:nvSpPr>
        <p:spPr>
          <a:xfrm rot="19333876">
            <a:off x="10956366" y="532254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6" name="Conector recto 765">
            <a:extLst>
              <a:ext uri="{FF2B5EF4-FFF2-40B4-BE49-F238E27FC236}">
                <a16:creationId xmlns:a16="http://schemas.microsoft.com/office/drawing/2014/main" id="{F43E1B98-7281-C517-7657-C23B06E0F10D}"/>
              </a:ext>
            </a:extLst>
          </p:cNvPr>
          <p:cNvCxnSpPr>
            <a:cxnSpLocks/>
          </p:cNvCxnSpPr>
          <p:nvPr/>
        </p:nvCxnSpPr>
        <p:spPr>
          <a:xfrm>
            <a:off x="11044440" y="550082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Rectángulo: esquinas redondeadas 766">
            <a:extLst>
              <a:ext uri="{FF2B5EF4-FFF2-40B4-BE49-F238E27FC236}">
                <a16:creationId xmlns:a16="http://schemas.microsoft.com/office/drawing/2014/main" id="{BDF37FEA-2FBB-7608-C6AC-67385D4596E0}"/>
              </a:ext>
            </a:extLst>
          </p:cNvPr>
          <p:cNvSpPr/>
          <p:nvPr/>
        </p:nvSpPr>
        <p:spPr>
          <a:xfrm>
            <a:off x="11142651" y="5714114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8" name="Rectángulo 767">
            <a:extLst>
              <a:ext uri="{FF2B5EF4-FFF2-40B4-BE49-F238E27FC236}">
                <a16:creationId xmlns:a16="http://schemas.microsoft.com/office/drawing/2014/main" id="{3D03D148-61E6-9F4D-B3E6-2B69DDBA272D}"/>
              </a:ext>
            </a:extLst>
          </p:cNvPr>
          <p:cNvSpPr/>
          <p:nvPr/>
        </p:nvSpPr>
        <p:spPr>
          <a:xfrm>
            <a:off x="11142605" y="576623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9" name="Rectángulo: esquinas redondeadas 768">
            <a:extLst>
              <a:ext uri="{FF2B5EF4-FFF2-40B4-BE49-F238E27FC236}">
                <a16:creationId xmlns:a16="http://schemas.microsoft.com/office/drawing/2014/main" id="{6D63C44C-6EFF-C1DB-DC5A-A00272A5AB9B}"/>
              </a:ext>
            </a:extLst>
          </p:cNvPr>
          <p:cNvSpPr/>
          <p:nvPr/>
        </p:nvSpPr>
        <p:spPr>
          <a:xfrm>
            <a:off x="11175943" y="5721393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0" name="Elipse 769">
            <a:extLst>
              <a:ext uri="{FF2B5EF4-FFF2-40B4-BE49-F238E27FC236}">
                <a16:creationId xmlns:a16="http://schemas.microsoft.com/office/drawing/2014/main" id="{B5FB39DC-4B83-018E-7EC6-16C28DB4F115}"/>
              </a:ext>
            </a:extLst>
          </p:cNvPr>
          <p:cNvSpPr/>
          <p:nvPr/>
        </p:nvSpPr>
        <p:spPr>
          <a:xfrm>
            <a:off x="11123611" y="553617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1" name="Elipse 770">
            <a:extLst>
              <a:ext uri="{FF2B5EF4-FFF2-40B4-BE49-F238E27FC236}">
                <a16:creationId xmlns:a16="http://schemas.microsoft.com/office/drawing/2014/main" id="{C0E46464-1F03-23D3-8DDD-9C11E6B4ECB3}"/>
              </a:ext>
            </a:extLst>
          </p:cNvPr>
          <p:cNvSpPr/>
          <p:nvPr/>
        </p:nvSpPr>
        <p:spPr>
          <a:xfrm rot="872776">
            <a:off x="11190405" y="551464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2" name="Conector recto 771">
            <a:extLst>
              <a:ext uri="{FF2B5EF4-FFF2-40B4-BE49-F238E27FC236}">
                <a16:creationId xmlns:a16="http://schemas.microsoft.com/office/drawing/2014/main" id="{963DE6C3-A19A-0EC5-5836-B50AE7504175}"/>
              </a:ext>
            </a:extLst>
          </p:cNvPr>
          <p:cNvCxnSpPr>
            <a:cxnSpLocks/>
          </p:cNvCxnSpPr>
          <p:nvPr/>
        </p:nvCxnSpPr>
        <p:spPr>
          <a:xfrm>
            <a:off x="11178373" y="562125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Conector recto 772">
            <a:extLst>
              <a:ext uri="{FF2B5EF4-FFF2-40B4-BE49-F238E27FC236}">
                <a16:creationId xmlns:a16="http://schemas.microsoft.com/office/drawing/2014/main" id="{5672DE1A-2280-0B61-FE96-8D8B140D131F}"/>
              </a:ext>
            </a:extLst>
          </p:cNvPr>
          <p:cNvCxnSpPr>
            <a:cxnSpLocks/>
          </p:cNvCxnSpPr>
          <p:nvPr/>
        </p:nvCxnSpPr>
        <p:spPr>
          <a:xfrm flipV="1">
            <a:off x="11227611" y="562125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4" name="Elipse 773">
            <a:extLst>
              <a:ext uri="{FF2B5EF4-FFF2-40B4-BE49-F238E27FC236}">
                <a16:creationId xmlns:a16="http://schemas.microsoft.com/office/drawing/2014/main" id="{B6963B53-53C2-819A-C73A-19393DEFAAAA}"/>
              </a:ext>
            </a:extLst>
          </p:cNvPr>
          <p:cNvSpPr/>
          <p:nvPr/>
        </p:nvSpPr>
        <p:spPr>
          <a:xfrm rot="19333876">
            <a:off x="11109946" y="552790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5" name="Conector recto 774">
            <a:extLst>
              <a:ext uri="{FF2B5EF4-FFF2-40B4-BE49-F238E27FC236}">
                <a16:creationId xmlns:a16="http://schemas.microsoft.com/office/drawing/2014/main" id="{75BF0738-E473-460B-17E4-8EBB2369550C}"/>
              </a:ext>
            </a:extLst>
          </p:cNvPr>
          <p:cNvCxnSpPr>
            <a:cxnSpLocks/>
          </p:cNvCxnSpPr>
          <p:nvPr/>
        </p:nvCxnSpPr>
        <p:spPr>
          <a:xfrm>
            <a:off x="11198020" y="570618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Rectángulo 775">
            <a:extLst>
              <a:ext uri="{FF2B5EF4-FFF2-40B4-BE49-F238E27FC236}">
                <a16:creationId xmlns:a16="http://schemas.microsoft.com/office/drawing/2014/main" id="{0A146CA3-0F0F-ECF7-8393-D6FB1A3FA836}"/>
              </a:ext>
            </a:extLst>
          </p:cNvPr>
          <p:cNvSpPr/>
          <p:nvPr/>
        </p:nvSpPr>
        <p:spPr>
          <a:xfrm>
            <a:off x="11689424" y="5381892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7" name="Rectángulo: esquinas redondeadas 776">
            <a:extLst>
              <a:ext uri="{FF2B5EF4-FFF2-40B4-BE49-F238E27FC236}">
                <a16:creationId xmlns:a16="http://schemas.microsoft.com/office/drawing/2014/main" id="{0FC39992-9380-3A0D-7F56-25907221C420}"/>
              </a:ext>
            </a:extLst>
          </p:cNvPr>
          <p:cNvSpPr/>
          <p:nvPr/>
        </p:nvSpPr>
        <p:spPr>
          <a:xfrm>
            <a:off x="11716183" y="5515344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8" name="Rectángulo 777">
            <a:extLst>
              <a:ext uri="{FF2B5EF4-FFF2-40B4-BE49-F238E27FC236}">
                <a16:creationId xmlns:a16="http://schemas.microsoft.com/office/drawing/2014/main" id="{B1B5C1C0-3499-975D-CE60-429D388EE169}"/>
              </a:ext>
            </a:extLst>
          </p:cNvPr>
          <p:cNvSpPr/>
          <p:nvPr/>
        </p:nvSpPr>
        <p:spPr>
          <a:xfrm>
            <a:off x="11716137" y="5567467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9" name="Rectángulo: esquinas redondeadas 778">
            <a:extLst>
              <a:ext uri="{FF2B5EF4-FFF2-40B4-BE49-F238E27FC236}">
                <a16:creationId xmlns:a16="http://schemas.microsoft.com/office/drawing/2014/main" id="{8A87B46B-3864-C732-6BF8-7B4EAFA41B91}"/>
              </a:ext>
            </a:extLst>
          </p:cNvPr>
          <p:cNvSpPr/>
          <p:nvPr/>
        </p:nvSpPr>
        <p:spPr>
          <a:xfrm>
            <a:off x="11749475" y="5522623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0" name="Elipse 779">
            <a:extLst>
              <a:ext uri="{FF2B5EF4-FFF2-40B4-BE49-F238E27FC236}">
                <a16:creationId xmlns:a16="http://schemas.microsoft.com/office/drawing/2014/main" id="{60E8A1D0-67D1-5283-82CF-05DE8F3DAA1C}"/>
              </a:ext>
            </a:extLst>
          </p:cNvPr>
          <p:cNvSpPr/>
          <p:nvPr/>
        </p:nvSpPr>
        <p:spPr>
          <a:xfrm>
            <a:off x="11697143" y="5337407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1" name="Elipse 780">
            <a:extLst>
              <a:ext uri="{FF2B5EF4-FFF2-40B4-BE49-F238E27FC236}">
                <a16:creationId xmlns:a16="http://schemas.microsoft.com/office/drawing/2014/main" id="{BF34A94C-B79A-9D4F-2265-10BE87554FEE}"/>
              </a:ext>
            </a:extLst>
          </p:cNvPr>
          <p:cNvSpPr/>
          <p:nvPr/>
        </p:nvSpPr>
        <p:spPr>
          <a:xfrm rot="872776">
            <a:off x="11763937" y="531587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2" name="Conector recto 781">
            <a:extLst>
              <a:ext uri="{FF2B5EF4-FFF2-40B4-BE49-F238E27FC236}">
                <a16:creationId xmlns:a16="http://schemas.microsoft.com/office/drawing/2014/main" id="{BC505C50-E7F7-3E60-E6EF-E541B77F4727}"/>
              </a:ext>
            </a:extLst>
          </p:cNvPr>
          <p:cNvCxnSpPr>
            <a:cxnSpLocks/>
          </p:cNvCxnSpPr>
          <p:nvPr/>
        </p:nvCxnSpPr>
        <p:spPr>
          <a:xfrm>
            <a:off x="11751905" y="54224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Conector recto 782">
            <a:extLst>
              <a:ext uri="{FF2B5EF4-FFF2-40B4-BE49-F238E27FC236}">
                <a16:creationId xmlns:a16="http://schemas.microsoft.com/office/drawing/2014/main" id="{6487FA65-3F80-72FC-9244-D3AD2DC08A65}"/>
              </a:ext>
            </a:extLst>
          </p:cNvPr>
          <p:cNvCxnSpPr>
            <a:cxnSpLocks/>
          </p:cNvCxnSpPr>
          <p:nvPr/>
        </p:nvCxnSpPr>
        <p:spPr>
          <a:xfrm flipV="1">
            <a:off x="11801143" y="54224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Elipse 783">
            <a:extLst>
              <a:ext uri="{FF2B5EF4-FFF2-40B4-BE49-F238E27FC236}">
                <a16:creationId xmlns:a16="http://schemas.microsoft.com/office/drawing/2014/main" id="{E698C285-693E-E548-B051-F56E067EF79C}"/>
              </a:ext>
            </a:extLst>
          </p:cNvPr>
          <p:cNvSpPr/>
          <p:nvPr/>
        </p:nvSpPr>
        <p:spPr>
          <a:xfrm rot="19333876">
            <a:off x="11683478" y="532913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5" name="Conector recto 784">
            <a:extLst>
              <a:ext uri="{FF2B5EF4-FFF2-40B4-BE49-F238E27FC236}">
                <a16:creationId xmlns:a16="http://schemas.microsoft.com/office/drawing/2014/main" id="{7768096F-51DC-F23E-F824-66504033BE73}"/>
              </a:ext>
            </a:extLst>
          </p:cNvPr>
          <p:cNvCxnSpPr>
            <a:cxnSpLocks/>
          </p:cNvCxnSpPr>
          <p:nvPr/>
        </p:nvCxnSpPr>
        <p:spPr>
          <a:xfrm>
            <a:off x="11771552" y="55074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Rectángulo 785">
            <a:extLst>
              <a:ext uri="{FF2B5EF4-FFF2-40B4-BE49-F238E27FC236}">
                <a16:creationId xmlns:a16="http://schemas.microsoft.com/office/drawing/2014/main" id="{317C32FC-0E21-38FB-5BC3-E048D3B21805}"/>
              </a:ext>
            </a:extLst>
          </p:cNvPr>
          <p:cNvSpPr/>
          <p:nvPr/>
        </p:nvSpPr>
        <p:spPr>
          <a:xfrm>
            <a:off x="11644725" y="5590172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7" name="Rectángulo: esquinas redondeadas 786">
            <a:extLst>
              <a:ext uri="{FF2B5EF4-FFF2-40B4-BE49-F238E27FC236}">
                <a16:creationId xmlns:a16="http://schemas.microsoft.com/office/drawing/2014/main" id="{2FFB5021-4B63-6608-1BBD-99BEE589FEAC}"/>
              </a:ext>
            </a:extLst>
          </p:cNvPr>
          <p:cNvSpPr/>
          <p:nvPr/>
        </p:nvSpPr>
        <p:spPr>
          <a:xfrm>
            <a:off x="11671484" y="5723624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8" name="Rectángulo 787">
            <a:extLst>
              <a:ext uri="{FF2B5EF4-FFF2-40B4-BE49-F238E27FC236}">
                <a16:creationId xmlns:a16="http://schemas.microsoft.com/office/drawing/2014/main" id="{DB696CBD-352F-F8A6-98ED-2CC9B5C5F519}"/>
              </a:ext>
            </a:extLst>
          </p:cNvPr>
          <p:cNvSpPr/>
          <p:nvPr/>
        </p:nvSpPr>
        <p:spPr>
          <a:xfrm>
            <a:off x="11671438" y="577574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9" name="Rectángulo: esquinas redondeadas 788">
            <a:extLst>
              <a:ext uri="{FF2B5EF4-FFF2-40B4-BE49-F238E27FC236}">
                <a16:creationId xmlns:a16="http://schemas.microsoft.com/office/drawing/2014/main" id="{A201ED3B-1A9B-3B6D-F4C8-F97667DF328F}"/>
              </a:ext>
            </a:extLst>
          </p:cNvPr>
          <p:cNvSpPr/>
          <p:nvPr/>
        </p:nvSpPr>
        <p:spPr>
          <a:xfrm>
            <a:off x="11704776" y="5730903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0" name="Elipse 789">
            <a:extLst>
              <a:ext uri="{FF2B5EF4-FFF2-40B4-BE49-F238E27FC236}">
                <a16:creationId xmlns:a16="http://schemas.microsoft.com/office/drawing/2014/main" id="{A8572D6F-3E57-CE95-CD02-EF2FB119D986}"/>
              </a:ext>
            </a:extLst>
          </p:cNvPr>
          <p:cNvSpPr/>
          <p:nvPr/>
        </p:nvSpPr>
        <p:spPr>
          <a:xfrm>
            <a:off x="11652444" y="55456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1" name="Elipse 790">
            <a:extLst>
              <a:ext uri="{FF2B5EF4-FFF2-40B4-BE49-F238E27FC236}">
                <a16:creationId xmlns:a16="http://schemas.microsoft.com/office/drawing/2014/main" id="{5690A3F1-1C34-F564-59B2-55E9D1773233}"/>
              </a:ext>
            </a:extLst>
          </p:cNvPr>
          <p:cNvSpPr/>
          <p:nvPr/>
        </p:nvSpPr>
        <p:spPr>
          <a:xfrm rot="872776">
            <a:off x="11719238" y="5524154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2" name="Conector recto 791">
            <a:extLst>
              <a:ext uri="{FF2B5EF4-FFF2-40B4-BE49-F238E27FC236}">
                <a16:creationId xmlns:a16="http://schemas.microsoft.com/office/drawing/2014/main" id="{09140B94-CA78-562F-8106-30D678EDE753}"/>
              </a:ext>
            </a:extLst>
          </p:cNvPr>
          <p:cNvCxnSpPr>
            <a:cxnSpLocks/>
          </p:cNvCxnSpPr>
          <p:nvPr/>
        </p:nvCxnSpPr>
        <p:spPr>
          <a:xfrm>
            <a:off x="11707206" y="56307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recto 792">
            <a:extLst>
              <a:ext uri="{FF2B5EF4-FFF2-40B4-BE49-F238E27FC236}">
                <a16:creationId xmlns:a16="http://schemas.microsoft.com/office/drawing/2014/main" id="{65A33804-AACB-182D-98E9-611EE9C7D0FB}"/>
              </a:ext>
            </a:extLst>
          </p:cNvPr>
          <p:cNvCxnSpPr>
            <a:cxnSpLocks/>
          </p:cNvCxnSpPr>
          <p:nvPr/>
        </p:nvCxnSpPr>
        <p:spPr>
          <a:xfrm flipV="1">
            <a:off x="11756444" y="56307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Elipse 793">
            <a:extLst>
              <a:ext uri="{FF2B5EF4-FFF2-40B4-BE49-F238E27FC236}">
                <a16:creationId xmlns:a16="http://schemas.microsoft.com/office/drawing/2014/main" id="{3ED0776F-22E6-4DCB-0E0B-A21E9473E518}"/>
              </a:ext>
            </a:extLst>
          </p:cNvPr>
          <p:cNvSpPr/>
          <p:nvPr/>
        </p:nvSpPr>
        <p:spPr>
          <a:xfrm rot="19333876">
            <a:off x="11638779" y="5537415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5" name="Conector recto 794">
            <a:extLst>
              <a:ext uri="{FF2B5EF4-FFF2-40B4-BE49-F238E27FC236}">
                <a16:creationId xmlns:a16="http://schemas.microsoft.com/office/drawing/2014/main" id="{83194C38-F7EB-E931-016B-D8C68E76729A}"/>
              </a:ext>
            </a:extLst>
          </p:cNvPr>
          <p:cNvCxnSpPr>
            <a:cxnSpLocks/>
          </p:cNvCxnSpPr>
          <p:nvPr/>
        </p:nvCxnSpPr>
        <p:spPr>
          <a:xfrm>
            <a:off x="11726853" y="57156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Rectángulo: esquinas redondeadas 795">
            <a:extLst>
              <a:ext uri="{FF2B5EF4-FFF2-40B4-BE49-F238E27FC236}">
                <a16:creationId xmlns:a16="http://schemas.microsoft.com/office/drawing/2014/main" id="{9C7D3297-A2A6-DDB2-8098-7CB6AD8BE378}"/>
              </a:ext>
            </a:extLst>
          </p:cNvPr>
          <p:cNvSpPr/>
          <p:nvPr/>
        </p:nvSpPr>
        <p:spPr>
          <a:xfrm>
            <a:off x="11407617" y="5714748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7" name="Rectángulo 796">
            <a:extLst>
              <a:ext uri="{FF2B5EF4-FFF2-40B4-BE49-F238E27FC236}">
                <a16:creationId xmlns:a16="http://schemas.microsoft.com/office/drawing/2014/main" id="{DB94F364-2E77-2B8A-29F7-27354999BADB}"/>
              </a:ext>
            </a:extLst>
          </p:cNvPr>
          <p:cNvSpPr/>
          <p:nvPr/>
        </p:nvSpPr>
        <p:spPr>
          <a:xfrm>
            <a:off x="11407571" y="5766871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8" name="Rectángulo: esquinas redondeadas 797">
            <a:extLst>
              <a:ext uri="{FF2B5EF4-FFF2-40B4-BE49-F238E27FC236}">
                <a16:creationId xmlns:a16="http://schemas.microsoft.com/office/drawing/2014/main" id="{E306F513-F2C8-4887-92D3-A9AF51ADE010}"/>
              </a:ext>
            </a:extLst>
          </p:cNvPr>
          <p:cNvSpPr/>
          <p:nvPr/>
        </p:nvSpPr>
        <p:spPr>
          <a:xfrm>
            <a:off x="11440909" y="5722027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9" name="Elipse 798">
            <a:extLst>
              <a:ext uri="{FF2B5EF4-FFF2-40B4-BE49-F238E27FC236}">
                <a16:creationId xmlns:a16="http://schemas.microsoft.com/office/drawing/2014/main" id="{8337B69B-2005-293A-5A02-DA52EF90A4CE}"/>
              </a:ext>
            </a:extLst>
          </p:cNvPr>
          <p:cNvSpPr/>
          <p:nvPr/>
        </p:nvSpPr>
        <p:spPr>
          <a:xfrm>
            <a:off x="11388577" y="5536811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0" name="Conector recto 799">
            <a:extLst>
              <a:ext uri="{FF2B5EF4-FFF2-40B4-BE49-F238E27FC236}">
                <a16:creationId xmlns:a16="http://schemas.microsoft.com/office/drawing/2014/main" id="{4324310A-3D76-B3A4-0D47-2D3F60A030E1}"/>
              </a:ext>
            </a:extLst>
          </p:cNvPr>
          <p:cNvCxnSpPr>
            <a:cxnSpLocks/>
          </p:cNvCxnSpPr>
          <p:nvPr/>
        </p:nvCxnSpPr>
        <p:spPr>
          <a:xfrm>
            <a:off x="11443339" y="562188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Conector recto 800">
            <a:extLst>
              <a:ext uri="{FF2B5EF4-FFF2-40B4-BE49-F238E27FC236}">
                <a16:creationId xmlns:a16="http://schemas.microsoft.com/office/drawing/2014/main" id="{F03213F2-C65A-6846-0E0E-548D8186B802}"/>
              </a:ext>
            </a:extLst>
          </p:cNvPr>
          <p:cNvCxnSpPr>
            <a:cxnSpLocks/>
          </p:cNvCxnSpPr>
          <p:nvPr/>
        </p:nvCxnSpPr>
        <p:spPr>
          <a:xfrm flipV="1">
            <a:off x="11492577" y="562188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Conector recto 801">
            <a:extLst>
              <a:ext uri="{FF2B5EF4-FFF2-40B4-BE49-F238E27FC236}">
                <a16:creationId xmlns:a16="http://schemas.microsoft.com/office/drawing/2014/main" id="{AA51B632-10BE-B089-E127-E398B883576E}"/>
              </a:ext>
            </a:extLst>
          </p:cNvPr>
          <p:cNvCxnSpPr>
            <a:cxnSpLocks/>
          </p:cNvCxnSpPr>
          <p:nvPr/>
        </p:nvCxnSpPr>
        <p:spPr>
          <a:xfrm>
            <a:off x="11462986" y="570681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Rectángulo: esquinas redondeadas 802">
            <a:extLst>
              <a:ext uri="{FF2B5EF4-FFF2-40B4-BE49-F238E27FC236}">
                <a16:creationId xmlns:a16="http://schemas.microsoft.com/office/drawing/2014/main" id="{3D95616D-459D-C3BD-6705-9D9FFE77FB18}"/>
              </a:ext>
            </a:extLst>
          </p:cNvPr>
          <p:cNvSpPr/>
          <p:nvPr/>
        </p:nvSpPr>
        <p:spPr>
          <a:xfrm>
            <a:off x="9953885" y="5500706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4" name="Rectángulo 803">
            <a:extLst>
              <a:ext uri="{FF2B5EF4-FFF2-40B4-BE49-F238E27FC236}">
                <a16:creationId xmlns:a16="http://schemas.microsoft.com/office/drawing/2014/main" id="{67B14F50-B46F-F526-F7F9-CBA2AF217938}"/>
              </a:ext>
            </a:extLst>
          </p:cNvPr>
          <p:cNvSpPr/>
          <p:nvPr/>
        </p:nvSpPr>
        <p:spPr>
          <a:xfrm>
            <a:off x="9953839" y="5552829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5" name="Rectángulo: esquinas redondeadas 804">
            <a:extLst>
              <a:ext uri="{FF2B5EF4-FFF2-40B4-BE49-F238E27FC236}">
                <a16:creationId xmlns:a16="http://schemas.microsoft.com/office/drawing/2014/main" id="{9B3736C2-B4BD-9150-874C-1DDA5FE904FE}"/>
              </a:ext>
            </a:extLst>
          </p:cNvPr>
          <p:cNvSpPr/>
          <p:nvPr/>
        </p:nvSpPr>
        <p:spPr>
          <a:xfrm>
            <a:off x="9987177" y="5507985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6" name="Elipse 805">
            <a:extLst>
              <a:ext uri="{FF2B5EF4-FFF2-40B4-BE49-F238E27FC236}">
                <a16:creationId xmlns:a16="http://schemas.microsoft.com/office/drawing/2014/main" id="{FD37AA13-9796-86B0-4961-B9ED1218B355}"/>
              </a:ext>
            </a:extLst>
          </p:cNvPr>
          <p:cNvSpPr/>
          <p:nvPr/>
        </p:nvSpPr>
        <p:spPr>
          <a:xfrm>
            <a:off x="9934845" y="5322769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7" name="Conector recto 806">
            <a:extLst>
              <a:ext uri="{FF2B5EF4-FFF2-40B4-BE49-F238E27FC236}">
                <a16:creationId xmlns:a16="http://schemas.microsoft.com/office/drawing/2014/main" id="{BAA272DC-3774-5F1C-6358-73968B098E01}"/>
              </a:ext>
            </a:extLst>
          </p:cNvPr>
          <p:cNvCxnSpPr>
            <a:cxnSpLocks/>
          </p:cNvCxnSpPr>
          <p:nvPr/>
        </p:nvCxnSpPr>
        <p:spPr>
          <a:xfrm>
            <a:off x="9989607" y="540784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Conector recto 807">
            <a:extLst>
              <a:ext uri="{FF2B5EF4-FFF2-40B4-BE49-F238E27FC236}">
                <a16:creationId xmlns:a16="http://schemas.microsoft.com/office/drawing/2014/main" id="{EDF1B1C0-E993-13B1-3336-E84CE515DB75}"/>
              </a:ext>
            </a:extLst>
          </p:cNvPr>
          <p:cNvCxnSpPr>
            <a:cxnSpLocks/>
          </p:cNvCxnSpPr>
          <p:nvPr/>
        </p:nvCxnSpPr>
        <p:spPr>
          <a:xfrm flipV="1">
            <a:off x="10038845" y="540784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Conector recto 808">
            <a:extLst>
              <a:ext uri="{FF2B5EF4-FFF2-40B4-BE49-F238E27FC236}">
                <a16:creationId xmlns:a16="http://schemas.microsoft.com/office/drawing/2014/main" id="{31CD452A-3E89-51F6-3645-2077FACB8963}"/>
              </a:ext>
            </a:extLst>
          </p:cNvPr>
          <p:cNvCxnSpPr>
            <a:cxnSpLocks/>
          </p:cNvCxnSpPr>
          <p:nvPr/>
        </p:nvCxnSpPr>
        <p:spPr>
          <a:xfrm>
            <a:off x="10009254" y="549277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0" name="Rectángulo: esquinas redondeadas 809">
            <a:extLst>
              <a:ext uri="{FF2B5EF4-FFF2-40B4-BE49-F238E27FC236}">
                <a16:creationId xmlns:a16="http://schemas.microsoft.com/office/drawing/2014/main" id="{D623D6B3-F815-3FBB-00A7-F50CEEBF49A2}"/>
              </a:ext>
            </a:extLst>
          </p:cNvPr>
          <p:cNvSpPr/>
          <p:nvPr/>
        </p:nvSpPr>
        <p:spPr>
          <a:xfrm>
            <a:off x="9956758" y="573974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1" name="Rectángulo 810">
            <a:extLst>
              <a:ext uri="{FF2B5EF4-FFF2-40B4-BE49-F238E27FC236}">
                <a16:creationId xmlns:a16="http://schemas.microsoft.com/office/drawing/2014/main" id="{021E188B-C272-B2E1-3AF0-4A74E0269DF1}"/>
              </a:ext>
            </a:extLst>
          </p:cNvPr>
          <p:cNvSpPr/>
          <p:nvPr/>
        </p:nvSpPr>
        <p:spPr>
          <a:xfrm>
            <a:off x="9956712" y="579186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2" name="Rectángulo: esquinas redondeadas 811">
            <a:extLst>
              <a:ext uri="{FF2B5EF4-FFF2-40B4-BE49-F238E27FC236}">
                <a16:creationId xmlns:a16="http://schemas.microsoft.com/office/drawing/2014/main" id="{6455D739-F1E0-A4B0-3E94-874E2EAFFDE3}"/>
              </a:ext>
            </a:extLst>
          </p:cNvPr>
          <p:cNvSpPr/>
          <p:nvPr/>
        </p:nvSpPr>
        <p:spPr>
          <a:xfrm>
            <a:off x="9990050" y="574702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3" name="Elipse 812">
            <a:extLst>
              <a:ext uri="{FF2B5EF4-FFF2-40B4-BE49-F238E27FC236}">
                <a16:creationId xmlns:a16="http://schemas.microsoft.com/office/drawing/2014/main" id="{B9DB065A-6B77-1A37-A301-460171725B50}"/>
              </a:ext>
            </a:extLst>
          </p:cNvPr>
          <p:cNvSpPr/>
          <p:nvPr/>
        </p:nvSpPr>
        <p:spPr>
          <a:xfrm>
            <a:off x="9937718" y="556180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4" name="Elipse 813">
            <a:extLst>
              <a:ext uri="{FF2B5EF4-FFF2-40B4-BE49-F238E27FC236}">
                <a16:creationId xmlns:a16="http://schemas.microsoft.com/office/drawing/2014/main" id="{7E3F72E3-A3A2-4CF2-5401-A975E20A865E}"/>
              </a:ext>
            </a:extLst>
          </p:cNvPr>
          <p:cNvSpPr/>
          <p:nvPr/>
        </p:nvSpPr>
        <p:spPr>
          <a:xfrm rot="872776">
            <a:off x="10004512" y="554027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5" name="Conector recto 814">
            <a:extLst>
              <a:ext uri="{FF2B5EF4-FFF2-40B4-BE49-F238E27FC236}">
                <a16:creationId xmlns:a16="http://schemas.microsoft.com/office/drawing/2014/main" id="{B29C2482-737D-2DB8-36EA-D9DA3692EC48}"/>
              </a:ext>
            </a:extLst>
          </p:cNvPr>
          <p:cNvCxnSpPr>
            <a:cxnSpLocks/>
          </p:cNvCxnSpPr>
          <p:nvPr/>
        </p:nvCxnSpPr>
        <p:spPr>
          <a:xfrm>
            <a:off x="9992480" y="564688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Conector recto 815">
            <a:extLst>
              <a:ext uri="{FF2B5EF4-FFF2-40B4-BE49-F238E27FC236}">
                <a16:creationId xmlns:a16="http://schemas.microsoft.com/office/drawing/2014/main" id="{D56391E1-B0B9-F7D9-784E-EB5E087EDF2F}"/>
              </a:ext>
            </a:extLst>
          </p:cNvPr>
          <p:cNvCxnSpPr>
            <a:cxnSpLocks/>
          </p:cNvCxnSpPr>
          <p:nvPr/>
        </p:nvCxnSpPr>
        <p:spPr>
          <a:xfrm flipV="1">
            <a:off x="10041718" y="564688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Elipse 816">
            <a:extLst>
              <a:ext uri="{FF2B5EF4-FFF2-40B4-BE49-F238E27FC236}">
                <a16:creationId xmlns:a16="http://schemas.microsoft.com/office/drawing/2014/main" id="{B72115D1-1D75-8F86-D898-295C64D193D3}"/>
              </a:ext>
            </a:extLst>
          </p:cNvPr>
          <p:cNvSpPr/>
          <p:nvPr/>
        </p:nvSpPr>
        <p:spPr>
          <a:xfrm rot="19333876">
            <a:off x="9924053" y="555353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8" name="Conector recto 817">
            <a:extLst>
              <a:ext uri="{FF2B5EF4-FFF2-40B4-BE49-F238E27FC236}">
                <a16:creationId xmlns:a16="http://schemas.microsoft.com/office/drawing/2014/main" id="{8A7726A5-1E23-D579-D584-EC5515C8446C}"/>
              </a:ext>
            </a:extLst>
          </p:cNvPr>
          <p:cNvCxnSpPr>
            <a:cxnSpLocks/>
          </p:cNvCxnSpPr>
          <p:nvPr/>
        </p:nvCxnSpPr>
        <p:spPr>
          <a:xfrm>
            <a:off x="10012127" y="573181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" name="Rectángulo 818">
            <a:extLst>
              <a:ext uri="{FF2B5EF4-FFF2-40B4-BE49-F238E27FC236}">
                <a16:creationId xmlns:a16="http://schemas.microsoft.com/office/drawing/2014/main" id="{D8AB09D5-2C30-ABA2-831A-349520B092D8}"/>
              </a:ext>
            </a:extLst>
          </p:cNvPr>
          <p:cNvSpPr/>
          <p:nvPr/>
        </p:nvSpPr>
        <p:spPr>
          <a:xfrm>
            <a:off x="3383280" y="5469255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0" name="Rectángulo 819">
            <a:extLst>
              <a:ext uri="{FF2B5EF4-FFF2-40B4-BE49-F238E27FC236}">
                <a16:creationId xmlns:a16="http://schemas.microsoft.com/office/drawing/2014/main" id="{E7363048-5DBF-9997-7DC2-6BF1A1C20A44}"/>
              </a:ext>
            </a:extLst>
          </p:cNvPr>
          <p:cNvSpPr/>
          <p:nvPr/>
        </p:nvSpPr>
        <p:spPr>
          <a:xfrm>
            <a:off x="3383280" y="5861685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1" name="Conector recto 820">
            <a:extLst>
              <a:ext uri="{FF2B5EF4-FFF2-40B4-BE49-F238E27FC236}">
                <a16:creationId xmlns:a16="http://schemas.microsoft.com/office/drawing/2014/main" id="{0085AA3F-D4D8-9D30-912C-F68578EE3496}"/>
              </a:ext>
            </a:extLst>
          </p:cNvPr>
          <p:cNvCxnSpPr>
            <a:cxnSpLocks/>
          </p:cNvCxnSpPr>
          <p:nvPr/>
        </p:nvCxnSpPr>
        <p:spPr>
          <a:xfrm flipV="1">
            <a:off x="3598545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Conector recto 821">
            <a:extLst>
              <a:ext uri="{FF2B5EF4-FFF2-40B4-BE49-F238E27FC236}">
                <a16:creationId xmlns:a16="http://schemas.microsoft.com/office/drawing/2014/main" id="{DB4130E2-BF88-DCE6-9460-2697EBC5B68A}"/>
              </a:ext>
            </a:extLst>
          </p:cNvPr>
          <p:cNvCxnSpPr>
            <a:cxnSpLocks/>
          </p:cNvCxnSpPr>
          <p:nvPr/>
        </p:nvCxnSpPr>
        <p:spPr>
          <a:xfrm flipV="1">
            <a:off x="3495675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Conector recto 822">
            <a:extLst>
              <a:ext uri="{FF2B5EF4-FFF2-40B4-BE49-F238E27FC236}">
                <a16:creationId xmlns:a16="http://schemas.microsoft.com/office/drawing/2014/main" id="{C0521B55-0917-479F-53CD-64950CF9B53C}"/>
              </a:ext>
            </a:extLst>
          </p:cNvPr>
          <p:cNvCxnSpPr>
            <a:cxnSpLocks/>
          </p:cNvCxnSpPr>
          <p:nvPr/>
        </p:nvCxnSpPr>
        <p:spPr>
          <a:xfrm flipV="1">
            <a:off x="3890010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Conector recto 823">
            <a:extLst>
              <a:ext uri="{FF2B5EF4-FFF2-40B4-BE49-F238E27FC236}">
                <a16:creationId xmlns:a16="http://schemas.microsoft.com/office/drawing/2014/main" id="{4BCD0638-6C76-5202-BFF0-635853DF1693}"/>
              </a:ext>
            </a:extLst>
          </p:cNvPr>
          <p:cNvCxnSpPr>
            <a:cxnSpLocks/>
          </p:cNvCxnSpPr>
          <p:nvPr/>
        </p:nvCxnSpPr>
        <p:spPr>
          <a:xfrm flipV="1">
            <a:off x="3783330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Conector recto 824">
            <a:extLst>
              <a:ext uri="{FF2B5EF4-FFF2-40B4-BE49-F238E27FC236}">
                <a16:creationId xmlns:a16="http://schemas.microsoft.com/office/drawing/2014/main" id="{21812C4A-1EE4-3917-3EB4-5CBB39F0A241}"/>
              </a:ext>
            </a:extLst>
          </p:cNvPr>
          <p:cNvCxnSpPr>
            <a:cxnSpLocks/>
          </p:cNvCxnSpPr>
          <p:nvPr/>
        </p:nvCxnSpPr>
        <p:spPr>
          <a:xfrm flipV="1">
            <a:off x="3680460" y="5473065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Rectángulo 825">
            <a:extLst>
              <a:ext uri="{FF2B5EF4-FFF2-40B4-BE49-F238E27FC236}">
                <a16:creationId xmlns:a16="http://schemas.microsoft.com/office/drawing/2014/main" id="{467547FC-6A97-5802-4BD9-75573DA70489}"/>
              </a:ext>
            </a:extLst>
          </p:cNvPr>
          <p:cNvSpPr/>
          <p:nvPr/>
        </p:nvSpPr>
        <p:spPr>
          <a:xfrm>
            <a:off x="3261360" y="5840730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7" name="Rectángulo 826">
            <a:extLst>
              <a:ext uri="{FF2B5EF4-FFF2-40B4-BE49-F238E27FC236}">
                <a16:creationId xmlns:a16="http://schemas.microsoft.com/office/drawing/2014/main" id="{4A9DA88C-9CB7-5630-BE6B-DA8AF5882566}"/>
              </a:ext>
            </a:extLst>
          </p:cNvPr>
          <p:cNvSpPr/>
          <p:nvPr/>
        </p:nvSpPr>
        <p:spPr>
          <a:xfrm>
            <a:off x="3383280" y="5295900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8" name="Conector recto 827">
            <a:extLst>
              <a:ext uri="{FF2B5EF4-FFF2-40B4-BE49-F238E27FC236}">
                <a16:creationId xmlns:a16="http://schemas.microsoft.com/office/drawing/2014/main" id="{CB3538BC-BD21-5FD0-380D-18406B112057}"/>
              </a:ext>
            </a:extLst>
          </p:cNvPr>
          <p:cNvCxnSpPr>
            <a:cxnSpLocks/>
          </p:cNvCxnSpPr>
          <p:nvPr/>
        </p:nvCxnSpPr>
        <p:spPr>
          <a:xfrm flipV="1">
            <a:off x="3261360" y="5907405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Conector recto 828">
            <a:extLst>
              <a:ext uri="{FF2B5EF4-FFF2-40B4-BE49-F238E27FC236}">
                <a16:creationId xmlns:a16="http://schemas.microsoft.com/office/drawing/2014/main" id="{AD6CB934-EC75-A2A0-9C98-2C42E067EFC2}"/>
              </a:ext>
            </a:extLst>
          </p:cNvPr>
          <p:cNvCxnSpPr>
            <a:cxnSpLocks/>
          </p:cNvCxnSpPr>
          <p:nvPr/>
        </p:nvCxnSpPr>
        <p:spPr>
          <a:xfrm flipV="1">
            <a:off x="3524250" y="584073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Conector recto 829">
            <a:extLst>
              <a:ext uri="{FF2B5EF4-FFF2-40B4-BE49-F238E27FC236}">
                <a16:creationId xmlns:a16="http://schemas.microsoft.com/office/drawing/2014/main" id="{1FBC4FA9-A957-50E9-4E46-C0CEC1DC1B95}"/>
              </a:ext>
            </a:extLst>
          </p:cNvPr>
          <p:cNvCxnSpPr>
            <a:cxnSpLocks/>
          </p:cNvCxnSpPr>
          <p:nvPr/>
        </p:nvCxnSpPr>
        <p:spPr>
          <a:xfrm flipV="1">
            <a:off x="3869055" y="584835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Conector recto 830">
            <a:extLst>
              <a:ext uri="{FF2B5EF4-FFF2-40B4-BE49-F238E27FC236}">
                <a16:creationId xmlns:a16="http://schemas.microsoft.com/office/drawing/2014/main" id="{1AE513DC-BB1A-D0CD-D211-F29FCB31268B}"/>
              </a:ext>
            </a:extLst>
          </p:cNvPr>
          <p:cNvCxnSpPr>
            <a:cxnSpLocks/>
          </p:cNvCxnSpPr>
          <p:nvPr/>
        </p:nvCxnSpPr>
        <p:spPr>
          <a:xfrm flipV="1">
            <a:off x="4103370" y="5907405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Conector recto 831">
            <a:extLst>
              <a:ext uri="{FF2B5EF4-FFF2-40B4-BE49-F238E27FC236}">
                <a16:creationId xmlns:a16="http://schemas.microsoft.com/office/drawing/2014/main" id="{4C8FB87B-8435-3F66-962D-B01926319E25}"/>
              </a:ext>
            </a:extLst>
          </p:cNvPr>
          <p:cNvCxnSpPr>
            <a:cxnSpLocks/>
          </p:cNvCxnSpPr>
          <p:nvPr/>
        </p:nvCxnSpPr>
        <p:spPr>
          <a:xfrm flipV="1">
            <a:off x="3680460" y="530352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Conector recto 832">
            <a:extLst>
              <a:ext uri="{FF2B5EF4-FFF2-40B4-BE49-F238E27FC236}">
                <a16:creationId xmlns:a16="http://schemas.microsoft.com/office/drawing/2014/main" id="{BA71459A-94A0-67EF-628D-5C671E873F5B}"/>
              </a:ext>
            </a:extLst>
          </p:cNvPr>
          <p:cNvCxnSpPr>
            <a:cxnSpLocks/>
          </p:cNvCxnSpPr>
          <p:nvPr/>
        </p:nvCxnSpPr>
        <p:spPr>
          <a:xfrm flipV="1">
            <a:off x="3383280" y="5423535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Conector recto 833">
            <a:extLst>
              <a:ext uri="{FF2B5EF4-FFF2-40B4-BE49-F238E27FC236}">
                <a16:creationId xmlns:a16="http://schemas.microsoft.com/office/drawing/2014/main" id="{262FCE9C-44B6-8D25-49BF-F26148B16639}"/>
              </a:ext>
            </a:extLst>
          </p:cNvPr>
          <p:cNvCxnSpPr>
            <a:cxnSpLocks/>
          </p:cNvCxnSpPr>
          <p:nvPr/>
        </p:nvCxnSpPr>
        <p:spPr>
          <a:xfrm flipV="1">
            <a:off x="3975735" y="5423535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Conector recto 834">
            <a:extLst>
              <a:ext uri="{FF2B5EF4-FFF2-40B4-BE49-F238E27FC236}">
                <a16:creationId xmlns:a16="http://schemas.microsoft.com/office/drawing/2014/main" id="{4A5E4EE3-3E9C-9F69-78EF-CB1ACC16B19A}"/>
              </a:ext>
            </a:extLst>
          </p:cNvPr>
          <p:cNvCxnSpPr>
            <a:cxnSpLocks/>
          </p:cNvCxnSpPr>
          <p:nvPr/>
        </p:nvCxnSpPr>
        <p:spPr>
          <a:xfrm flipH="1">
            <a:off x="3384233" y="5633085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Rectángulo 835">
            <a:extLst>
              <a:ext uri="{FF2B5EF4-FFF2-40B4-BE49-F238E27FC236}">
                <a16:creationId xmlns:a16="http://schemas.microsoft.com/office/drawing/2014/main" id="{F1F94754-183E-36C6-E99B-E3E5F7A04D6A}"/>
              </a:ext>
            </a:extLst>
          </p:cNvPr>
          <p:cNvSpPr/>
          <p:nvPr/>
        </p:nvSpPr>
        <p:spPr>
          <a:xfrm>
            <a:off x="8193406" y="5469255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7" name="Rectángulo 836">
            <a:extLst>
              <a:ext uri="{FF2B5EF4-FFF2-40B4-BE49-F238E27FC236}">
                <a16:creationId xmlns:a16="http://schemas.microsoft.com/office/drawing/2014/main" id="{C3561282-29BB-DB98-D5C4-BB2A2B8417A8}"/>
              </a:ext>
            </a:extLst>
          </p:cNvPr>
          <p:cNvSpPr/>
          <p:nvPr/>
        </p:nvSpPr>
        <p:spPr>
          <a:xfrm>
            <a:off x="8193406" y="5861685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8" name="Conector recto 837">
            <a:extLst>
              <a:ext uri="{FF2B5EF4-FFF2-40B4-BE49-F238E27FC236}">
                <a16:creationId xmlns:a16="http://schemas.microsoft.com/office/drawing/2014/main" id="{56836B00-51D7-5E9F-1845-71C4A54B9330}"/>
              </a:ext>
            </a:extLst>
          </p:cNvPr>
          <p:cNvCxnSpPr>
            <a:cxnSpLocks/>
          </p:cNvCxnSpPr>
          <p:nvPr/>
        </p:nvCxnSpPr>
        <p:spPr>
          <a:xfrm flipV="1">
            <a:off x="8408671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Conector recto 838">
            <a:extLst>
              <a:ext uri="{FF2B5EF4-FFF2-40B4-BE49-F238E27FC236}">
                <a16:creationId xmlns:a16="http://schemas.microsoft.com/office/drawing/2014/main" id="{418E572B-5A15-7263-F0F3-A97012A3D1C4}"/>
              </a:ext>
            </a:extLst>
          </p:cNvPr>
          <p:cNvCxnSpPr>
            <a:cxnSpLocks/>
          </p:cNvCxnSpPr>
          <p:nvPr/>
        </p:nvCxnSpPr>
        <p:spPr>
          <a:xfrm flipV="1">
            <a:off x="8305801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Conector recto 839">
            <a:extLst>
              <a:ext uri="{FF2B5EF4-FFF2-40B4-BE49-F238E27FC236}">
                <a16:creationId xmlns:a16="http://schemas.microsoft.com/office/drawing/2014/main" id="{08C5784D-D410-7128-8563-ABBE6C292640}"/>
              </a:ext>
            </a:extLst>
          </p:cNvPr>
          <p:cNvCxnSpPr>
            <a:cxnSpLocks/>
          </p:cNvCxnSpPr>
          <p:nvPr/>
        </p:nvCxnSpPr>
        <p:spPr>
          <a:xfrm flipV="1">
            <a:off x="8700136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Conector recto 840">
            <a:extLst>
              <a:ext uri="{FF2B5EF4-FFF2-40B4-BE49-F238E27FC236}">
                <a16:creationId xmlns:a16="http://schemas.microsoft.com/office/drawing/2014/main" id="{FC96354E-A464-1F2D-53F9-8370A2BD5499}"/>
              </a:ext>
            </a:extLst>
          </p:cNvPr>
          <p:cNvCxnSpPr>
            <a:cxnSpLocks/>
          </p:cNvCxnSpPr>
          <p:nvPr/>
        </p:nvCxnSpPr>
        <p:spPr>
          <a:xfrm flipV="1">
            <a:off x="8593456" y="5469255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Conector recto 841">
            <a:extLst>
              <a:ext uri="{FF2B5EF4-FFF2-40B4-BE49-F238E27FC236}">
                <a16:creationId xmlns:a16="http://schemas.microsoft.com/office/drawing/2014/main" id="{BBEFB935-DC6C-6764-DDD6-C760874A00DE}"/>
              </a:ext>
            </a:extLst>
          </p:cNvPr>
          <p:cNvCxnSpPr>
            <a:cxnSpLocks/>
          </p:cNvCxnSpPr>
          <p:nvPr/>
        </p:nvCxnSpPr>
        <p:spPr>
          <a:xfrm flipV="1">
            <a:off x="8490586" y="5473065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Rectángulo 842">
            <a:extLst>
              <a:ext uri="{FF2B5EF4-FFF2-40B4-BE49-F238E27FC236}">
                <a16:creationId xmlns:a16="http://schemas.microsoft.com/office/drawing/2014/main" id="{F7914B15-F1F6-97B8-C90B-048A68DA7B0A}"/>
              </a:ext>
            </a:extLst>
          </p:cNvPr>
          <p:cNvSpPr/>
          <p:nvPr/>
        </p:nvSpPr>
        <p:spPr>
          <a:xfrm>
            <a:off x="8071486" y="5840730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4" name="Rectángulo 843">
            <a:extLst>
              <a:ext uri="{FF2B5EF4-FFF2-40B4-BE49-F238E27FC236}">
                <a16:creationId xmlns:a16="http://schemas.microsoft.com/office/drawing/2014/main" id="{A56F0B73-8E1F-7CB2-B442-C0BA740759D0}"/>
              </a:ext>
            </a:extLst>
          </p:cNvPr>
          <p:cNvSpPr/>
          <p:nvPr/>
        </p:nvSpPr>
        <p:spPr>
          <a:xfrm>
            <a:off x="8193406" y="5295900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45" name="Conector recto 844">
            <a:extLst>
              <a:ext uri="{FF2B5EF4-FFF2-40B4-BE49-F238E27FC236}">
                <a16:creationId xmlns:a16="http://schemas.microsoft.com/office/drawing/2014/main" id="{5D72D422-1274-3C43-9387-04E9BB44ABEE}"/>
              </a:ext>
            </a:extLst>
          </p:cNvPr>
          <p:cNvCxnSpPr>
            <a:cxnSpLocks/>
          </p:cNvCxnSpPr>
          <p:nvPr/>
        </p:nvCxnSpPr>
        <p:spPr>
          <a:xfrm flipV="1">
            <a:off x="8071486" y="5907405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Conector recto 845">
            <a:extLst>
              <a:ext uri="{FF2B5EF4-FFF2-40B4-BE49-F238E27FC236}">
                <a16:creationId xmlns:a16="http://schemas.microsoft.com/office/drawing/2014/main" id="{3DB1BFE5-7019-C640-7141-33D3E9F2C6E0}"/>
              </a:ext>
            </a:extLst>
          </p:cNvPr>
          <p:cNvCxnSpPr>
            <a:cxnSpLocks/>
          </p:cNvCxnSpPr>
          <p:nvPr/>
        </p:nvCxnSpPr>
        <p:spPr>
          <a:xfrm flipV="1">
            <a:off x="8334376" y="584073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Conector recto 846">
            <a:extLst>
              <a:ext uri="{FF2B5EF4-FFF2-40B4-BE49-F238E27FC236}">
                <a16:creationId xmlns:a16="http://schemas.microsoft.com/office/drawing/2014/main" id="{696AE69E-8A36-BB94-F278-18A9FB57938E}"/>
              </a:ext>
            </a:extLst>
          </p:cNvPr>
          <p:cNvCxnSpPr>
            <a:cxnSpLocks/>
          </p:cNvCxnSpPr>
          <p:nvPr/>
        </p:nvCxnSpPr>
        <p:spPr>
          <a:xfrm flipV="1">
            <a:off x="8679181" y="584835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Conector recto 847">
            <a:extLst>
              <a:ext uri="{FF2B5EF4-FFF2-40B4-BE49-F238E27FC236}">
                <a16:creationId xmlns:a16="http://schemas.microsoft.com/office/drawing/2014/main" id="{2135FB02-C90D-3C15-9AAD-D7533A11D7CD}"/>
              </a:ext>
            </a:extLst>
          </p:cNvPr>
          <p:cNvCxnSpPr>
            <a:cxnSpLocks/>
          </p:cNvCxnSpPr>
          <p:nvPr/>
        </p:nvCxnSpPr>
        <p:spPr>
          <a:xfrm flipV="1">
            <a:off x="8913496" y="5907405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Conector recto 848">
            <a:extLst>
              <a:ext uri="{FF2B5EF4-FFF2-40B4-BE49-F238E27FC236}">
                <a16:creationId xmlns:a16="http://schemas.microsoft.com/office/drawing/2014/main" id="{93B7BB47-2B1F-44EE-1128-21060BECEF5F}"/>
              </a:ext>
            </a:extLst>
          </p:cNvPr>
          <p:cNvCxnSpPr>
            <a:cxnSpLocks/>
          </p:cNvCxnSpPr>
          <p:nvPr/>
        </p:nvCxnSpPr>
        <p:spPr>
          <a:xfrm flipV="1">
            <a:off x="8490586" y="5303520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Conector recto 849">
            <a:extLst>
              <a:ext uri="{FF2B5EF4-FFF2-40B4-BE49-F238E27FC236}">
                <a16:creationId xmlns:a16="http://schemas.microsoft.com/office/drawing/2014/main" id="{B208A19B-53F0-AF3F-2CA5-F65549AE7C6E}"/>
              </a:ext>
            </a:extLst>
          </p:cNvPr>
          <p:cNvCxnSpPr>
            <a:cxnSpLocks/>
          </p:cNvCxnSpPr>
          <p:nvPr/>
        </p:nvCxnSpPr>
        <p:spPr>
          <a:xfrm flipV="1">
            <a:off x="8193406" y="5423535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Conector recto 850">
            <a:extLst>
              <a:ext uri="{FF2B5EF4-FFF2-40B4-BE49-F238E27FC236}">
                <a16:creationId xmlns:a16="http://schemas.microsoft.com/office/drawing/2014/main" id="{9546B530-03DF-7535-BE80-468031919722}"/>
              </a:ext>
            </a:extLst>
          </p:cNvPr>
          <p:cNvCxnSpPr>
            <a:cxnSpLocks/>
          </p:cNvCxnSpPr>
          <p:nvPr/>
        </p:nvCxnSpPr>
        <p:spPr>
          <a:xfrm flipV="1">
            <a:off x="8785861" y="5423535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Conector recto 851">
            <a:extLst>
              <a:ext uri="{FF2B5EF4-FFF2-40B4-BE49-F238E27FC236}">
                <a16:creationId xmlns:a16="http://schemas.microsoft.com/office/drawing/2014/main" id="{CC997D57-4813-E5A8-5278-52C010083296}"/>
              </a:ext>
            </a:extLst>
          </p:cNvPr>
          <p:cNvCxnSpPr>
            <a:cxnSpLocks/>
          </p:cNvCxnSpPr>
          <p:nvPr/>
        </p:nvCxnSpPr>
        <p:spPr>
          <a:xfrm flipH="1">
            <a:off x="8194359" y="5633085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3AD723EB-B375-4408-2548-7E12F4D64C1D}"/>
              </a:ext>
            </a:extLst>
          </p:cNvPr>
          <p:cNvSpPr/>
          <p:nvPr/>
        </p:nvSpPr>
        <p:spPr>
          <a:xfrm>
            <a:off x="0" y="6050280"/>
            <a:ext cx="12191995" cy="45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8" name="Rectángulo 877">
            <a:extLst>
              <a:ext uri="{FF2B5EF4-FFF2-40B4-BE49-F238E27FC236}">
                <a16:creationId xmlns:a16="http://schemas.microsoft.com/office/drawing/2014/main" id="{CC6D23A2-A2DA-D184-17B6-6ED5F0280015}"/>
              </a:ext>
            </a:extLst>
          </p:cNvPr>
          <p:cNvSpPr/>
          <p:nvPr/>
        </p:nvSpPr>
        <p:spPr>
          <a:xfrm>
            <a:off x="1660172" y="4976810"/>
            <a:ext cx="8871656" cy="276234"/>
          </a:xfrm>
          <a:prstGeom prst="rect">
            <a:avLst/>
          </a:prstGeom>
          <a:solidFill>
            <a:srgbClr val="00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855" name="Grupo 854">
            <a:extLst>
              <a:ext uri="{FF2B5EF4-FFF2-40B4-BE49-F238E27FC236}">
                <a16:creationId xmlns:a16="http://schemas.microsoft.com/office/drawing/2014/main" id="{D40D054A-F020-8AB4-A055-4B1C840E6B38}"/>
              </a:ext>
            </a:extLst>
          </p:cNvPr>
          <p:cNvGrpSpPr/>
          <p:nvPr/>
        </p:nvGrpSpPr>
        <p:grpSpPr>
          <a:xfrm>
            <a:off x="6330962" y="4354505"/>
            <a:ext cx="925530" cy="833445"/>
            <a:chOff x="6315075" y="4348157"/>
            <a:chExt cx="925530" cy="833445"/>
          </a:xfrm>
        </p:grpSpPr>
        <p:sp>
          <p:nvSpPr>
            <p:cNvPr id="856" name="Rectángulo 855">
              <a:extLst>
                <a:ext uri="{FF2B5EF4-FFF2-40B4-BE49-F238E27FC236}">
                  <a16:creationId xmlns:a16="http://schemas.microsoft.com/office/drawing/2014/main" id="{20321FF1-72E4-91D5-56DB-5CEAF2A842E7}"/>
                </a:ext>
              </a:extLst>
            </p:cNvPr>
            <p:cNvSpPr/>
            <p:nvPr/>
          </p:nvSpPr>
          <p:spPr>
            <a:xfrm>
              <a:off x="6334124" y="4348157"/>
              <a:ext cx="892171" cy="43497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38100">
              <a:solidFill>
                <a:srgbClr val="B3B1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7" name="Rectángulo 856">
              <a:extLst>
                <a:ext uri="{FF2B5EF4-FFF2-40B4-BE49-F238E27FC236}">
                  <a16:creationId xmlns:a16="http://schemas.microsoft.com/office/drawing/2014/main" id="{C7F3D0C5-8407-71CF-7681-E0EBE8652165}"/>
                </a:ext>
              </a:extLst>
            </p:cNvPr>
            <p:cNvSpPr/>
            <p:nvPr/>
          </p:nvSpPr>
          <p:spPr>
            <a:xfrm>
              <a:off x="6378575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8" name="Rectángulo 857">
              <a:extLst>
                <a:ext uri="{FF2B5EF4-FFF2-40B4-BE49-F238E27FC236}">
                  <a16:creationId xmlns:a16="http://schemas.microsoft.com/office/drawing/2014/main" id="{46B725A9-7FEC-F09F-7BDA-EE41F0646B5D}"/>
                </a:ext>
              </a:extLst>
            </p:cNvPr>
            <p:cNvSpPr/>
            <p:nvPr/>
          </p:nvSpPr>
          <p:spPr>
            <a:xfrm>
              <a:off x="6643684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9" name="Rectángulo 858">
              <a:extLst>
                <a:ext uri="{FF2B5EF4-FFF2-40B4-BE49-F238E27FC236}">
                  <a16:creationId xmlns:a16="http://schemas.microsoft.com/office/drawing/2014/main" id="{A7D7829B-0CC1-9462-A017-A50171613EDB}"/>
                </a:ext>
              </a:extLst>
            </p:cNvPr>
            <p:cNvSpPr/>
            <p:nvPr/>
          </p:nvSpPr>
          <p:spPr>
            <a:xfrm>
              <a:off x="6862790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0" name="Rectángulo 859">
              <a:extLst>
                <a:ext uri="{FF2B5EF4-FFF2-40B4-BE49-F238E27FC236}">
                  <a16:creationId xmlns:a16="http://schemas.microsoft.com/office/drawing/2014/main" id="{BF7FA7B8-8747-1DF3-E093-5E753B7AF884}"/>
                </a:ext>
              </a:extLst>
            </p:cNvPr>
            <p:cNvSpPr/>
            <p:nvPr/>
          </p:nvSpPr>
          <p:spPr>
            <a:xfrm>
              <a:off x="7127899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1" name="Elipse 860">
              <a:extLst>
                <a:ext uri="{FF2B5EF4-FFF2-40B4-BE49-F238E27FC236}">
                  <a16:creationId xmlns:a16="http://schemas.microsoft.com/office/drawing/2014/main" id="{53A951BA-FD07-2886-B043-AA8AA71FB9C6}"/>
                </a:ext>
              </a:extLst>
            </p:cNvPr>
            <p:cNvSpPr/>
            <p:nvPr/>
          </p:nvSpPr>
          <p:spPr>
            <a:xfrm>
              <a:off x="6423018" y="4397510"/>
              <a:ext cx="232571" cy="198175"/>
            </a:xfrm>
            <a:prstGeom prst="ellipse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2" name="Elipse 861">
              <a:extLst>
                <a:ext uri="{FF2B5EF4-FFF2-40B4-BE49-F238E27FC236}">
                  <a16:creationId xmlns:a16="http://schemas.microsoft.com/office/drawing/2014/main" id="{00729C74-C1E2-F4A1-D0A4-6BF5EBFF3F93}"/>
                </a:ext>
              </a:extLst>
            </p:cNvPr>
            <p:cNvSpPr/>
            <p:nvPr/>
          </p:nvSpPr>
          <p:spPr>
            <a:xfrm>
              <a:off x="6902433" y="4398301"/>
              <a:ext cx="232571" cy="198175"/>
            </a:xfrm>
            <a:prstGeom prst="ellipse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3" name="Rectángulo: esquinas redondeadas 862">
              <a:extLst>
                <a:ext uri="{FF2B5EF4-FFF2-40B4-BE49-F238E27FC236}">
                  <a16:creationId xmlns:a16="http://schemas.microsoft.com/office/drawing/2014/main" id="{FDB120AC-F633-4AB8-0048-EEB17BB7A49A}"/>
                </a:ext>
              </a:extLst>
            </p:cNvPr>
            <p:cNvSpPr/>
            <p:nvPr/>
          </p:nvSpPr>
          <p:spPr>
            <a:xfrm>
              <a:off x="6453173" y="4619618"/>
              <a:ext cx="165953" cy="163517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4" name="Rectángulo: esquinas redondeadas 863">
              <a:extLst>
                <a:ext uri="{FF2B5EF4-FFF2-40B4-BE49-F238E27FC236}">
                  <a16:creationId xmlns:a16="http://schemas.microsoft.com/office/drawing/2014/main" id="{3CB704FD-2BF5-C04E-18E9-E3EDE2141343}"/>
                </a:ext>
              </a:extLst>
            </p:cNvPr>
            <p:cNvSpPr/>
            <p:nvPr/>
          </p:nvSpPr>
          <p:spPr>
            <a:xfrm>
              <a:off x="6935770" y="4619618"/>
              <a:ext cx="165953" cy="16351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5" name="Rectángulo 864">
              <a:extLst>
                <a:ext uri="{FF2B5EF4-FFF2-40B4-BE49-F238E27FC236}">
                  <a16:creationId xmlns:a16="http://schemas.microsoft.com/office/drawing/2014/main" id="{B28D54B7-E636-E4BC-03B1-FB023818FCDF}"/>
                </a:ext>
              </a:extLst>
            </p:cNvPr>
            <p:cNvSpPr/>
            <p:nvPr/>
          </p:nvSpPr>
          <p:spPr>
            <a:xfrm>
              <a:off x="6993728" y="4630736"/>
              <a:ext cx="45719" cy="1523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6" name="Rectángulo 865">
              <a:extLst>
                <a:ext uri="{FF2B5EF4-FFF2-40B4-BE49-F238E27FC236}">
                  <a16:creationId xmlns:a16="http://schemas.microsoft.com/office/drawing/2014/main" id="{CC052582-5B75-8F09-1C66-260EA9CFE3D8}"/>
                </a:ext>
              </a:extLst>
            </p:cNvPr>
            <p:cNvSpPr/>
            <p:nvPr/>
          </p:nvSpPr>
          <p:spPr>
            <a:xfrm>
              <a:off x="6509848" y="4630736"/>
              <a:ext cx="45719" cy="1523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7" name="Elipse 866">
              <a:extLst>
                <a:ext uri="{FF2B5EF4-FFF2-40B4-BE49-F238E27FC236}">
                  <a16:creationId xmlns:a16="http://schemas.microsoft.com/office/drawing/2014/main" id="{1A981555-C310-C0C5-D144-23C0C86248D6}"/>
                </a:ext>
              </a:extLst>
            </p:cNvPr>
            <p:cNvSpPr/>
            <p:nvPr/>
          </p:nvSpPr>
          <p:spPr>
            <a:xfrm>
              <a:off x="6434133" y="4441681"/>
              <a:ext cx="209551" cy="198175"/>
            </a:xfrm>
            <a:prstGeom prst="ellipse">
              <a:avLst/>
            </a:prstGeom>
            <a:solidFill>
              <a:srgbClr val="998364"/>
            </a:solidFill>
            <a:ln>
              <a:solidFill>
                <a:srgbClr val="9983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8" name="Elipse 867">
              <a:extLst>
                <a:ext uri="{FF2B5EF4-FFF2-40B4-BE49-F238E27FC236}">
                  <a16:creationId xmlns:a16="http://schemas.microsoft.com/office/drawing/2014/main" id="{EA4D998C-1A38-451D-F118-620D62E825F7}"/>
                </a:ext>
              </a:extLst>
            </p:cNvPr>
            <p:cNvSpPr/>
            <p:nvPr/>
          </p:nvSpPr>
          <p:spPr>
            <a:xfrm>
              <a:off x="6911166" y="4427668"/>
              <a:ext cx="209551" cy="198175"/>
            </a:xfrm>
            <a:prstGeom prst="ellipse">
              <a:avLst/>
            </a:prstGeom>
            <a:solidFill>
              <a:srgbClr val="998364"/>
            </a:solidFill>
            <a:ln>
              <a:solidFill>
                <a:srgbClr val="9983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9" name="Elipse 868">
              <a:extLst>
                <a:ext uri="{FF2B5EF4-FFF2-40B4-BE49-F238E27FC236}">
                  <a16:creationId xmlns:a16="http://schemas.microsoft.com/office/drawing/2014/main" id="{597F6A00-BD86-698E-241B-657A1DA1A37C}"/>
                </a:ext>
              </a:extLst>
            </p:cNvPr>
            <p:cNvSpPr/>
            <p:nvPr/>
          </p:nvSpPr>
          <p:spPr>
            <a:xfrm rot="872776">
              <a:off x="6500927" y="4420148"/>
              <a:ext cx="134419" cy="83542"/>
            </a:xfrm>
            <a:prstGeom prst="ellipse">
              <a:avLst/>
            </a:prstGeom>
            <a:solidFill>
              <a:srgbClr val="512A03"/>
            </a:solidFill>
            <a:ln>
              <a:solidFill>
                <a:srgbClr val="512A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870" name="Conector recto 869">
              <a:extLst>
                <a:ext uri="{FF2B5EF4-FFF2-40B4-BE49-F238E27FC236}">
                  <a16:creationId xmlns:a16="http://schemas.microsoft.com/office/drawing/2014/main" id="{8C66AB80-91C8-1686-9CF9-E507EE17477E}"/>
                </a:ext>
              </a:extLst>
            </p:cNvPr>
            <p:cNvCxnSpPr>
              <a:cxnSpLocks/>
            </p:cNvCxnSpPr>
            <p:nvPr/>
          </p:nvCxnSpPr>
          <p:spPr>
            <a:xfrm>
              <a:off x="6488895" y="4526756"/>
              <a:ext cx="104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Conector recto 870">
              <a:extLst>
                <a:ext uri="{FF2B5EF4-FFF2-40B4-BE49-F238E27FC236}">
                  <a16:creationId xmlns:a16="http://schemas.microsoft.com/office/drawing/2014/main" id="{8BBBA8C2-629D-0E69-18CE-D28C35A8E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133" y="4526756"/>
              <a:ext cx="0" cy="5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2" name="Elipse 871">
              <a:extLst>
                <a:ext uri="{FF2B5EF4-FFF2-40B4-BE49-F238E27FC236}">
                  <a16:creationId xmlns:a16="http://schemas.microsoft.com/office/drawing/2014/main" id="{FD5901ED-65BC-5FE8-75CD-AC943AA0F2C5}"/>
                </a:ext>
              </a:extLst>
            </p:cNvPr>
            <p:cNvSpPr/>
            <p:nvPr/>
          </p:nvSpPr>
          <p:spPr>
            <a:xfrm rot="19333876">
              <a:off x="6420468" y="4433409"/>
              <a:ext cx="123770" cy="83542"/>
            </a:xfrm>
            <a:prstGeom prst="ellipse">
              <a:avLst/>
            </a:prstGeom>
            <a:solidFill>
              <a:srgbClr val="512A03"/>
            </a:solidFill>
            <a:ln>
              <a:solidFill>
                <a:srgbClr val="512A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873" name="Conector recto 872">
              <a:extLst>
                <a:ext uri="{FF2B5EF4-FFF2-40B4-BE49-F238E27FC236}">
                  <a16:creationId xmlns:a16="http://schemas.microsoft.com/office/drawing/2014/main" id="{8145CF82-633D-6B21-AE7F-7343677D424C}"/>
                </a:ext>
              </a:extLst>
            </p:cNvPr>
            <p:cNvCxnSpPr>
              <a:cxnSpLocks/>
            </p:cNvCxnSpPr>
            <p:nvPr/>
          </p:nvCxnSpPr>
          <p:spPr>
            <a:xfrm>
              <a:off x="6508542" y="4611686"/>
              <a:ext cx="587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Conector recto 873">
              <a:extLst>
                <a:ext uri="{FF2B5EF4-FFF2-40B4-BE49-F238E27FC236}">
                  <a16:creationId xmlns:a16="http://schemas.microsoft.com/office/drawing/2014/main" id="{DCDB49ED-BB15-AF2D-8227-A9AA94529557}"/>
                </a:ext>
              </a:extLst>
            </p:cNvPr>
            <p:cNvCxnSpPr>
              <a:cxnSpLocks/>
            </p:cNvCxnSpPr>
            <p:nvPr/>
          </p:nvCxnSpPr>
          <p:spPr>
            <a:xfrm>
              <a:off x="6965145" y="4512468"/>
              <a:ext cx="104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Conector recto 874">
              <a:extLst>
                <a:ext uri="{FF2B5EF4-FFF2-40B4-BE49-F238E27FC236}">
                  <a16:creationId xmlns:a16="http://schemas.microsoft.com/office/drawing/2014/main" id="{76C61AFC-0D4F-3F44-78BF-D7F442583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4383" y="4512468"/>
              <a:ext cx="0" cy="5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Rectángulo 875">
              <a:extLst>
                <a:ext uri="{FF2B5EF4-FFF2-40B4-BE49-F238E27FC236}">
                  <a16:creationId xmlns:a16="http://schemas.microsoft.com/office/drawing/2014/main" id="{302C56FB-1DE9-D0BB-CF6A-852E0C22F273}"/>
                </a:ext>
              </a:extLst>
            </p:cNvPr>
            <p:cNvSpPr/>
            <p:nvPr/>
          </p:nvSpPr>
          <p:spPr>
            <a:xfrm>
              <a:off x="6315075" y="4760596"/>
              <a:ext cx="925530" cy="421006"/>
            </a:xfrm>
            <a:prstGeom prst="rect">
              <a:avLst/>
            </a:prstGeom>
            <a:solidFill>
              <a:srgbClr val="B3B1B0"/>
            </a:solidFill>
            <a:ln>
              <a:solidFill>
                <a:srgbClr val="B3B1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77" name="Elipse 876">
              <a:extLst>
                <a:ext uri="{FF2B5EF4-FFF2-40B4-BE49-F238E27FC236}">
                  <a16:creationId xmlns:a16="http://schemas.microsoft.com/office/drawing/2014/main" id="{E9C78531-3909-BA22-9926-9B5BADF9E376}"/>
                </a:ext>
              </a:extLst>
            </p:cNvPr>
            <p:cNvSpPr/>
            <p:nvPr/>
          </p:nvSpPr>
          <p:spPr>
            <a:xfrm>
              <a:off x="6994335" y="4577685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35" name="Elipse 234">
            <a:extLst>
              <a:ext uri="{FF2B5EF4-FFF2-40B4-BE49-F238E27FC236}">
                <a16:creationId xmlns:a16="http://schemas.microsoft.com/office/drawing/2014/main" id="{520FE267-08FA-F97D-D897-20DE7037A9C2}"/>
              </a:ext>
            </a:extLst>
          </p:cNvPr>
          <p:cNvSpPr/>
          <p:nvPr/>
        </p:nvSpPr>
        <p:spPr>
          <a:xfrm>
            <a:off x="6557690" y="5101808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1B01D5BE-15BE-D4E3-DAB1-6132F8478868}"/>
              </a:ext>
            </a:extLst>
          </p:cNvPr>
          <p:cNvSpPr/>
          <p:nvPr/>
        </p:nvSpPr>
        <p:spPr>
          <a:xfrm rot="872776">
            <a:off x="6624484" y="5080275"/>
            <a:ext cx="134419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7C8C3B0B-DB8B-665C-2CC2-BFB25BD3C664}"/>
              </a:ext>
            </a:extLst>
          </p:cNvPr>
          <p:cNvCxnSpPr>
            <a:cxnSpLocks/>
          </p:cNvCxnSpPr>
          <p:nvPr/>
        </p:nvCxnSpPr>
        <p:spPr>
          <a:xfrm>
            <a:off x="6612452" y="518688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CCAA0B89-8077-B09E-6D46-FAE9787343FC}"/>
              </a:ext>
            </a:extLst>
          </p:cNvPr>
          <p:cNvCxnSpPr>
            <a:cxnSpLocks/>
          </p:cNvCxnSpPr>
          <p:nvPr/>
        </p:nvCxnSpPr>
        <p:spPr>
          <a:xfrm flipV="1">
            <a:off x="6661690" y="518688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Elipse 238">
            <a:extLst>
              <a:ext uri="{FF2B5EF4-FFF2-40B4-BE49-F238E27FC236}">
                <a16:creationId xmlns:a16="http://schemas.microsoft.com/office/drawing/2014/main" id="{DC76936D-3F7D-94CA-E6E1-A2BBC45F0BB7}"/>
              </a:ext>
            </a:extLst>
          </p:cNvPr>
          <p:cNvSpPr/>
          <p:nvPr/>
        </p:nvSpPr>
        <p:spPr>
          <a:xfrm rot="19333876">
            <a:off x="6544025" y="5093536"/>
            <a:ext cx="123770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3C56F764-5B09-F10B-B331-371B6ACC89E1}"/>
              </a:ext>
            </a:extLst>
          </p:cNvPr>
          <p:cNvCxnSpPr>
            <a:cxnSpLocks/>
          </p:cNvCxnSpPr>
          <p:nvPr/>
        </p:nvCxnSpPr>
        <p:spPr>
          <a:xfrm>
            <a:off x="6632099" y="527181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Elipse 366">
            <a:extLst>
              <a:ext uri="{FF2B5EF4-FFF2-40B4-BE49-F238E27FC236}">
                <a16:creationId xmlns:a16="http://schemas.microsoft.com/office/drawing/2014/main" id="{A7D7CBAF-787E-87E6-287A-03D4203982E1}"/>
              </a:ext>
            </a:extLst>
          </p:cNvPr>
          <p:cNvSpPr/>
          <p:nvPr/>
        </p:nvSpPr>
        <p:spPr>
          <a:xfrm>
            <a:off x="6809129" y="5108176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8" name="Elipse 367">
            <a:extLst>
              <a:ext uri="{FF2B5EF4-FFF2-40B4-BE49-F238E27FC236}">
                <a16:creationId xmlns:a16="http://schemas.microsoft.com/office/drawing/2014/main" id="{C990FE87-8072-4747-0A79-4B18E0C265DD}"/>
              </a:ext>
            </a:extLst>
          </p:cNvPr>
          <p:cNvSpPr/>
          <p:nvPr/>
        </p:nvSpPr>
        <p:spPr>
          <a:xfrm rot="872776">
            <a:off x="6875923" y="508664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F9A50228-2B50-B8CB-DDB1-584D87A79B9C}"/>
              </a:ext>
            </a:extLst>
          </p:cNvPr>
          <p:cNvCxnSpPr>
            <a:cxnSpLocks/>
          </p:cNvCxnSpPr>
          <p:nvPr/>
        </p:nvCxnSpPr>
        <p:spPr>
          <a:xfrm>
            <a:off x="6863891" y="519325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C6B336C7-70F7-17B9-9611-BD768B2C9A7D}"/>
              </a:ext>
            </a:extLst>
          </p:cNvPr>
          <p:cNvCxnSpPr>
            <a:cxnSpLocks/>
          </p:cNvCxnSpPr>
          <p:nvPr/>
        </p:nvCxnSpPr>
        <p:spPr>
          <a:xfrm flipV="1">
            <a:off x="6913129" y="519325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Elipse 370">
            <a:extLst>
              <a:ext uri="{FF2B5EF4-FFF2-40B4-BE49-F238E27FC236}">
                <a16:creationId xmlns:a16="http://schemas.microsoft.com/office/drawing/2014/main" id="{450D78C3-2F2C-6687-9D22-D6A9EF811A5A}"/>
              </a:ext>
            </a:extLst>
          </p:cNvPr>
          <p:cNvSpPr/>
          <p:nvPr/>
        </p:nvSpPr>
        <p:spPr>
          <a:xfrm rot="19333876">
            <a:off x="6795464" y="509990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65EF1B25-F1C9-B14A-CDBE-734ECAE5FBCD}"/>
              </a:ext>
            </a:extLst>
          </p:cNvPr>
          <p:cNvCxnSpPr>
            <a:cxnSpLocks/>
          </p:cNvCxnSpPr>
          <p:nvPr/>
        </p:nvCxnSpPr>
        <p:spPr>
          <a:xfrm>
            <a:off x="6883538" y="527818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Elipse 375">
            <a:extLst>
              <a:ext uri="{FF2B5EF4-FFF2-40B4-BE49-F238E27FC236}">
                <a16:creationId xmlns:a16="http://schemas.microsoft.com/office/drawing/2014/main" id="{2BC2DF5A-E3DE-F129-524D-E68090355EFB}"/>
              </a:ext>
            </a:extLst>
          </p:cNvPr>
          <p:cNvSpPr/>
          <p:nvPr/>
        </p:nvSpPr>
        <p:spPr>
          <a:xfrm>
            <a:off x="7087303" y="5114767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7" name="Elipse 376">
            <a:extLst>
              <a:ext uri="{FF2B5EF4-FFF2-40B4-BE49-F238E27FC236}">
                <a16:creationId xmlns:a16="http://schemas.microsoft.com/office/drawing/2014/main" id="{1C846393-021E-5C8B-7A22-55A7397623BE}"/>
              </a:ext>
            </a:extLst>
          </p:cNvPr>
          <p:cNvSpPr/>
          <p:nvPr/>
        </p:nvSpPr>
        <p:spPr>
          <a:xfrm rot="872776">
            <a:off x="7154097" y="5093234"/>
            <a:ext cx="134419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8" name="Conector recto 377">
            <a:extLst>
              <a:ext uri="{FF2B5EF4-FFF2-40B4-BE49-F238E27FC236}">
                <a16:creationId xmlns:a16="http://schemas.microsoft.com/office/drawing/2014/main" id="{740BC0C5-B3D9-FB09-8EB8-4B2D9E571F05}"/>
              </a:ext>
            </a:extLst>
          </p:cNvPr>
          <p:cNvCxnSpPr>
            <a:cxnSpLocks/>
          </p:cNvCxnSpPr>
          <p:nvPr/>
        </p:nvCxnSpPr>
        <p:spPr>
          <a:xfrm>
            <a:off x="7142065" y="5199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ector recto 378">
            <a:extLst>
              <a:ext uri="{FF2B5EF4-FFF2-40B4-BE49-F238E27FC236}">
                <a16:creationId xmlns:a16="http://schemas.microsoft.com/office/drawing/2014/main" id="{0DA08C02-0AF4-F920-9016-F76A8478DCB2}"/>
              </a:ext>
            </a:extLst>
          </p:cNvPr>
          <p:cNvCxnSpPr>
            <a:cxnSpLocks/>
          </p:cNvCxnSpPr>
          <p:nvPr/>
        </p:nvCxnSpPr>
        <p:spPr>
          <a:xfrm flipV="1">
            <a:off x="7191303" y="5199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Elipse 379">
            <a:extLst>
              <a:ext uri="{FF2B5EF4-FFF2-40B4-BE49-F238E27FC236}">
                <a16:creationId xmlns:a16="http://schemas.microsoft.com/office/drawing/2014/main" id="{DA7B212B-2091-E3D8-AA2E-6076DF65888B}"/>
              </a:ext>
            </a:extLst>
          </p:cNvPr>
          <p:cNvSpPr/>
          <p:nvPr/>
        </p:nvSpPr>
        <p:spPr>
          <a:xfrm rot="19333876">
            <a:off x="7073638" y="5106495"/>
            <a:ext cx="123770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81" name="Conector recto 380">
            <a:extLst>
              <a:ext uri="{FF2B5EF4-FFF2-40B4-BE49-F238E27FC236}">
                <a16:creationId xmlns:a16="http://schemas.microsoft.com/office/drawing/2014/main" id="{5EC476D7-F853-6008-8F09-84CD52C309FF}"/>
              </a:ext>
            </a:extLst>
          </p:cNvPr>
          <p:cNvCxnSpPr>
            <a:cxnSpLocks/>
          </p:cNvCxnSpPr>
          <p:nvPr/>
        </p:nvCxnSpPr>
        <p:spPr>
          <a:xfrm>
            <a:off x="7161712" y="5284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ángulo 171">
            <a:extLst>
              <a:ext uri="{FF2B5EF4-FFF2-40B4-BE49-F238E27FC236}">
                <a16:creationId xmlns:a16="http://schemas.microsoft.com/office/drawing/2014/main" id="{13BBB3FD-4B25-83F9-B5C9-5A0DD21A1539}"/>
              </a:ext>
            </a:extLst>
          </p:cNvPr>
          <p:cNvSpPr/>
          <p:nvPr/>
        </p:nvSpPr>
        <p:spPr>
          <a:xfrm>
            <a:off x="6070215" y="532923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7" name="Rectángulo 176">
            <a:extLst>
              <a:ext uri="{FF2B5EF4-FFF2-40B4-BE49-F238E27FC236}">
                <a16:creationId xmlns:a16="http://schemas.microsoft.com/office/drawing/2014/main" id="{24D6975F-4BA4-CE66-46FB-ADED2A906F16}"/>
              </a:ext>
            </a:extLst>
          </p:cNvPr>
          <p:cNvSpPr/>
          <p:nvPr/>
        </p:nvSpPr>
        <p:spPr>
          <a:xfrm>
            <a:off x="7416003" y="532923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C7EE748E-E394-BFC3-81F1-8C7BEEE26E42}"/>
              </a:ext>
            </a:extLst>
          </p:cNvPr>
          <p:cNvSpPr/>
          <p:nvPr/>
        </p:nvSpPr>
        <p:spPr>
          <a:xfrm>
            <a:off x="9297191" y="532923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8316AF6-BC69-84B4-4C79-D74CBB37802F}"/>
              </a:ext>
            </a:extLst>
          </p:cNvPr>
          <p:cNvCxnSpPr>
            <a:cxnSpLocks/>
          </p:cNvCxnSpPr>
          <p:nvPr/>
        </p:nvCxnSpPr>
        <p:spPr>
          <a:xfrm>
            <a:off x="10305912" y="4783135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3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Imagen 403">
            <a:extLst>
              <a:ext uri="{FF2B5EF4-FFF2-40B4-BE49-F238E27FC236}">
                <a16:creationId xmlns:a16="http://schemas.microsoft.com/office/drawing/2014/main" id="{A96304E4-8A2A-9171-8BD1-79CCA34E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55" y="3249595"/>
            <a:ext cx="5891890" cy="3281046"/>
          </a:xfrm>
          <a:prstGeom prst="rect">
            <a:avLst/>
          </a:prstGeom>
        </p:spPr>
      </p:pic>
      <p:sp>
        <p:nvSpPr>
          <p:cNvPr id="400" name="Rectángulo 399">
            <a:extLst>
              <a:ext uri="{FF2B5EF4-FFF2-40B4-BE49-F238E27FC236}">
                <a16:creationId xmlns:a16="http://schemas.microsoft.com/office/drawing/2014/main" id="{C86E2E07-4092-5D45-41A2-34BC33E2E39E}"/>
              </a:ext>
            </a:extLst>
          </p:cNvPr>
          <p:cNvSpPr/>
          <p:nvPr/>
        </p:nvSpPr>
        <p:spPr>
          <a:xfrm>
            <a:off x="4811337" y="3154035"/>
            <a:ext cx="111125" cy="34136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1" name="Rectángulo 400">
            <a:extLst>
              <a:ext uri="{FF2B5EF4-FFF2-40B4-BE49-F238E27FC236}">
                <a16:creationId xmlns:a16="http://schemas.microsoft.com/office/drawing/2014/main" id="{67B4CF7E-CE19-E097-7F44-CA44504FE840}"/>
              </a:ext>
            </a:extLst>
          </p:cNvPr>
          <p:cNvSpPr/>
          <p:nvPr/>
        </p:nvSpPr>
        <p:spPr>
          <a:xfrm>
            <a:off x="7289113" y="3129521"/>
            <a:ext cx="111125" cy="34136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2" name="Rectángulo 401">
            <a:extLst>
              <a:ext uri="{FF2B5EF4-FFF2-40B4-BE49-F238E27FC236}">
                <a16:creationId xmlns:a16="http://schemas.microsoft.com/office/drawing/2014/main" id="{C92C726E-40A8-66EF-B94F-F50DBA78A461}"/>
              </a:ext>
            </a:extLst>
          </p:cNvPr>
          <p:cNvSpPr/>
          <p:nvPr/>
        </p:nvSpPr>
        <p:spPr>
          <a:xfrm rot="5400000">
            <a:off x="6025759" y="1967670"/>
            <a:ext cx="92207" cy="24928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9" name="Forma libre: forma 398">
            <a:extLst>
              <a:ext uri="{FF2B5EF4-FFF2-40B4-BE49-F238E27FC236}">
                <a16:creationId xmlns:a16="http://schemas.microsoft.com/office/drawing/2014/main" id="{14D05C2D-F89A-BECE-9E3A-DC7086DFE5C7}"/>
              </a:ext>
            </a:extLst>
          </p:cNvPr>
          <p:cNvSpPr/>
          <p:nvPr/>
        </p:nvSpPr>
        <p:spPr>
          <a:xfrm>
            <a:off x="-25400" y="-12700"/>
            <a:ext cx="12255500" cy="2324100"/>
          </a:xfrm>
          <a:custGeom>
            <a:avLst/>
            <a:gdLst>
              <a:gd name="connsiteX0" fmla="*/ 0 w 12255500"/>
              <a:gd name="connsiteY0" fmla="*/ 12700 h 2324100"/>
              <a:gd name="connsiteX1" fmla="*/ 3898900 w 12255500"/>
              <a:gd name="connsiteY1" fmla="*/ 2324100 h 2324100"/>
              <a:gd name="connsiteX2" fmla="*/ 8394700 w 12255500"/>
              <a:gd name="connsiteY2" fmla="*/ 2311400 h 2324100"/>
              <a:gd name="connsiteX3" fmla="*/ 12255500 w 12255500"/>
              <a:gd name="connsiteY3" fmla="*/ 0 h 2324100"/>
              <a:gd name="connsiteX4" fmla="*/ 0 w 12255500"/>
              <a:gd name="connsiteY4" fmla="*/ 1270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55500" h="2324100">
                <a:moveTo>
                  <a:pt x="0" y="12700"/>
                </a:moveTo>
                <a:lnTo>
                  <a:pt x="3898900" y="2324100"/>
                </a:lnTo>
                <a:lnTo>
                  <a:pt x="8394700" y="2311400"/>
                </a:lnTo>
                <a:lnTo>
                  <a:pt x="12255500" y="0"/>
                </a:lnTo>
                <a:lnTo>
                  <a:pt x="0" y="1270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8" name="Forma libre: forma 397">
            <a:extLst>
              <a:ext uri="{FF2B5EF4-FFF2-40B4-BE49-F238E27FC236}">
                <a16:creationId xmlns:a16="http://schemas.microsoft.com/office/drawing/2014/main" id="{6678EA68-F16E-2568-091F-0B600D26A87B}"/>
              </a:ext>
            </a:extLst>
          </p:cNvPr>
          <p:cNvSpPr/>
          <p:nvPr/>
        </p:nvSpPr>
        <p:spPr>
          <a:xfrm>
            <a:off x="3187700" y="6464300"/>
            <a:ext cx="5854700" cy="419100"/>
          </a:xfrm>
          <a:custGeom>
            <a:avLst/>
            <a:gdLst>
              <a:gd name="connsiteX0" fmla="*/ 558800 w 5854700"/>
              <a:gd name="connsiteY0" fmla="*/ 38100 h 419100"/>
              <a:gd name="connsiteX1" fmla="*/ 0 w 5854700"/>
              <a:gd name="connsiteY1" fmla="*/ 419100 h 419100"/>
              <a:gd name="connsiteX2" fmla="*/ 5854700 w 5854700"/>
              <a:gd name="connsiteY2" fmla="*/ 419100 h 419100"/>
              <a:gd name="connsiteX3" fmla="*/ 5283200 w 5854700"/>
              <a:gd name="connsiteY3" fmla="*/ 0 h 419100"/>
              <a:gd name="connsiteX4" fmla="*/ 5016500 w 5854700"/>
              <a:gd name="connsiteY4" fmla="*/ 76200 h 419100"/>
              <a:gd name="connsiteX5" fmla="*/ 1384300 w 5854700"/>
              <a:gd name="connsiteY5" fmla="*/ 76200 h 419100"/>
              <a:gd name="connsiteX6" fmla="*/ 787400 w 5854700"/>
              <a:gd name="connsiteY6" fmla="*/ 76200 h 419100"/>
              <a:gd name="connsiteX7" fmla="*/ 558800 w 5854700"/>
              <a:gd name="connsiteY7" fmla="*/ 38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4700" h="419100">
                <a:moveTo>
                  <a:pt x="558800" y="38100"/>
                </a:moveTo>
                <a:lnTo>
                  <a:pt x="0" y="419100"/>
                </a:lnTo>
                <a:lnTo>
                  <a:pt x="5854700" y="419100"/>
                </a:lnTo>
                <a:lnTo>
                  <a:pt x="5283200" y="0"/>
                </a:lnTo>
                <a:lnTo>
                  <a:pt x="5016500" y="76200"/>
                </a:lnTo>
                <a:lnTo>
                  <a:pt x="1384300" y="76200"/>
                </a:lnTo>
                <a:lnTo>
                  <a:pt x="787400" y="76200"/>
                </a:lnTo>
                <a:lnTo>
                  <a:pt x="558800" y="3810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Forma libre: forma 388">
            <a:extLst>
              <a:ext uri="{FF2B5EF4-FFF2-40B4-BE49-F238E27FC236}">
                <a16:creationId xmlns:a16="http://schemas.microsoft.com/office/drawing/2014/main" id="{F65CBB3D-257C-7356-AB3B-FFB56A90FD33}"/>
              </a:ext>
            </a:extLst>
          </p:cNvPr>
          <p:cNvSpPr/>
          <p:nvPr/>
        </p:nvSpPr>
        <p:spPr>
          <a:xfrm flipH="1">
            <a:off x="8341940" y="0"/>
            <a:ext cx="3914423" cy="6896100"/>
          </a:xfrm>
          <a:custGeom>
            <a:avLst/>
            <a:gdLst>
              <a:gd name="connsiteX0" fmla="*/ 3886200 w 3914422"/>
              <a:gd name="connsiteY0" fmla="*/ 2298700 h 6896100"/>
              <a:gd name="connsiteX1" fmla="*/ 38100 w 3914422"/>
              <a:gd name="connsiteY1" fmla="*/ 0 h 6896100"/>
              <a:gd name="connsiteX2" fmla="*/ 0 w 3914422"/>
              <a:gd name="connsiteY2" fmla="*/ 6883400 h 6896100"/>
              <a:gd name="connsiteX3" fmla="*/ 1701800 w 3914422"/>
              <a:gd name="connsiteY3" fmla="*/ 6896100 h 6896100"/>
              <a:gd name="connsiteX4" fmla="*/ 3911600 w 3914422"/>
              <a:gd name="connsiteY4" fmla="*/ 5905500 h 6896100"/>
              <a:gd name="connsiteX5" fmla="*/ 3886200 w 3914422"/>
              <a:gd name="connsiteY5" fmla="*/ 22987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422" h="6896100">
                <a:moveTo>
                  <a:pt x="3886200" y="2298700"/>
                </a:moveTo>
                <a:lnTo>
                  <a:pt x="38100" y="0"/>
                </a:lnTo>
                <a:lnTo>
                  <a:pt x="0" y="6883400"/>
                </a:lnTo>
                <a:lnTo>
                  <a:pt x="1701800" y="6896100"/>
                </a:lnTo>
                <a:lnTo>
                  <a:pt x="3911600" y="5905500"/>
                </a:lnTo>
                <a:cubicBezTo>
                  <a:pt x="3915833" y="4703233"/>
                  <a:pt x="3920067" y="3500967"/>
                  <a:pt x="3886200" y="2298700"/>
                </a:cubicBezTo>
                <a:close/>
              </a:path>
            </a:pathLst>
          </a:custGeom>
          <a:gradFill flip="none" rotWithShape="1">
            <a:gsLst>
              <a:gs pos="0">
                <a:srgbClr val="C52121">
                  <a:shade val="30000"/>
                  <a:satMod val="115000"/>
                </a:srgbClr>
              </a:gs>
              <a:gs pos="50000">
                <a:srgbClr val="C52121">
                  <a:shade val="67500"/>
                  <a:satMod val="115000"/>
                </a:srgbClr>
              </a:gs>
              <a:gs pos="100000">
                <a:srgbClr val="790707"/>
              </a:gs>
            </a:gsLst>
            <a:lin ang="0" scaled="1"/>
            <a:tileRect/>
          </a:gradFill>
          <a:ln>
            <a:solidFill>
              <a:srgbClr val="C5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Forma libre: forma 387">
            <a:extLst>
              <a:ext uri="{FF2B5EF4-FFF2-40B4-BE49-F238E27FC236}">
                <a16:creationId xmlns:a16="http://schemas.microsoft.com/office/drawing/2014/main" id="{71F82496-95D4-BA78-6919-59BD113ADD70}"/>
              </a:ext>
            </a:extLst>
          </p:cNvPr>
          <p:cNvSpPr/>
          <p:nvPr/>
        </p:nvSpPr>
        <p:spPr>
          <a:xfrm>
            <a:off x="-38100" y="-12700"/>
            <a:ext cx="3914422" cy="6896100"/>
          </a:xfrm>
          <a:custGeom>
            <a:avLst/>
            <a:gdLst>
              <a:gd name="connsiteX0" fmla="*/ 3886200 w 3914422"/>
              <a:gd name="connsiteY0" fmla="*/ 2298700 h 6896100"/>
              <a:gd name="connsiteX1" fmla="*/ 38100 w 3914422"/>
              <a:gd name="connsiteY1" fmla="*/ 0 h 6896100"/>
              <a:gd name="connsiteX2" fmla="*/ 0 w 3914422"/>
              <a:gd name="connsiteY2" fmla="*/ 6883400 h 6896100"/>
              <a:gd name="connsiteX3" fmla="*/ 1701800 w 3914422"/>
              <a:gd name="connsiteY3" fmla="*/ 6896100 h 6896100"/>
              <a:gd name="connsiteX4" fmla="*/ 3911600 w 3914422"/>
              <a:gd name="connsiteY4" fmla="*/ 5905500 h 6896100"/>
              <a:gd name="connsiteX5" fmla="*/ 3886200 w 3914422"/>
              <a:gd name="connsiteY5" fmla="*/ 22987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422" h="6896100">
                <a:moveTo>
                  <a:pt x="3886200" y="2298700"/>
                </a:moveTo>
                <a:lnTo>
                  <a:pt x="38100" y="0"/>
                </a:lnTo>
                <a:lnTo>
                  <a:pt x="0" y="6883400"/>
                </a:lnTo>
                <a:lnTo>
                  <a:pt x="1701800" y="6896100"/>
                </a:lnTo>
                <a:lnTo>
                  <a:pt x="3911600" y="5905500"/>
                </a:lnTo>
                <a:cubicBezTo>
                  <a:pt x="3915833" y="4703233"/>
                  <a:pt x="3920067" y="3500967"/>
                  <a:pt x="3886200" y="2298700"/>
                </a:cubicBezTo>
                <a:close/>
              </a:path>
            </a:pathLst>
          </a:custGeom>
          <a:gradFill flip="none" rotWithShape="1">
            <a:gsLst>
              <a:gs pos="0">
                <a:srgbClr val="C52121">
                  <a:shade val="30000"/>
                  <a:satMod val="115000"/>
                </a:srgbClr>
              </a:gs>
              <a:gs pos="50000">
                <a:srgbClr val="C52121">
                  <a:shade val="67500"/>
                  <a:satMod val="115000"/>
                </a:srgbClr>
              </a:gs>
              <a:gs pos="100000">
                <a:srgbClr val="790707"/>
              </a:gs>
            </a:gsLst>
            <a:lin ang="0" scaled="1"/>
            <a:tileRect/>
          </a:gradFill>
          <a:ln>
            <a:solidFill>
              <a:srgbClr val="C5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246ACC3-8C12-60A6-B684-8BD940DE50BB}"/>
              </a:ext>
            </a:extLst>
          </p:cNvPr>
          <p:cNvSpPr/>
          <p:nvPr/>
        </p:nvSpPr>
        <p:spPr>
          <a:xfrm>
            <a:off x="7405107" y="2334279"/>
            <a:ext cx="963105" cy="4228805"/>
          </a:xfrm>
          <a:prstGeom prst="rect">
            <a:avLst/>
          </a:prstGeom>
          <a:gradFill flip="none" rotWithShape="1">
            <a:gsLst>
              <a:gs pos="0">
                <a:srgbClr val="C52121">
                  <a:shade val="30000"/>
                  <a:satMod val="115000"/>
                </a:srgbClr>
              </a:gs>
              <a:gs pos="50000">
                <a:srgbClr val="C52121">
                  <a:shade val="67500"/>
                  <a:satMod val="115000"/>
                </a:srgbClr>
              </a:gs>
              <a:gs pos="100000">
                <a:srgbClr val="C5212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rgbClr val="C5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5" name="Rectángulo 384">
            <a:extLst>
              <a:ext uri="{FF2B5EF4-FFF2-40B4-BE49-F238E27FC236}">
                <a16:creationId xmlns:a16="http://schemas.microsoft.com/office/drawing/2014/main" id="{CCEA80EA-B51E-83C4-B717-88B8533A6D65}"/>
              </a:ext>
            </a:extLst>
          </p:cNvPr>
          <p:cNvSpPr/>
          <p:nvPr/>
        </p:nvSpPr>
        <p:spPr>
          <a:xfrm>
            <a:off x="3864288" y="2307995"/>
            <a:ext cx="963105" cy="4228805"/>
          </a:xfrm>
          <a:prstGeom prst="rect">
            <a:avLst/>
          </a:prstGeom>
          <a:gradFill flip="none" rotWithShape="1">
            <a:gsLst>
              <a:gs pos="0">
                <a:srgbClr val="C52121">
                  <a:shade val="30000"/>
                  <a:satMod val="115000"/>
                </a:srgbClr>
              </a:gs>
              <a:gs pos="50000">
                <a:srgbClr val="C52121">
                  <a:shade val="67500"/>
                  <a:satMod val="115000"/>
                </a:srgbClr>
              </a:gs>
              <a:gs pos="100000">
                <a:srgbClr val="C52121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C5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0" name="Rectángulo 329">
            <a:extLst>
              <a:ext uri="{FF2B5EF4-FFF2-40B4-BE49-F238E27FC236}">
                <a16:creationId xmlns:a16="http://schemas.microsoft.com/office/drawing/2014/main" id="{FDEA16C1-A5BA-F4AE-8324-9A64E5670B35}"/>
              </a:ext>
            </a:extLst>
          </p:cNvPr>
          <p:cNvSpPr/>
          <p:nvPr/>
        </p:nvSpPr>
        <p:spPr>
          <a:xfrm>
            <a:off x="3865073" y="2307997"/>
            <a:ext cx="4496341" cy="42288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Forma libre: forma 394">
            <a:extLst>
              <a:ext uri="{FF2B5EF4-FFF2-40B4-BE49-F238E27FC236}">
                <a16:creationId xmlns:a16="http://schemas.microsoft.com/office/drawing/2014/main" id="{5471BDBD-0302-8E51-D977-A3DC4A80D9C8}"/>
              </a:ext>
            </a:extLst>
          </p:cNvPr>
          <p:cNvSpPr/>
          <p:nvPr/>
        </p:nvSpPr>
        <p:spPr>
          <a:xfrm>
            <a:off x="7683500" y="3263900"/>
            <a:ext cx="2387600" cy="520700"/>
          </a:xfrm>
          <a:custGeom>
            <a:avLst/>
            <a:gdLst>
              <a:gd name="connsiteX0" fmla="*/ 0 w 2387600"/>
              <a:gd name="connsiteY0" fmla="*/ 508000 h 520700"/>
              <a:gd name="connsiteX1" fmla="*/ 1549400 w 2387600"/>
              <a:gd name="connsiteY1" fmla="*/ 12700 h 520700"/>
              <a:gd name="connsiteX2" fmla="*/ 2387600 w 2387600"/>
              <a:gd name="connsiteY2" fmla="*/ 0 h 520700"/>
              <a:gd name="connsiteX3" fmla="*/ 419100 w 2387600"/>
              <a:gd name="connsiteY3" fmla="*/ 520700 h 520700"/>
              <a:gd name="connsiteX4" fmla="*/ 0 w 2387600"/>
              <a:gd name="connsiteY4" fmla="*/ 5080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7600" h="520700">
                <a:moveTo>
                  <a:pt x="0" y="508000"/>
                </a:moveTo>
                <a:lnTo>
                  <a:pt x="1549400" y="12700"/>
                </a:lnTo>
                <a:lnTo>
                  <a:pt x="2387600" y="0"/>
                </a:lnTo>
                <a:lnTo>
                  <a:pt x="419100" y="520700"/>
                </a:lnTo>
                <a:lnTo>
                  <a:pt x="0" y="50800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Forma libre: forma 393">
            <a:extLst>
              <a:ext uri="{FF2B5EF4-FFF2-40B4-BE49-F238E27FC236}">
                <a16:creationId xmlns:a16="http://schemas.microsoft.com/office/drawing/2014/main" id="{91476A04-4B6B-5C71-DFF6-CE928EE9A12E}"/>
              </a:ext>
            </a:extLst>
          </p:cNvPr>
          <p:cNvSpPr/>
          <p:nvPr/>
        </p:nvSpPr>
        <p:spPr>
          <a:xfrm>
            <a:off x="2032000" y="3289300"/>
            <a:ext cx="2387600" cy="546100"/>
          </a:xfrm>
          <a:custGeom>
            <a:avLst/>
            <a:gdLst>
              <a:gd name="connsiteX0" fmla="*/ 0 w 2387600"/>
              <a:gd name="connsiteY0" fmla="*/ 0 h 546100"/>
              <a:gd name="connsiteX1" fmla="*/ 800100 w 2387600"/>
              <a:gd name="connsiteY1" fmla="*/ 0 h 546100"/>
              <a:gd name="connsiteX2" fmla="*/ 2387600 w 2387600"/>
              <a:gd name="connsiteY2" fmla="*/ 482600 h 546100"/>
              <a:gd name="connsiteX3" fmla="*/ 2006600 w 2387600"/>
              <a:gd name="connsiteY3" fmla="*/ 546100 h 546100"/>
              <a:gd name="connsiteX4" fmla="*/ 0 w 2387600"/>
              <a:gd name="connsiteY4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7600" h="546100">
                <a:moveTo>
                  <a:pt x="0" y="0"/>
                </a:moveTo>
                <a:lnTo>
                  <a:pt x="800100" y="0"/>
                </a:lnTo>
                <a:lnTo>
                  <a:pt x="2387600" y="482600"/>
                </a:lnTo>
                <a:lnTo>
                  <a:pt x="2006600" y="5461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Forma libre: forma 392">
            <a:extLst>
              <a:ext uri="{FF2B5EF4-FFF2-40B4-BE49-F238E27FC236}">
                <a16:creationId xmlns:a16="http://schemas.microsoft.com/office/drawing/2014/main" id="{39E78C15-0C74-35C8-7662-5355531187D2}"/>
              </a:ext>
            </a:extLst>
          </p:cNvPr>
          <p:cNvSpPr/>
          <p:nvPr/>
        </p:nvSpPr>
        <p:spPr>
          <a:xfrm flipH="1">
            <a:off x="7658099" y="2277131"/>
            <a:ext cx="2408051" cy="1524000"/>
          </a:xfrm>
          <a:custGeom>
            <a:avLst/>
            <a:gdLst>
              <a:gd name="connsiteX0" fmla="*/ 25400 w 2451100"/>
              <a:gd name="connsiteY0" fmla="*/ 1003300 h 1524000"/>
              <a:gd name="connsiteX1" fmla="*/ 0 w 2451100"/>
              <a:gd name="connsiteY1" fmla="*/ 12700 h 1524000"/>
              <a:gd name="connsiteX2" fmla="*/ 800100 w 2451100"/>
              <a:gd name="connsiteY2" fmla="*/ 0 h 1524000"/>
              <a:gd name="connsiteX3" fmla="*/ 2451100 w 2451100"/>
              <a:gd name="connsiteY3" fmla="*/ 876300 h 1524000"/>
              <a:gd name="connsiteX4" fmla="*/ 2451100 w 2451100"/>
              <a:gd name="connsiteY4" fmla="*/ 1524000 h 1524000"/>
              <a:gd name="connsiteX5" fmla="*/ 825500 w 2451100"/>
              <a:gd name="connsiteY5" fmla="*/ 1003300 h 1524000"/>
              <a:gd name="connsiteX6" fmla="*/ 25400 w 2451100"/>
              <a:gd name="connsiteY6" fmla="*/ 10033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1100" h="1524000">
                <a:moveTo>
                  <a:pt x="25400" y="1003300"/>
                </a:moveTo>
                <a:lnTo>
                  <a:pt x="0" y="12700"/>
                </a:lnTo>
                <a:lnTo>
                  <a:pt x="800100" y="0"/>
                </a:lnTo>
                <a:lnTo>
                  <a:pt x="2451100" y="876300"/>
                </a:lnTo>
                <a:lnTo>
                  <a:pt x="2451100" y="1524000"/>
                </a:lnTo>
                <a:lnTo>
                  <a:pt x="825500" y="1003300"/>
                </a:lnTo>
                <a:lnTo>
                  <a:pt x="25400" y="10033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2" name="Forma libre: forma 391">
            <a:extLst>
              <a:ext uri="{FF2B5EF4-FFF2-40B4-BE49-F238E27FC236}">
                <a16:creationId xmlns:a16="http://schemas.microsoft.com/office/drawing/2014/main" id="{62CEE40B-F3C8-8A13-CD79-897C23177E73}"/>
              </a:ext>
            </a:extLst>
          </p:cNvPr>
          <p:cNvSpPr/>
          <p:nvPr/>
        </p:nvSpPr>
        <p:spPr>
          <a:xfrm>
            <a:off x="2019300" y="2286000"/>
            <a:ext cx="2451100" cy="1524000"/>
          </a:xfrm>
          <a:custGeom>
            <a:avLst/>
            <a:gdLst>
              <a:gd name="connsiteX0" fmla="*/ 25400 w 2451100"/>
              <a:gd name="connsiteY0" fmla="*/ 1003300 h 1524000"/>
              <a:gd name="connsiteX1" fmla="*/ 0 w 2451100"/>
              <a:gd name="connsiteY1" fmla="*/ 12700 h 1524000"/>
              <a:gd name="connsiteX2" fmla="*/ 800100 w 2451100"/>
              <a:gd name="connsiteY2" fmla="*/ 0 h 1524000"/>
              <a:gd name="connsiteX3" fmla="*/ 2451100 w 2451100"/>
              <a:gd name="connsiteY3" fmla="*/ 876300 h 1524000"/>
              <a:gd name="connsiteX4" fmla="*/ 2451100 w 2451100"/>
              <a:gd name="connsiteY4" fmla="*/ 1524000 h 1524000"/>
              <a:gd name="connsiteX5" fmla="*/ 825500 w 2451100"/>
              <a:gd name="connsiteY5" fmla="*/ 1003300 h 1524000"/>
              <a:gd name="connsiteX6" fmla="*/ 25400 w 2451100"/>
              <a:gd name="connsiteY6" fmla="*/ 10033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1100" h="1524000">
                <a:moveTo>
                  <a:pt x="25400" y="1003300"/>
                </a:moveTo>
                <a:lnTo>
                  <a:pt x="0" y="12700"/>
                </a:lnTo>
                <a:lnTo>
                  <a:pt x="800100" y="0"/>
                </a:lnTo>
                <a:lnTo>
                  <a:pt x="2451100" y="876300"/>
                </a:lnTo>
                <a:lnTo>
                  <a:pt x="2451100" y="1524000"/>
                </a:lnTo>
                <a:lnTo>
                  <a:pt x="825500" y="1003300"/>
                </a:lnTo>
                <a:lnTo>
                  <a:pt x="25400" y="10033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1" name="Forma libre: forma 390">
            <a:extLst>
              <a:ext uri="{FF2B5EF4-FFF2-40B4-BE49-F238E27FC236}">
                <a16:creationId xmlns:a16="http://schemas.microsoft.com/office/drawing/2014/main" id="{05BEDD00-DC5F-860F-CC58-A1CE4DEBE59B}"/>
              </a:ext>
            </a:extLst>
          </p:cNvPr>
          <p:cNvSpPr/>
          <p:nvPr/>
        </p:nvSpPr>
        <p:spPr>
          <a:xfrm flipH="1">
            <a:off x="6804233" y="3260204"/>
            <a:ext cx="494314" cy="3276600"/>
          </a:xfrm>
          <a:custGeom>
            <a:avLst/>
            <a:gdLst>
              <a:gd name="connsiteX0" fmla="*/ 0 w 457200"/>
              <a:gd name="connsiteY0" fmla="*/ 0 h 3276600"/>
              <a:gd name="connsiteX1" fmla="*/ 457200 w 457200"/>
              <a:gd name="connsiteY1" fmla="*/ 279400 h 3276600"/>
              <a:gd name="connsiteX2" fmla="*/ 457200 w 457200"/>
              <a:gd name="connsiteY2" fmla="*/ 2933700 h 3276600"/>
              <a:gd name="connsiteX3" fmla="*/ 0 w 457200"/>
              <a:gd name="connsiteY3" fmla="*/ 3276600 h 3276600"/>
              <a:gd name="connsiteX4" fmla="*/ 0 w 457200"/>
              <a:gd name="connsiteY4" fmla="*/ 0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3276600">
                <a:moveTo>
                  <a:pt x="0" y="0"/>
                </a:moveTo>
                <a:lnTo>
                  <a:pt x="457200" y="279400"/>
                </a:lnTo>
                <a:lnTo>
                  <a:pt x="457200" y="29337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5C2C">
                  <a:shade val="30000"/>
                  <a:satMod val="115000"/>
                </a:srgbClr>
              </a:gs>
              <a:gs pos="50000">
                <a:srgbClr val="8C5C2C">
                  <a:shade val="67500"/>
                  <a:satMod val="115000"/>
                </a:srgbClr>
              </a:gs>
              <a:gs pos="100000">
                <a:srgbClr val="8C5C2C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0" name="Forma libre: forma 389">
            <a:extLst>
              <a:ext uri="{FF2B5EF4-FFF2-40B4-BE49-F238E27FC236}">
                <a16:creationId xmlns:a16="http://schemas.microsoft.com/office/drawing/2014/main" id="{F0EA1677-42BD-B52F-37E7-FCA54A5D7DCD}"/>
              </a:ext>
            </a:extLst>
          </p:cNvPr>
          <p:cNvSpPr/>
          <p:nvPr/>
        </p:nvSpPr>
        <p:spPr>
          <a:xfrm>
            <a:off x="4953000" y="3251200"/>
            <a:ext cx="457200" cy="3276600"/>
          </a:xfrm>
          <a:custGeom>
            <a:avLst/>
            <a:gdLst>
              <a:gd name="connsiteX0" fmla="*/ 0 w 457200"/>
              <a:gd name="connsiteY0" fmla="*/ 0 h 3276600"/>
              <a:gd name="connsiteX1" fmla="*/ 457200 w 457200"/>
              <a:gd name="connsiteY1" fmla="*/ 279400 h 3276600"/>
              <a:gd name="connsiteX2" fmla="*/ 457200 w 457200"/>
              <a:gd name="connsiteY2" fmla="*/ 2933700 h 3276600"/>
              <a:gd name="connsiteX3" fmla="*/ 0 w 457200"/>
              <a:gd name="connsiteY3" fmla="*/ 3276600 h 3276600"/>
              <a:gd name="connsiteX4" fmla="*/ 0 w 457200"/>
              <a:gd name="connsiteY4" fmla="*/ 0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3276600">
                <a:moveTo>
                  <a:pt x="0" y="0"/>
                </a:moveTo>
                <a:lnTo>
                  <a:pt x="457200" y="279400"/>
                </a:lnTo>
                <a:lnTo>
                  <a:pt x="457200" y="29337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5C2C">
                  <a:shade val="30000"/>
                  <a:satMod val="115000"/>
                </a:srgbClr>
              </a:gs>
              <a:gs pos="50000">
                <a:srgbClr val="8C5C2C">
                  <a:shade val="67500"/>
                  <a:satMod val="115000"/>
                </a:srgbClr>
              </a:gs>
              <a:gs pos="100000">
                <a:srgbClr val="8C5C2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707E5E78-07F3-0B6D-5B9C-17B625CFFFD7}"/>
              </a:ext>
            </a:extLst>
          </p:cNvPr>
          <p:cNvSpPr/>
          <p:nvPr/>
        </p:nvSpPr>
        <p:spPr>
          <a:xfrm>
            <a:off x="4811337" y="2334280"/>
            <a:ext cx="2631767" cy="832896"/>
          </a:xfrm>
          <a:prstGeom prst="rect">
            <a:avLst/>
          </a:prstGeom>
          <a:solidFill>
            <a:srgbClr val="CD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4" name="Forma libre: forma 383">
            <a:extLst>
              <a:ext uri="{FF2B5EF4-FFF2-40B4-BE49-F238E27FC236}">
                <a16:creationId xmlns:a16="http://schemas.microsoft.com/office/drawing/2014/main" id="{2AD95B04-2DE8-490B-3FDA-4D09638E22CA}"/>
              </a:ext>
            </a:extLst>
          </p:cNvPr>
          <p:cNvSpPr/>
          <p:nvPr/>
        </p:nvSpPr>
        <p:spPr>
          <a:xfrm>
            <a:off x="8220075" y="6334125"/>
            <a:ext cx="234950" cy="530225"/>
          </a:xfrm>
          <a:custGeom>
            <a:avLst/>
            <a:gdLst>
              <a:gd name="connsiteX0" fmla="*/ 0 w 234950"/>
              <a:gd name="connsiteY0" fmla="*/ 0 h 530225"/>
              <a:gd name="connsiteX1" fmla="*/ 15875 w 234950"/>
              <a:gd name="connsiteY1" fmla="*/ 517525 h 530225"/>
              <a:gd name="connsiteX2" fmla="*/ 234950 w 234950"/>
              <a:gd name="connsiteY2" fmla="*/ 530225 h 530225"/>
              <a:gd name="connsiteX3" fmla="*/ 234950 w 234950"/>
              <a:gd name="connsiteY3" fmla="*/ 142875 h 530225"/>
              <a:gd name="connsiteX4" fmla="*/ 0 w 234950"/>
              <a:gd name="connsiteY4" fmla="*/ 0 h 53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" h="530225">
                <a:moveTo>
                  <a:pt x="0" y="0"/>
                </a:moveTo>
                <a:lnTo>
                  <a:pt x="15875" y="517525"/>
                </a:lnTo>
                <a:lnTo>
                  <a:pt x="234950" y="530225"/>
                </a:lnTo>
                <a:lnTo>
                  <a:pt x="23495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Forma libre: forma 382">
            <a:extLst>
              <a:ext uri="{FF2B5EF4-FFF2-40B4-BE49-F238E27FC236}">
                <a16:creationId xmlns:a16="http://schemas.microsoft.com/office/drawing/2014/main" id="{30E50E70-F269-23C7-2D01-7AD9BC40FBC1}"/>
              </a:ext>
            </a:extLst>
          </p:cNvPr>
          <p:cNvSpPr/>
          <p:nvPr/>
        </p:nvSpPr>
        <p:spPr>
          <a:xfrm>
            <a:off x="7658100" y="5949950"/>
            <a:ext cx="194539" cy="701675"/>
          </a:xfrm>
          <a:custGeom>
            <a:avLst/>
            <a:gdLst>
              <a:gd name="connsiteX0" fmla="*/ 190500 w 194539"/>
              <a:gd name="connsiteY0" fmla="*/ 701675 h 701675"/>
              <a:gd name="connsiteX1" fmla="*/ 92075 w 194539"/>
              <a:gd name="connsiteY1" fmla="*/ 701675 h 701675"/>
              <a:gd name="connsiteX2" fmla="*/ 0 w 194539"/>
              <a:gd name="connsiteY2" fmla="*/ 631825 h 701675"/>
              <a:gd name="connsiteX3" fmla="*/ 3175 w 194539"/>
              <a:gd name="connsiteY3" fmla="*/ 0 h 701675"/>
              <a:gd name="connsiteX4" fmla="*/ 193675 w 194539"/>
              <a:gd name="connsiteY4" fmla="*/ 139700 h 701675"/>
              <a:gd name="connsiteX5" fmla="*/ 190500 w 194539"/>
              <a:gd name="connsiteY5" fmla="*/ 701675 h 70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539" h="701675">
                <a:moveTo>
                  <a:pt x="190500" y="701675"/>
                </a:moveTo>
                <a:lnTo>
                  <a:pt x="92075" y="701675"/>
                </a:lnTo>
                <a:lnTo>
                  <a:pt x="0" y="631825"/>
                </a:lnTo>
                <a:cubicBezTo>
                  <a:pt x="1058" y="421217"/>
                  <a:pt x="2117" y="210608"/>
                  <a:pt x="3175" y="0"/>
                </a:cubicBezTo>
                <a:lnTo>
                  <a:pt x="193675" y="139700"/>
                </a:lnTo>
                <a:cubicBezTo>
                  <a:pt x="194733" y="323850"/>
                  <a:pt x="195792" y="508000"/>
                  <a:pt x="190500" y="701675"/>
                </a:cubicBez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Forma libre: forma 381">
            <a:extLst>
              <a:ext uri="{FF2B5EF4-FFF2-40B4-BE49-F238E27FC236}">
                <a16:creationId xmlns:a16="http://schemas.microsoft.com/office/drawing/2014/main" id="{20E9B079-860F-C169-79DF-89E080174073}"/>
              </a:ext>
            </a:extLst>
          </p:cNvPr>
          <p:cNvSpPr/>
          <p:nvPr/>
        </p:nvSpPr>
        <p:spPr>
          <a:xfrm>
            <a:off x="4391025" y="5943600"/>
            <a:ext cx="190500" cy="714375"/>
          </a:xfrm>
          <a:custGeom>
            <a:avLst/>
            <a:gdLst>
              <a:gd name="connsiteX0" fmla="*/ 0 w 190500"/>
              <a:gd name="connsiteY0" fmla="*/ 114300 h 714375"/>
              <a:gd name="connsiteX1" fmla="*/ 4763 w 190500"/>
              <a:gd name="connsiteY1" fmla="*/ 714375 h 714375"/>
              <a:gd name="connsiteX2" fmla="*/ 109538 w 190500"/>
              <a:gd name="connsiteY2" fmla="*/ 714375 h 714375"/>
              <a:gd name="connsiteX3" fmla="*/ 185738 w 190500"/>
              <a:gd name="connsiteY3" fmla="*/ 642938 h 714375"/>
              <a:gd name="connsiteX4" fmla="*/ 190500 w 190500"/>
              <a:gd name="connsiteY4" fmla="*/ 0 h 714375"/>
              <a:gd name="connsiteX5" fmla="*/ 0 w 190500"/>
              <a:gd name="connsiteY5" fmla="*/ 114300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500" h="714375">
                <a:moveTo>
                  <a:pt x="0" y="114300"/>
                </a:moveTo>
                <a:cubicBezTo>
                  <a:pt x="1588" y="314325"/>
                  <a:pt x="3175" y="514350"/>
                  <a:pt x="4763" y="714375"/>
                </a:cubicBezTo>
                <a:lnTo>
                  <a:pt x="109538" y="714375"/>
                </a:lnTo>
                <a:lnTo>
                  <a:pt x="185738" y="642938"/>
                </a:lnTo>
                <a:cubicBezTo>
                  <a:pt x="187325" y="428625"/>
                  <a:pt x="188913" y="214313"/>
                  <a:pt x="190500" y="0"/>
                </a:cubicBezTo>
                <a:lnTo>
                  <a:pt x="0" y="11430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1" name="Forma libre: forma 380">
            <a:extLst>
              <a:ext uri="{FF2B5EF4-FFF2-40B4-BE49-F238E27FC236}">
                <a16:creationId xmlns:a16="http://schemas.microsoft.com/office/drawing/2014/main" id="{D5B58FE3-515A-75FA-CC2F-23E9ECFC9776}"/>
              </a:ext>
            </a:extLst>
          </p:cNvPr>
          <p:cNvSpPr/>
          <p:nvPr/>
        </p:nvSpPr>
        <p:spPr>
          <a:xfrm>
            <a:off x="3784922" y="6342927"/>
            <a:ext cx="219919" cy="520860"/>
          </a:xfrm>
          <a:custGeom>
            <a:avLst/>
            <a:gdLst>
              <a:gd name="connsiteX0" fmla="*/ 219919 w 219919"/>
              <a:gd name="connsiteY0" fmla="*/ 0 h 520860"/>
              <a:gd name="connsiteX1" fmla="*/ 219919 w 219919"/>
              <a:gd name="connsiteY1" fmla="*/ 520860 h 520860"/>
              <a:gd name="connsiteX2" fmla="*/ 0 w 219919"/>
              <a:gd name="connsiteY2" fmla="*/ 520860 h 520860"/>
              <a:gd name="connsiteX3" fmla="*/ 0 w 219919"/>
              <a:gd name="connsiteY3" fmla="*/ 127321 h 520860"/>
              <a:gd name="connsiteX4" fmla="*/ 219919 w 219919"/>
              <a:gd name="connsiteY4" fmla="*/ 0 h 52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919" h="520860">
                <a:moveTo>
                  <a:pt x="219919" y="0"/>
                </a:moveTo>
                <a:lnTo>
                  <a:pt x="219919" y="520860"/>
                </a:lnTo>
                <a:lnTo>
                  <a:pt x="0" y="520860"/>
                </a:lnTo>
                <a:lnTo>
                  <a:pt x="0" y="127321"/>
                </a:lnTo>
                <a:lnTo>
                  <a:pt x="219919" y="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7E95A2C8-AD6B-B6E7-4A49-0FC68ADB9757}"/>
              </a:ext>
            </a:extLst>
          </p:cNvPr>
          <p:cNvGrpSpPr/>
          <p:nvPr/>
        </p:nvGrpSpPr>
        <p:grpSpPr>
          <a:xfrm>
            <a:off x="4925784" y="3250655"/>
            <a:ext cx="494768" cy="3291093"/>
            <a:chOff x="4925784" y="1979271"/>
            <a:chExt cx="494768" cy="3291093"/>
          </a:xfrm>
        </p:grpSpPr>
        <p:cxnSp>
          <p:nvCxnSpPr>
            <p:cNvPr id="251" name="Conector recto 250">
              <a:extLst>
                <a:ext uri="{FF2B5EF4-FFF2-40B4-BE49-F238E27FC236}">
                  <a16:creationId xmlns:a16="http://schemas.microsoft.com/office/drawing/2014/main" id="{D48877D9-603E-E320-B8F7-CEF424620CED}"/>
                </a:ext>
              </a:extLst>
            </p:cNvPr>
            <p:cNvCxnSpPr>
              <a:cxnSpLocks/>
            </p:cNvCxnSpPr>
            <p:nvPr/>
          </p:nvCxnSpPr>
          <p:spPr>
            <a:xfrm>
              <a:off x="4942390" y="1979271"/>
              <a:ext cx="0" cy="32617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251">
              <a:extLst>
                <a:ext uri="{FF2B5EF4-FFF2-40B4-BE49-F238E27FC236}">
                  <a16:creationId xmlns:a16="http://schemas.microsoft.com/office/drawing/2014/main" id="{2DD3A37F-5A38-FF9C-2829-16CB0EC470C0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1981200"/>
              <a:ext cx="466725" cy="3000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252">
              <a:extLst>
                <a:ext uri="{FF2B5EF4-FFF2-40B4-BE49-F238E27FC236}">
                  <a16:creationId xmlns:a16="http://schemas.microsoft.com/office/drawing/2014/main" id="{C4B94E79-A0EB-F1AD-319D-01976B469949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92" y="2265624"/>
              <a:ext cx="0" cy="26556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 recto 253">
              <a:extLst>
                <a:ext uri="{FF2B5EF4-FFF2-40B4-BE49-F238E27FC236}">
                  <a16:creationId xmlns:a16="http://schemas.microsoft.com/office/drawing/2014/main" id="{A0B0414C-9B1E-C3D6-37ED-684CD342E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5784" y="4911725"/>
              <a:ext cx="494768" cy="3586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D3FCBAAE-7152-4B40-16B7-BA4102309802}"/>
              </a:ext>
            </a:extLst>
          </p:cNvPr>
          <p:cNvGrpSpPr/>
          <p:nvPr/>
        </p:nvGrpSpPr>
        <p:grpSpPr>
          <a:xfrm flipH="1">
            <a:off x="6789669" y="3249923"/>
            <a:ext cx="511843" cy="3291093"/>
            <a:chOff x="4925784" y="1979271"/>
            <a:chExt cx="494768" cy="3291093"/>
          </a:xfrm>
        </p:grpSpPr>
        <p:cxnSp>
          <p:nvCxnSpPr>
            <p:cNvPr id="256" name="Conector recto 255">
              <a:extLst>
                <a:ext uri="{FF2B5EF4-FFF2-40B4-BE49-F238E27FC236}">
                  <a16:creationId xmlns:a16="http://schemas.microsoft.com/office/drawing/2014/main" id="{B1C22164-AD4B-27DA-EFA5-FDE9602D612A}"/>
                </a:ext>
              </a:extLst>
            </p:cNvPr>
            <p:cNvCxnSpPr>
              <a:cxnSpLocks/>
            </p:cNvCxnSpPr>
            <p:nvPr/>
          </p:nvCxnSpPr>
          <p:spPr>
            <a:xfrm>
              <a:off x="4942390" y="1979271"/>
              <a:ext cx="0" cy="32617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ector recto 256">
              <a:extLst>
                <a:ext uri="{FF2B5EF4-FFF2-40B4-BE49-F238E27FC236}">
                  <a16:creationId xmlns:a16="http://schemas.microsoft.com/office/drawing/2014/main" id="{AC46117D-9A5B-9D51-6FA2-D0A6417CD8E8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1981200"/>
              <a:ext cx="466725" cy="3000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ector recto 257">
              <a:extLst>
                <a:ext uri="{FF2B5EF4-FFF2-40B4-BE49-F238E27FC236}">
                  <a16:creationId xmlns:a16="http://schemas.microsoft.com/office/drawing/2014/main" id="{DD273075-D697-A68C-2FD7-DE802EAC50E6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92" y="2265624"/>
              <a:ext cx="0" cy="26556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ector recto 258">
              <a:extLst>
                <a:ext uri="{FF2B5EF4-FFF2-40B4-BE49-F238E27FC236}">
                  <a16:creationId xmlns:a16="http://schemas.microsoft.com/office/drawing/2014/main" id="{B5E74D1E-A2B1-96A3-EC05-4C0659DE6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5784" y="4911725"/>
              <a:ext cx="494768" cy="3586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696555F9-9EFB-AFA2-8E47-918C4FBC2DD0}"/>
              </a:ext>
            </a:extLst>
          </p:cNvPr>
          <p:cNvSpPr/>
          <p:nvPr/>
        </p:nvSpPr>
        <p:spPr>
          <a:xfrm>
            <a:off x="4942390" y="3260204"/>
            <a:ext cx="2347511" cy="3276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8D68125D-5B07-1D89-49B2-66535126C5A4}"/>
              </a:ext>
            </a:extLst>
          </p:cNvPr>
          <p:cNvGrpSpPr/>
          <p:nvPr/>
        </p:nvGrpSpPr>
        <p:grpSpPr>
          <a:xfrm flipH="1">
            <a:off x="7656908" y="2259259"/>
            <a:ext cx="2422716" cy="1538765"/>
            <a:chOff x="5607246" y="1371960"/>
            <a:chExt cx="2451682" cy="1538765"/>
          </a:xfrm>
        </p:grpSpPr>
        <p:cxnSp>
          <p:nvCxnSpPr>
            <p:cNvPr id="293" name="Conector recto 292">
              <a:extLst>
                <a:ext uri="{FF2B5EF4-FFF2-40B4-BE49-F238E27FC236}">
                  <a16:creationId xmlns:a16="http://schemas.microsoft.com/office/drawing/2014/main" id="{E5B96432-3B30-DEF4-D1F9-C3AE9E6945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8125" y="1385933"/>
              <a:ext cx="1644243" cy="902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ector recto 293">
              <a:extLst>
                <a:ext uri="{FF2B5EF4-FFF2-40B4-BE49-F238E27FC236}">
                  <a16:creationId xmlns:a16="http://schemas.microsoft.com/office/drawing/2014/main" id="{22E05AC8-C54A-C3A1-32A8-FB06CA7C28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0394" y="2368949"/>
              <a:ext cx="1631974" cy="5312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onector recto 294">
              <a:extLst>
                <a:ext uri="{FF2B5EF4-FFF2-40B4-BE49-F238E27FC236}">
                  <a16:creationId xmlns:a16="http://schemas.microsoft.com/office/drawing/2014/main" id="{250BBD08-19E0-10CE-0A89-92415D3F0F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7246" y="2385935"/>
              <a:ext cx="2009364" cy="524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ector recto 295">
              <a:extLst>
                <a:ext uri="{FF2B5EF4-FFF2-40B4-BE49-F238E27FC236}">
                  <a16:creationId xmlns:a16="http://schemas.microsoft.com/office/drawing/2014/main" id="{A42DA5E6-C186-B097-7EFC-ACA4284BD8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3636" y="2907362"/>
              <a:ext cx="4687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ector recto 296">
              <a:extLst>
                <a:ext uri="{FF2B5EF4-FFF2-40B4-BE49-F238E27FC236}">
                  <a16:creationId xmlns:a16="http://schemas.microsoft.com/office/drawing/2014/main" id="{4FC93EA0-CFD9-1215-4C83-480947362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2368" y="2293980"/>
              <a:ext cx="6560" cy="6025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297">
              <a:extLst>
                <a:ext uri="{FF2B5EF4-FFF2-40B4-BE49-F238E27FC236}">
                  <a16:creationId xmlns:a16="http://schemas.microsoft.com/office/drawing/2014/main" id="{E2A1236E-ABB7-054C-4944-8AE680AAFB18}"/>
                </a:ext>
              </a:extLst>
            </p:cNvPr>
            <p:cNvCxnSpPr>
              <a:cxnSpLocks/>
            </p:cNvCxnSpPr>
            <p:nvPr/>
          </p:nvCxnSpPr>
          <p:spPr>
            <a:xfrm>
              <a:off x="7674927" y="2073000"/>
              <a:ext cx="0" cy="6743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ector recto 298">
              <a:extLst>
                <a:ext uri="{FF2B5EF4-FFF2-40B4-BE49-F238E27FC236}">
                  <a16:creationId xmlns:a16="http://schemas.microsoft.com/office/drawing/2014/main" id="{8E74BED6-902E-723F-5BFA-CFAFB1007158}"/>
                </a:ext>
              </a:extLst>
            </p:cNvPr>
            <p:cNvCxnSpPr>
              <a:cxnSpLocks/>
            </p:cNvCxnSpPr>
            <p:nvPr/>
          </p:nvCxnSpPr>
          <p:spPr>
            <a:xfrm>
              <a:off x="7133907" y="1806300"/>
              <a:ext cx="0" cy="7658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ector recto 299">
              <a:extLst>
                <a:ext uri="{FF2B5EF4-FFF2-40B4-BE49-F238E27FC236}">
                  <a16:creationId xmlns:a16="http://schemas.microsoft.com/office/drawing/2014/main" id="{D84D381B-AD38-3CE1-B9A5-408A5BAFC737}"/>
                </a:ext>
              </a:extLst>
            </p:cNvPr>
            <p:cNvCxnSpPr>
              <a:cxnSpLocks/>
            </p:cNvCxnSpPr>
            <p:nvPr/>
          </p:nvCxnSpPr>
          <p:spPr>
            <a:xfrm>
              <a:off x="6404176" y="1371960"/>
              <a:ext cx="3949" cy="986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Conector recto 300">
              <a:extLst>
                <a:ext uri="{FF2B5EF4-FFF2-40B4-BE49-F238E27FC236}">
                  <a16:creationId xmlns:a16="http://schemas.microsoft.com/office/drawing/2014/main" id="{4EFC875A-7524-F4D4-FA09-736E05E12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6761" y="2373990"/>
              <a:ext cx="8171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 recto 301">
              <a:extLst>
                <a:ext uri="{FF2B5EF4-FFF2-40B4-BE49-F238E27FC236}">
                  <a16:creationId xmlns:a16="http://schemas.microsoft.com/office/drawing/2014/main" id="{9F4C3166-08E8-27D0-E896-1C8F31E9E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6761" y="1398630"/>
              <a:ext cx="77148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ector recto 302">
              <a:extLst>
                <a:ext uri="{FF2B5EF4-FFF2-40B4-BE49-F238E27FC236}">
                  <a16:creationId xmlns:a16="http://schemas.microsoft.com/office/drawing/2014/main" id="{03327599-17A6-5D88-818B-737C695CFC5B}"/>
                </a:ext>
              </a:extLst>
            </p:cNvPr>
            <p:cNvCxnSpPr>
              <a:cxnSpLocks/>
            </p:cNvCxnSpPr>
            <p:nvPr/>
          </p:nvCxnSpPr>
          <p:spPr>
            <a:xfrm>
              <a:off x="5619189" y="1420698"/>
              <a:ext cx="3949" cy="986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9" name="Rectángulo 328">
            <a:extLst>
              <a:ext uri="{FF2B5EF4-FFF2-40B4-BE49-F238E27FC236}">
                <a16:creationId xmlns:a16="http://schemas.microsoft.com/office/drawing/2014/main" id="{37AB9D69-2055-1F5B-C854-6F78D2F11245}"/>
              </a:ext>
            </a:extLst>
          </p:cNvPr>
          <p:cNvSpPr/>
          <p:nvPr/>
        </p:nvSpPr>
        <p:spPr>
          <a:xfrm>
            <a:off x="4828049" y="3154035"/>
            <a:ext cx="2568412" cy="3382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893C0F81-2803-A641-BA77-490FB31FD9F7}"/>
              </a:ext>
            </a:extLst>
          </p:cNvPr>
          <p:cNvCxnSpPr>
            <a:cxnSpLocks/>
          </p:cNvCxnSpPr>
          <p:nvPr/>
        </p:nvCxnSpPr>
        <p:spPr>
          <a:xfrm flipH="1" flipV="1">
            <a:off x="-193420" y="-92597"/>
            <a:ext cx="4102508" cy="24268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ector recto 332">
            <a:extLst>
              <a:ext uri="{FF2B5EF4-FFF2-40B4-BE49-F238E27FC236}">
                <a16:creationId xmlns:a16="http://schemas.microsoft.com/office/drawing/2014/main" id="{6FA3852D-15FD-0148-5E99-4C3388F44AF7}"/>
              </a:ext>
            </a:extLst>
          </p:cNvPr>
          <p:cNvCxnSpPr>
            <a:cxnSpLocks/>
          </p:cNvCxnSpPr>
          <p:nvPr/>
        </p:nvCxnSpPr>
        <p:spPr>
          <a:xfrm flipV="1">
            <a:off x="8361414" y="0"/>
            <a:ext cx="3830586" cy="23342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7CCDB553-93D2-FDC3-6FF3-EC994FD14786}"/>
              </a:ext>
            </a:extLst>
          </p:cNvPr>
          <p:cNvCxnSpPr>
            <a:cxnSpLocks/>
          </p:cNvCxnSpPr>
          <p:nvPr/>
        </p:nvCxnSpPr>
        <p:spPr>
          <a:xfrm flipH="1" flipV="1">
            <a:off x="3483980" y="0"/>
            <a:ext cx="1344069" cy="2307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AB748449-ADF8-F2F3-E576-E9E873EB1D36}"/>
              </a:ext>
            </a:extLst>
          </p:cNvPr>
          <p:cNvCxnSpPr>
            <a:cxnSpLocks/>
          </p:cNvCxnSpPr>
          <p:nvPr/>
        </p:nvCxnSpPr>
        <p:spPr>
          <a:xfrm flipV="1">
            <a:off x="7443109" y="0"/>
            <a:ext cx="1180030" cy="23211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EECD944-4A5C-046F-8740-D960A3578281}"/>
              </a:ext>
            </a:extLst>
          </p:cNvPr>
          <p:cNvCxnSpPr>
            <a:cxnSpLocks/>
            <a:stCxn id="330" idx="0"/>
          </p:cNvCxnSpPr>
          <p:nvPr/>
        </p:nvCxnSpPr>
        <p:spPr>
          <a:xfrm flipV="1">
            <a:off x="6113244" y="0"/>
            <a:ext cx="0" cy="23079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283760AF-4C40-AC8F-62C4-676B41D8D270}"/>
              </a:ext>
            </a:extLst>
          </p:cNvPr>
          <p:cNvCxnSpPr>
            <a:cxnSpLocks/>
          </p:cNvCxnSpPr>
          <p:nvPr/>
        </p:nvCxnSpPr>
        <p:spPr>
          <a:xfrm flipH="1">
            <a:off x="2824223" y="1678329"/>
            <a:ext cx="65512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DD4E506-A420-3484-7F4B-3F9CDE3D561C}"/>
              </a:ext>
            </a:extLst>
          </p:cNvPr>
          <p:cNvCxnSpPr>
            <a:cxnSpLocks/>
          </p:cNvCxnSpPr>
          <p:nvPr/>
        </p:nvCxnSpPr>
        <p:spPr>
          <a:xfrm flipH="1">
            <a:off x="1204825" y="731134"/>
            <a:ext cx="97216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6" name="Grupo 375">
            <a:extLst>
              <a:ext uri="{FF2B5EF4-FFF2-40B4-BE49-F238E27FC236}">
                <a16:creationId xmlns:a16="http://schemas.microsoft.com/office/drawing/2014/main" id="{5A1523FD-E296-196A-1789-5CCBE5C1E27C}"/>
              </a:ext>
            </a:extLst>
          </p:cNvPr>
          <p:cNvGrpSpPr/>
          <p:nvPr/>
        </p:nvGrpSpPr>
        <p:grpSpPr>
          <a:xfrm>
            <a:off x="2014585" y="2273414"/>
            <a:ext cx="2451682" cy="1538765"/>
            <a:chOff x="2014585" y="2273414"/>
            <a:chExt cx="2451682" cy="1538765"/>
          </a:xfrm>
        </p:grpSpPr>
        <p:grpSp>
          <p:nvGrpSpPr>
            <p:cNvPr id="305" name="Grupo 304">
              <a:extLst>
                <a:ext uri="{FF2B5EF4-FFF2-40B4-BE49-F238E27FC236}">
                  <a16:creationId xmlns:a16="http://schemas.microsoft.com/office/drawing/2014/main" id="{6712FFF0-4294-6DA7-0E9D-C15B79CB7782}"/>
                </a:ext>
              </a:extLst>
            </p:cNvPr>
            <p:cNvGrpSpPr/>
            <p:nvPr/>
          </p:nvGrpSpPr>
          <p:grpSpPr>
            <a:xfrm>
              <a:off x="2014585" y="2273414"/>
              <a:ext cx="2451682" cy="1538765"/>
              <a:chOff x="2014585" y="2273414"/>
              <a:chExt cx="2451682" cy="1538765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5EA3EEE6-2AF1-491C-5988-715B62E3E8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15464" y="2287387"/>
                <a:ext cx="1644243" cy="9028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C71E3741-FF3F-B6BB-08C0-13183AACBA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27733" y="3270403"/>
                <a:ext cx="1631974" cy="5312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42628F62-A542-D0A3-74B2-1115647B7F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14585" y="3287389"/>
                <a:ext cx="2009364" cy="524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0FCC11BC-D7FB-CA67-0E00-A36E79ACC3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0975" y="3808816"/>
                <a:ext cx="4687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C956C046-DD5C-D2A9-FE1C-1AEE841B23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9707" y="3195434"/>
                <a:ext cx="6560" cy="6025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0084386D-1935-2556-09EF-61FCD8E19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2266" y="2974454"/>
                <a:ext cx="0" cy="6743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CFA74E06-2D33-E654-D7D0-63F02EA29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1246" y="2707754"/>
                <a:ext cx="0" cy="7658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627A6F81-4230-070D-FCA2-63DCEE5EF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1515" y="2273414"/>
                <a:ext cx="3949" cy="986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81FA78C1-A737-3637-4688-D21DFD45B9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24100" y="3275444"/>
                <a:ext cx="81714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142B7D01-ADBA-D72C-235B-F1E04151DC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24100" y="2300084"/>
                <a:ext cx="77148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E77B5DA-9011-E8F2-44DA-F6D19A3A7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6528" y="2322152"/>
                <a:ext cx="3949" cy="986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9" name="Conector recto 348">
              <a:extLst>
                <a:ext uri="{FF2B5EF4-FFF2-40B4-BE49-F238E27FC236}">
                  <a16:creationId xmlns:a16="http://schemas.microsoft.com/office/drawing/2014/main" id="{8C8F2A6D-E332-D2C7-8ECC-B0B2FD90D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2258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Conector recto 352">
              <a:extLst>
                <a:ext uri="{FF2B5EF4-FFF2-40B4-BE49-F238E27FC236}">
                  <a16:creationId xmlns:a16="http://schemas.microsoft.com/office/drawing/2014/main" id="{4F041063-18D4-D726-1425-F12BC70A3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3401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Conector recto 353">
              <a:extLst>
                <a:ext uri="{FF2B5EF4-FFF2-40B4-BE49-F238E27FC236}">
                  <a16:creationId xmlns:a16="http://schemas.microsoft.com/office/drawing/2014/main" id="{B22EC8AB-CF78-E9FD-11B4-75E7FACAE5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4544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ector recto 354">
              <a:extLst>
                <a:ext uri="{FF2B5EF4-FFF2-40B4-BE49-F238E27FC236}">
                  <a16:creationId xmlns:a16="http://schemas.microsoft.com/office/drawing/2014/main" id="{369C208E-EB70-7B5D-74DE-DAFED79B0F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0486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ector recto 355">
              <a:extLst>
                <a:ext uri="{FF2B5EF4-FFF2-40B4-BE49-F238E27FC236}">
                  <a16:creationId xmlns:a16="http://schemas.microsoft.com/office/drawing/2014/main" id="{8B12A219-308D-5938-2301-8F2561A696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1629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ector recto 356">
              <a:extLst>
                <a:ext uri="{FF2B5EF4-FFF2-40B4-BE49-F238E27FC236}">
                  <a16:creationId xmlns:a16="http://schemas.microsoft.com/office/drawing/2014/main" id="{2D79E0F0-33CC-F279-FAA9-85BAE08A74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2772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ector recto 357">
              <a:extLst>
                <a:ext uri="{FF2B5EF4-FFF2-40B4-BE49-F238E27FC236}">
                  <a16:creationId xmlns:a16="http://schemas.microsoft.com/office/drawing/2014/main" id="{C5E474FD-BD53-278D-FA4B-51FBC5DBE7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7580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ector recto 358">
              <a:extLst>
                <a:ext uri="{FF2B5EF4-FFF2-40B4-BE49-F238E27FC236}">
                  <a16:creationId xmlns:a16="http://schemas.microsoft.com/office/drawing/2014/main" id="{78F9387B-71F7-4DBF-E8C4-D2EEBB06CF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8723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ector recto 359">
              <a:extLst>
                <a:ext uri="{FF2B5EF4-FFF2-40B4-BE49-F238E27FC236}">
                  <a16:creationId xmlns:a16="http://schemas.microsoft.com/office/drawing/2014/main" id="{7AA57B12-87E1-B345-FC3A-F4F4712189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9866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7" name="Grupo 366">
            <a:extLst>
              <a:ext uri="{FF2B5EF4-FFF2-40B4-BE49-F238E27FC236}">
                <a16:creationId xmlns:a16="http://schemas.microsoft.com/office/drawing/2014/main" id="{777EFDDB-913C-6D6E-EDC8-DBA4CA9E3843}"/>
              </a:ext>
            </a:extLst>
          </p:cNvPr>
          <p:cNvGrpSpPr/>
          <p:nvPr/>
        </p:nvGrpSpPr>
        <p:grpSpPr>
          <a:xfrm flipH="1">
            <a:off x="7743448" y="3242329"/>
            <a:ext cx="191671" cy="307975"/>
            <a:chOff x="7742615" y="3320225"/>
            <a:chExt cx="189602" cy="307975"/>
          </a:xfrm>
        </p:grpSpPr>
        <p:cxnSp>
          <p:nvCxnSpPr>
            <p:cNvPr id="361" name="Conector recto 360">
              <a:extLst>
                <a:ext uri="{FF2B5EF4-FFF2-40B4-BE49-F238E27FC236}">
                  <a16:creationId xmlns:a16="http://schemas.microsoft.com/office/drawing/2014/main" id="{493391B8-70B6-0656-9EDF-71A230F63B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Conector recto 361">
              <a:extLst>
                <a:ext uri="{FF2B5EF4-FFF2-40B4-BE49-F238E27FC236}">
                  <a16:creationId xmlns:a16="http://schemas.microsoft.com/office/drawing/2014/main" id="{64092587-D948-8957-A068-455D1E94E7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ector recto 362">
              <a:extLst>
                <a:ext uri="{FF2B5EF4-FFF2-40B4-BE49-F238E27FC236}">
                  <a16:creationId xmlns:a16="http://schemas.microsoft.com/office/drawing/2014/main" id="{99E8D0F5-04AA-B94D-A8D5-106B50597D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Grupo 367">
            <a:extLst>
              <a:ext uri="{FF2B5EF4-FFF2-40B4-BE49-F238E27FC236}">
                <a16:creationId xmlns:a16="http://schemas.microsoft.com/office/drawing/2014/main" id="{AC4BEF27-2AE9-E08C-B871-5B1FC849E25F}"/>
              </a:ext>
            </a:extLst>
          </p:cNvPr>
          <p:cNvGrpSpPr/>
          <p:nvPr/>
        </p:nvGrpSpPr>
        <p:grpSpPr>
          <a:xfrm flipH="1">
            <a:off x="8192792" y="3048654"/>
            <a:ext cx="191671" cy="307975"/>
            <a:chOff x="7742615" y="3320225"/>
            <a:chExt cx="189602" cy="307975"/>
          </a:xfrm>
        </p:grpSpPr>
        <p:cxnSp>
          <p:nvCxnSpPr>
            <p:cNvPr id="369" name="Conector recto 368">
              <a:extLst>
                <a:ext uri="{FF2B5EF4-FFF2-40B4-BE49-F238E27FC236}">
                  <a16:creationId xmlns:a16="http://schemas.microsoft.com/office/drawing/2014/main" id="{AED1D047-EA98-E20D-3E26-12EDCEE36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cto 369">
              <a:extLst>
                <a:ext uri="{FF2B5EF4-FFF2-40B4-BE49-F238E27FC236}">
                  <a16:creationId xmlns:a16="http://schemas.microsoft.com/office/drawing/2014/main" id="{904085F6-D4AA-73B3-09AC-25490D7EF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ector recto 370">
              <a:extLst>
                <a:ext uri="{FF2B5EF4-FFF2-40B4-BE49-F238E27FC236}">
                  <a16:creationId xmlns:a16="http://schemas.microsoft.com/office/drawing/2014/main" id="{D1A4F58F-0FA2-F536-ACAB-E38804A76D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upo 371">
            <a:extLst>
              <a:ext uri="{FF2B5EF4-FFF2-40B4-BE49-F238E27FC236}">
                <a16:creationId xmlns:a16="http://schemas.microsoft.com/office/drawing/2014/main" id="{A24CB97A-A0A9-6A6C-DE65-C241803516B2}"/>
              </a:ext>
            </a:extLst>
          </p:cNvPr>
          <p:cNvGrpSpPr/>
          <p:nvPr/>
        </p:nvGrpSpPr>
        <p:grpSpPr>
          <a:xfrm flipH="1">
            <a:off x="8804236" y="2780366"/>
            <a:ext cx="191671" cy="307975"/>
            <a:chOff x="7742615" y="3320225"/>
            <a:chExt cx="189602" cy="307975"/>
          </a:xfrm>
        </p:grpSpPr>
        <p:cxnSp>
          <p:nvCxnSpPr>
            <p:cNvPr id="373" name="Conector recto 372">
              <a:extLst>
                <a:ext uri="{FF2B5EF4-FFF2-40B4-BE49-F238E27FC236}">
                  <a16:creationId xmlns:a16="http://schemas.microsoft.com/office/drawing/2014/main" id="{287BDACD-170B-32B5-3066-E2F479A389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ector recto 373">
              <a:extLst>
                <a:ext uri="{FF2B5EF4-FFF2-40B4-BE49-F238E27FC236}">
                  <a16:creationId xmlns:a16="http://schemas.microsoft.com/office/drawing/2014/main" id="{146DEDBA-04CA-AB80-7DDB-27F8AF4C6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ector recto 374">
              <a:extLst>
                <a:ext uri="{FF2B5EF4-FFF2-40B4-BE49-F238E27FC236}">
                  <a16:creationId xmlns:a16="http://schemas.microsoft.com/office/drawing/2014/main" id="{68628FE8-8B39-455B-3295-44F14D61C1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Forma libre: forma 378">
            <a:extLst>
              <a:ext uri="{FF2B5EF4-FFF2-40B4-BE49-F238E27FC236}">
                <a16:creationId xmlns:a16="http://schemas.microsoft.com/office/drawing/2014/main" id="{D7A27596-7B6F-A047-A315-0AA8D94990A3}"/>
              </a:ext>
            </a:extLst>
          </p:cNvPr>
          <p:cNvSpPr/>
          <p:nvPr/>
        </p:nvSpPr>
        <p:spPr>
          <a:xfrm>
            <a:off x="1616511" y="5769979"/>
            <a:ext cx="3020992" cy="1088021"/>
          </a:xfrm>
          <a:custGeom>
            <a:avLst/>
            <a:gdLst>
              <a:gd name="connsiteX0" fmla="*/ 2465408 w 3020992"/>
              <a:gd name="connsiteY0" fmla="*/ 11575 h 1088021"/>
              <a:gd name="connsiteX1" fmla="*/ 0 w 3020992"/>
              <a:gd name="connsiteY1" fmla="*/ 1088021 h 1088021"/>
              <a:gd name="connsiteX2" fmla="*/ 1562582 w 3020992"/>
              <a:gd name="connsiteY2" fmla="*/ 1076446 h 1088021"/>
              <a:gd name="connsiteX3" fmla="*/ 3020992 w 3020992"/>
              <a:gd name="connsiteY3" fmla="*/ 115747 h 1088021"/>
              <a:gd name="connsiteX4" fmla="*/ 3020992 w 3020992"/>
              <a:gd name="connsiteY4" fmla="*/ 0 h 1088021"/>
              <a:gd name="connsiteX5" fmla="*/ 2465408 w 3020992"/>
              <a:gd name="connsiteY5" fmla="*/ 11575 h 108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0992" h="1088021">
                <a:moveTo>
                  <a:pt x="2465408" y="11575"/>
                </a:moveTo>
                <a:lnTo>
                  <a:pt x="0" y="1088021"/>
                </a:lnTo>
                <a:lnTo>
                  <a:pt x="1562582" y="1076446"/>
                </a:lnTo>
                <a:lnTo>
                  <a:pt x="3020992" y="115747"/>
                </a:lnTo>
                <a:lnTo>
                  <a:pt x="3020992" y="0"/>
                </a:lnTo>
                <a:lnTo>
                  <a:pt x="2465408" y="11575"/>
                </a:lnTo>
                <a:close/>
              </a:path>
            </a:pathLst>
          </a:custGeom>
          <a:gradFill flip="none" rotWithShape="1">
            <a:gsLst>
              <a:gs pos="0">
                <a:srgbClr val="978161">
                  <a:shade val="30000"/>
                  <a:satMod val="115000"/>
                </a:srgbClr>
              </a:gs>
              <a:gs pos="50000">
                <a:srgbClr val="978161">
                  <a:shade val="67500"/>
                  <a:satMod val="115000"/>
                </a:srgbClr>
              </a:gs>
              <a:gs pos="100000">
                <a:srgbClr val="97816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6" name="Grupo 305">
            <a:extLst>
              <a:ext uri="{FF2B5EF4-FFF2-40B4-BE49-F238E27FC236}">
                <a16:creationId xmlns:a16="http://schemas.microsoft.com/office/drawing/2014/main" id="{7B8469E5-D9FE-BA0F-C41A-9CA85F0F930B}"/>
              </a:ext>
            </a:extLst>
          </p:cNvPr>
          <p:cNvGrpSpPr/>
          <p:nvPr/>
        </p:nvGrpSpPr>
        <p:grpSpPr>
          <a:xfrm>
            <a:off x="825500" y="5779638"/>
            <a:ext cx="3803650" cy="2398568"/>
            <a:chOff x="825500" y="5779638"/>
            <a:chExt cx="3803650" cy="2398568"/>
          </a:xfrm>
        </p:grpSpPr>
        <p:cxnSp>
          <p:nvCxnSpPr>
            <p:cNvPr id="261" name="Conector recto 260">
              <a:extLst>
                <a:ext uri="{FF2B5EF4-FFF2-40B4-BE49-F238E27FC236}">
                  <a16:creationId xmlns:a16="http://schemas.microsoft.com/office/drawing/2014/main" id="{0046EE6A-5B8A-6E1F-66FD-D892AB35F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8860" y="5798140"/>
              <a:ext cx="2320290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 recto 261">
              <a:extLst>
                <a:ext uri="{FF2B5EF4-FFF2-40B4-BE49-F238E27FC236}">
                  <a16:creationId xmlns:a16="http://schemas.microsoft.com/office/drawing/2014/main" id="{A4CE17F7-E3BD-E0A6-DF0C-6514F3810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5798140"/>
              <a:ext cx="3244186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ector recto 262">
              <a:extLst>
                <a:ext uri="{FF2B5EF4-FFF2-40B4-BE49-F238E27FC236}">
                  <a16:creationId xmlns:a16="http://schemas.microsoft.com/office/drawing/2014/main" id="{1AF93B01-44D5-5D62-3EEB-F5A947D12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1159" y="5798140"/>
              <a:ext cx="557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ector recto 263">
              <a:extLst>
                <a:ext uri="{FF2B5EF4-FFF2-40B4-BE49-F238E27FC236}">
                  <a16:creationId xmlns:a16="http://schemas.microsoft.com/office/drawing/2014/main" id="{D02FB666-59B0-088B-DE70-C26DF3B9A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5167" y="5905288"/>
              <a:ext cx="2313983" cy="15509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ector recto 264">
              <a:extLst>
                <a:ext uri="{FF2B5EF4-FFF2-40B4-BE49-F238E27FC236}">
                  <a16:creationId xmlns:a16="http://schemas.microsoft.com/office/drawing/2014/main" id="{B3429F64-3F4D-A5AF-A2E4-0EAF407B5920}"/>
                </a:ext>
              </a:extLst>
            </p:cNvPr>
            <p:cNvCxnSpPr>
              <a:cxnSpLocks/>
            </p:cNvCxnSpPr>
            <p:nvPr/>
          </p:nvCxnSpPr>
          <p:spPr>
            <a:xfrm>
              <a:off x="230786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ector recto 265">
              <a:extLst>
                <a:ext uri="{FF2B5EF4-FFF2-40B4-BE49-F238E27FC236}">
                  <a16:creationId xmlns:a16="http://schemas.microsoft.com/office/drawing/2014/main" id="{12B980F5-6666-49C8-EA3D-4E5520063B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" y="7228475"/>
              <a:ext cx="146172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ector recto 266">
              <a:extLst>
                <a:ext uri="{FF2B5EF4-FFF2-40B4-BE49-F238E27FC236}">
                  <a16:creationId xmlns:a16="http://schemas.microsoft.com/office/drawing/2014/main" id="{3A7D441D-2758-D280-CAF0-923294F141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7456277"/>
              <a:ext cx="15106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267">
              <a:extLst>
                <a:ext uri="{FF2B5EF4-FFF2-40B4-BE49-F238E27FC236}">
                  <a16:creationId xmlns:a16="http://schemas.microsoft.com/office/drawing/2014/main" id="{BD7BEE67-DBDE-34E2-A9F0-95E4C013F8B5}"/>
                </a:ext>
              </a:extLst>
            </p:cNvPr>
            <p:cNvCxnSpPr>
              <a:cxnSpLocks/>
            </p:cNvCxnSpPr>
            <p:nvPr/>
          </p:nvCxnSpPr>
          <p:spPr>
            <a:xfrm>
              <a:off x="85244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ector recto 268">
              <a:extLst>
                <a:ext uri="{FF2B5EF4-FFF2-40B4-BE49-F238E27FC236}">
                  <a16:creationId xmlns:a16="http://schemas.microsoft.com/office/drawing/2014/main" id="{170FA721-607A-3F7C-EF2D-0BBE771B53F2}"/>
                </a:ext>
              </a:extLst>
            </p:cNvPr>
            <p:cNvCxnSpPr>
              <a:cxnSpLocks/>
            </p:cNvCxnSpPr>
            <p:nvPr/>
          </p:nvCxnSpPr>
          <p:spPr>
            <a:xfrm>
              <a:off x="2876587" y="710861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ector recto 269">
              <a:extLst>
                <a:ext uri="{FF2B5EF4-FFF2-40B4-BE49-F238E27FC236}">
                  <a16:creationId xmlns:a16="http://schemas.microsoft.com/office/drawing/2014/main" id="{94501F4B-CFC9-5AEE-DBB3-E64CD051B2F3}"/>
                </a:ext>
              </a:extLst>
            </p:cNvPr>
            <p:cNvCxnSpPr>
              <a:cxnSpLocks/>
            </p:cNvCxnSpPr>
            <p:nvPr/>
          </p:nvCxnSpPr>
          <p:spPr>
            <a:xfrm>
              <a:off x="3781634" y="6459334"/>
              <a:ext cx="0" cy="7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270">
              <a:extLst>
                <a:ext uri="{FF2B5EF4-FFF2-40B4-BE49-F238E27FC236}">
                  <a16:creationId xmlns:a16="http://schemas.microsoft.com/office/drawing/2014/main" id="{2E54F0CA-9487-8963-1F01-5C3DB6D9908F}"/>
                </a:ext>
              </a:extLst>
            </p:cNvPr>
            <p:cNvCxnSpPr>
              <a:cxnSpLocks/>
            </p:cNvCxnSpPr>
            <p:nvPr/>
          </p:nvCxnSpPr>
          <p:spPr>
            <a:xfrm>
              <a:off x="3895934" y="6430636"/>
              <a:ext cx="0" cy="7049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ector recto 271">
              <a:extLst>
                <a:ext uri="{FF2B5EF4-FFF2-40B4-BE49-F238E27FC236}">
                  <a16:creationId xmlns:a16="http://schemas.microsoft.com/office/drawing/2014/main" id="{53A73417-5E7E-35FB-332A-5F2B31ED2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5407" y="7162120"/>
              <a:ext cx="1388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ector recto 272">
              <a:extLst>
                <a:ext uri="{FF2B5EF4-FFF2-40B4-BE49-F238E27FC236}">
                  <a16:creationId xmlns:a16="http://schemas.microsoft.com/office/drawing/2014/main" id="{EF6BAC46-F95B-10C6-B0B3-CDF2FA0CD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950" y="7075284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ector recto 273">
              <a:extLst>
                <a:ext uri="{FF2B5EF4-FFF2-40B4-BE49-F238E27FC236}">
                  <a16:creationId xmlns:a16="http://schemas.microsoft.com/office/drawing/2014/main" id="{D1384CBD-7724-7296-AD19-248716B20EB3}"/>
                </a:ext>
              </a:extLst>
            </p:cNvPr>
            <p:cNvCxnSpPr>
              <a:cxnSpLocks/>
            </p:cNvCxnSpPr>
            <p:nvPr/>
          </p:nvCxnSpPr>
          <p:spPr>
            <a:xfrm>
              <a:off x="4007059" y="6341859"/>
              <a:ext cx="0" cy="7398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 recto 274">
              <a:extLst>
                <a:ext uri="{FF2B5EF4-FFF2-40B4-BE49-F238E27FC236}">
                  <a16:creationId xmlns:a16="http://schemas.microsoft.com/office/drawing/2014/main" id="{7CB8C254-0E90-0CEC-6A04-5A2F43C1C581}"/>
                </a:ext>
              </a:extLst>
            </p:cNvPr>
            <p:cNvCxnSpPr>
              <a:cxnSpLocks/>
            </p:cNvCxnSpPr>
            <p:nvPr/>
          </p:nvCxnSpPr>
          <p:spPr>
            <a:xfrm>
              <a:off x="4398167" y="6054519"/>
              <a:ext cx="0" cy="6016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ector recto 275">
              <a:extLst>
                <a:ext uri="{FF2B5EF4-FFF2-40B4-BE49-F238E27FC236}">
                  <a16:creationId xmlns:a16="http://schemas.microsoft.com/office/drawing/2014/main" id="{874ABCCC-E2D9-0E0D-D54B-08EFD5002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7862" y="6644595"/>
              <a:ext cx="11113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ector recto 276">
              <a:extLst>
                <a:ext uri="{FF2B5EF4-FFF2-40B4-BE49-F238E27FC236}">
                  <a16:creationId xmlns:a16="http://schemas.microsoft.com/office/drawing/2014/main" id="{607EB4D0-677A-979B-9A27-8693C1318047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95" y="5995661"/>
              <a:ext cx="0" cy="6509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ector recto 277">
              <a:extLst>
                <a:ext uri="{FF2B5EF4-FFF2-40B4-BE49-F238E27FC236}">
                  <a16:creationId xmlns:a16="http://schemas.microsoft.com/office/drawing/2014/main" id="{6DBF3A74-4ABE-FAF2-8DC2-C3685268C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007" y="6579973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ector recto 278">
              <a:extLst>
                <a:ext uri="{FF2B5EF4-FFF2-40B4-BE49-F238E27FC236}">
                  <a16:creationId xmlns:a16="http://schemas.microsoft.com/office/drawing/2014/main" id="{48659729-A2F3-5370-C22F-9E8C774A3B01}"/>
                </a:ext>
              </a:extLst>
            </p:cNvPr>
            <p:cNvCxnSpPr>
              <a:cxnSpLocks/>
            </p:cNvCxnSpPr>
            <p:nvPr/>
          </p:nvCxnSpPr>
          <p:spPr>
            <a:xfrm>
              <a:off x="4575384" y="5933687"/>
              <a:ext cx="0" cy="66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ector recto 279">
              <a:extLst>
                <a:ext uri="{FF2B5EF4-FFF2-40B4-BE49-F238E27FC236}">
                  <a16:creationId xmlns:a16="http://schemas.microsoft.com/office/drawing/2014/main" id="{6EC4472E-DAB7-DE85-17DE-C96723A701DB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28" y="717846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ector recto 286">
              <a:extLst>
                <a:ext uri="{FF2B5EF4-FFF2-40B4-BE49-F238E27FC236}">
                  <a16:creationId xmlns:a16="http://schemas.microsoft.com/office/drawing/2014/main" id="{C589FCB9-98E8-934E-66CE-78E7826CED17}"/>
                </a:ext>
              </a:extLst>
            </p:cNvPr>
            <p:cNvCxnSpPr>
              <a:cxnSpLocks/>
            </p:cNvCxnSpPr>
            <p:nvPr/>
          </p:nvCxnSpPr>
          <p:spPr>
            <a:xfrm>
              <a:off x="4615677" y="5779638"/>
              <a:ext cx="0" cy="1256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0" name="Forma libre: forma 379">
            <a:extLst>
              <a:ext uri="{FF2B5EF4-FFF2-40B4-BE49-F238E27FC236}">
                <a16:creationId xmlns:a16="http://schemas.microsoft.com/office/drawing/2014/main" id="{A306CF1D-1DA2-FDEA-2538-5911CD347339}"/>
              </a:ext>
            </a:extLst>
          </p:cNvPr>
          <p:cNvSpPr/>
          <p:nvPr/>
        </p:nvSpPr>
        <p:spPr>
          <a:xfrm flipH="1">
            <a:off x="7594788" y="5769979"/>
            <a:ext cx="2921081" cy="1088021"/>
          </a:xfrm>
          <a:custGeom>
            <a:avLst/>
            <a:gdLst>
              <a:gd name="connsiteX0" fmla="*/ 2465408 w 3020992"/>
              <a:gd name="connsiteY0" fmla="*/ 11575 h 1088021"/>
              <a:gd name="connsiteX1" fmla="*/ 0 w 3020992"/>
              <a:gd name="connsiteY1" fmla="*/ 1088021 h 1088021"/>
              <a:gd name="connsiteX2" fmla="*/ 1562582 w 3020992"/>
              <a:gd name="connsiteY2" fmla="*/ 1076446 h 1088021"/>
              <a:gd name="connsiteX3" fmla="*/ 3020992 w 3020992"/>
              <a:gd name="connsiteY3" fmla="*/ 115747 h 1088021"/>
              <a:gd name="connsiteX4" fmla="*/ 3020992 w 3020992"/>
              <a:gd name="connsiteY4" fmla="*/ 0 h 1088021"/>
              <a:gd name="connsiteX5" fmla="*/ 2465408 w 3020992"/>
              <a:gd name="connsiteY5" fmla="*/ 11575 h 108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0992" h="1088021">
                <a:moveTo>
                  <a:pt x="2465408" y="11575"/>
                </a:moveTo>
                <a:lnTo>
                  <a:pt x="0" y="1088021"/>
                </a:lnTo>
                <a:lnTo>
                  <a:pt x="1562582" y="1076446"/>
                </a:lnTo>
                <a:lnTo>
                  <a:pt x="3020992" y="115747"/>
                </a:lnTo>
                <a:lnTo>
                  <a:pt x="3020992" y="0"/>
                </a:lnTo>
                <a:lnTo>
                  <a:pt x="2465408" y="11575"/>
                </a:lnTo>
                <a:close/>
              </a:path>
            </a:pathLst>
          </a:custGeom>
          <a:gradFill flip="none" rotWithShape="1">
            <a:gsLst>
              <a:gs pos="0">
                <a:srgbClr val="978161">
                  <a:shade val="30000"/>
                  <a:satMod val="115000"/>
                </a:srgbClr>
              </a:gs>
              <a:gs pos="50000">
                <a:srgbClr val="978161">
                  <a:shade val="67500"/>
                  <a:satMod val="115000"/>
                </a:srgbClr>
              </a:gs>
              <a:gs pos="100000">
                <a:srgbClr val="978161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4A3E86A5-9665-D002-5845-FB96EE5766A3}"/>
              </a:ext>
            </a:extLst>
          </p:cNvPr>
          <p:cNvGrpSpPr/>
          <p:nvPr/>
        </p:nvGrpSpPr>
        <p:grpSpPr>
          <a:xfrm flipH="1">
            <a:off x="7616734" y="5779638"/>
            <a:ext cx="3749766" cy="2398568"/>
            <a:chOff x="825500" y="5779638"/>
            <a:chExt cx="3803650" cy="2398568"/>
          </a:xfrm>
        </p:grpSpPr>
        <p:cxnSp>
          <p:nvCxnSpPr>
            <p:cNvPr id="308" name="Conector recto 307">
              <a:extLst>
                <a:ext uri="{FF2B5EF4-FFF2-40B4-BE49-F238E27FC236}">
                  <a16:creationId xmlns:a16="http://schemas.microsoft.com/office/drawing/2014/main" id="{931F990A-3F7F-7D88-4B9C-74C53AE4C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8860" y="5798140"/>
              <a:ext cx="2320290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 recto 308">
              <a:extLst>
                <a:ext uri="{FF2B5EF4-FFF2-40B4-BE49-F238E27FC236}">
                  <a16:creationId xmlns:a16="http://schemas.microsoft.com/office/drawing/2014/main" id="{177ADCE3-1E03-2338-9F40-7EAA5D18D7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5798140"/>
              <a:ext cx="3244186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309">
              <a:extLst>
                <a:ext uri="{FF2B5EF4-FFF2-40B4-BE49-F238E27FC236}">
                  <a16:creationId xmlns:a16="http://schemas.microsoft.com/office/drawing/2014/main" id="{5FDF4CCC-2CB1-5147-6EEF-63D855558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1159" y="5798140"/>
              <a:ext cx="557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310">
              <a:extLst>
                <a:ext uri="{FF2B5EF4-FFF2-40B4-BE49-F238E27FC236}">
                  <a16:creationId xmlns:a16="http://schemas.microsoft.com/office/drawing/2014/main" id="{CC8ECCF4-2A93-6A5C-153C-147F531F1A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5167" y="5905288"/>
              <a:ext cx="2313983" cy="15509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 recto 311">
              <a:extLst>
                <a:ext uri="{FF2B5EF4-FFF2-40B4-BE49-F238E27FC236}">
                  <a16:creationId xmlns:a16="http://schemas.microsoft.com/office/drawing/2014/main" id="{590A65CE-8E83-2EE2-8271-D148A5F9BE34}"/>
                </a:ext>
              </a:extLst>
            </p:cNvPr>
            <p:cNvCxnSpPr>
              <a:cxnSpLocks/>
            </p:cNvCxnSpPr>
            <p:nvPr/>
          </p:nvCxnSpPr>
          <p:spPr>
            <a:xfrm>
              <a:off x="230786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 recto 312">
              <a:extLst>
                <a:ext uri="{FF2B5EF4-FFF2-40B4-BE49-F238E27FC236}">
                  <a16:creationId xmlns:a16="http://schemas.microsoft.com/office/drawing/2014/main" id="{C5772ED3-3679-DADE-3E62-C24F4469EA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" y="7228475"/>
              <a:ext cx="146172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E102894D-25E9-42EB-9F32-9D69935C9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7456277"/>
              <a:ext cx="15106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ector recto 314">
              <a:extLst>
                <a:ext uri="{FF2B5EF4-FFF2-40B4-BE49-F238E27FC236}">
                  <a16:creationId xmlns:a16="http://schemas.microsoft.com/office/drawing/2014/main" id="{AB4BD5C2-3442-BCFB-21A7-6C1D09BE5B86}"/>
                </a:ext>
              </a:extLst>
            </p:cNvPr>
            <p:cNvCxnSpPr>
              <a:cxnSpLocks/>
            </p:cNvCxnSpPr>
            <p:nvPr/>
          </p:nvCxnSpPr>
          <p:spPr>
            <a:xfrm>
              <a:off x="85244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ector recto 315">
              <a:extLst>
                <a:ext uri="{FF2B5EF4-FFF2-40B4-BE49-F238E27FC236}">
                  <a16:creationId xmlns:a16="http://schemas.microsoft.com/office/drawing/2014/main" id="{E68A6367-1086-EFC8-3741-8062F30949B1}"/>
                </a:ext>
              </a:extLst>
            </p:cNvPr>
            <p:cNvCxnSpPr>
              <a:cxnSpLocks/>
            </p:cNvCxnSpPr>
            <p:nvPr/>
          </p:nvCxnSpPr>
          <p:spPr>
            <a:xfrm>
              <a:off x="2876587" y="710861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55B6B33A-640D-4183-0C18-9F99EF45D06E}"/>
                </a:ext>
              </a:extLst>
            </p:cNvPr>
            <p:cNvCxnSpPr>
              <a:cxnSpLocks/>
            </p:cNvCxnSpPr>
            <p:nvPr/>
          </p:nvCxnSpPr>
          <p:spPr>
            <a:xfrm>
              <a:off x="3781634" y="6459334"/>
              <a:ext cx="0" cy="7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ector recto 317">
              <a:extLst>
                <a:ext uri="{FF2B5EF4-FFF2-40B4-BE49-F238E27FC236}">
                  <a16:creationId xmlns:a16="http://schemas.microsoft.com/office/drawing/2014/main" id="{7C10FFFD-6370-A903-8D01-BB7CC24B89D3}"/>
                </a:ext>
              </a:extLst>
            </p:cNvPr>
            <p:cNvCxnSpPr>
              <a:cxnSpLocks/>
            </p:cNvCxnSpPr>
            <p:nvPr/>
          </p:nvCxnSpPr>
          <p:spPr>
            <a:xfrm>
              <a:off x="3895934" y="6430636"/>
              <a:ext cx="0" cy="7049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 recto 318">
              <a:extLst>
                <a:ext uri="{FF2B5EF4-FFF2-40B4-BE49-F238E27FC236}">
                  <a16:creationId xmlns:a16="http://schemas.microsoft.com/office/drawing/2014/main" id="{B218A5E0-0F8D-DD10-1D14-EDBD8BC05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5407" y="7162120"/>
              <a:ext cx="1388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 recto 319">
              <a:extLst>
                <a:ext uri="{FF2B5EF4-FFF2-40B4-BE49-F238E27FC236}">
                  <a16:creationId xmlns:a16="http://schemas.microsoft.com/office/drawing/2014/main" id="{3FA6A49D-60FD-6B42-9370-CA6528F9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950" y="7075284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C810927E-6D18-C7CB-0AAE-0E68C29FDD00}"/>
                </a:ext>
              </a:extLst>
            </p:cNvPr>
            <p:cNvCxnSpPr>
              <a:cxnSpLocks/>
            </p:cNvCxnSpPr>
            <p:nvPr/>
          </p:nvCxnSpPr>
          <p:spPr>
            <a:xfrm>
              <a:off x="4007059" y="6341859"/>
              <a:ext cx="0" cy="7398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53A9D3BE-328C-3017-C4F4-DD8CB94ABC90}"/>
                </a:ext>
              </a:extLst>
            </p:cNvPr>
            <p:cNvCxnSpPr>
              <a:cxnSpLocks/>
            </p:cNvCxnSpPr>
            <p:nvPr/>
          </p:nvCxnSpPr>
          <p:spPr>
            <a:xfrm>
              <a:off x="4398167" y="6054519"/>
              <a:ext cx="0" cy="6016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FC2A981A-5143-E0F7-1410-2A126CFCE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7862" y="6644595"/>
              <a:ext cx="11113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233EF343-1E90-B8F1-CFE3-802DA79E11A8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95" y="5995661"/>
              <a:ext cx="0" cy="6509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Conector recto 324">
              <a:extLst>
                <a:ext uri="{FF2B5EF4-FFF2-40B4-BE49-F238E27FC236}">
                  <a16:creationId xmlns:a16="http://schemas.microsoft.com/office/drawing/2014/main" id="{707E83B8-CF76-42CF-FC7B-B7A500E39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007" y="6579973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ector recto 325">
              <a:extLst>
                <a:ext uri="{FF2B5EF4-FFF2-40B4-BE49-F238E27FC236}">
                  <a16:creationId xmlns:a16="http://schemas.microsoft.com/office/drawing/2014/main" id="{399D26DC-4869-5879-B487-B2524A742015}"/>
                </a:ext>
              </a:extLst>
            </p:cNvPr>
            <p:cNvCxnSpPr>
              <a:cxnSpLocks/>
            </p:cNvCxnSpPr>
            <p:nvPr/>
          </p:nvCxnSpPr>
          <p:spPr>
            <a:xfrm>
              <a:off x="4575384" y="5933687"/>
              <a:ext cx="0" cy="66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ector recto 326">
              <a:extLst>
                <a:ext uri="{FF2B5EF4-FFF2-40B4-BE49-F238E27FC236}">
                  <a16:creationId xmlns:a16="http://schemas.microsoft.com/office/drawing/2014/main" id="{54B73A37-DC27-B362-589A-5EFE9DD365B8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28" y="717846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ector recto 327">
              <a:extLst>
                <a:ext uri="{FF2B5EF4-FFF2-40B4-BE49-F238E27FC236}">
                  <a16:creationId xmlns:a16="http://schemas.microsoft.com/office/drawing/2014/main" id="{594E6F47-07BD-42EE-4386-94395FAE9C17}"/>
                </a:ext>
              </a:extLst>
            </p:cNvPr>
            <p:cNvCxnSpPr>
              <a:cxnSpLocks/>
            </p:cNvCxnSpPr>
            <p:nvPr/>
          </p:nvCxnSpPr>
          <p:spPr>
            <a:xfrm>
              <a:off x="4615677" y="5779638"/>
              <a:ext cx="0" cy="1256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455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B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6138FF82-5F50-1ECF-50A7-FE87AAE02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63" y="2953255"/>
            <a:ext cx="6092526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9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8588A93-41C0-C590-4664-D5551416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930" y="2953255"/>
            <a:ext cx="6131603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Rectángulo 565">
            <a:extLst>
              <a:ext uri="{FF2B5EF4-FFF2-40B4-BE49-F238E27FC236}">
                <a16:creationId xmlns:a16="http://schemas.microsoft.com/office/drawing/2014/main" id="{03B4ECA0-B791-B481-0B38-3B55369DBAB7}"/>
              </a:ext>
            </a:extLst>
          </p:cNvPr>
          <p:cNvSpPr/>
          <p:nvPr/>
        </p:nvSpPr>
        <p:spPr>
          <a:xfrm>
            <a:off x="-9937" y="-608701"/>
            <a:ext cx="12192000" cy="5011224"/>
          </a:xfrm>
          <a:prstGeom prst="rect">
            <a:avLst/>
          </a:prstGeom>
          <a:gradFill flip="none" rotWithShape="1">
            <a:gsLst>
              <a:gs pos="0">
                <a:srgbClr val="46B1E1"/>
              </a:gs>
              <a:gs pos="100000">
                <a:srgbClr val="B8E1F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83" name="Grupo 582">
            <a:extLst>
              <a:ext uri="{FF2B5EF4-FFF2-40B4-BE49-F238E27FC236}">
                <a16:creationId xmlns:a16="http://schemas.microsoft.com/office/drawing/2014/main" id="{108F18D8-89DF-36F7-7480-E5D74DD67A9F}"/>
              </a:ext>
            </a:extLst>
          </p:cNvPr>
          <p:cNvGrpSpPr/>
          <p:nvPr/>
        </p:nvGrpSpPr>
        <p:grpSpPr>
          <a:xfrm flipH="1">
            <a:off x="10214198" y="628193"/>
            <a:ext cx="363778" cy="3727851"/>
            <a:chOff x="8317307" y="945503"/>
            <a:chExt cx="363777" cy="3727851"/>
          </a:xfrm>
        </p:grpSpPr>
        <p:sp>
          <p:nvSpPr>
            <p:cNvPr id="575" name="Rectángulo 574">
              <a:extLst>
                <a:ext uri="{FF2B5EF4-FFF2-40B4-BE49-F238E27FC236}">
                  <a16:creationId xmlns:a16="http://schemas.microsoft.com/office/drawing/2014/main" id="{98BE56CE-FFE5-D7D2-0AD6-A4F2E3417FB9}"/>
                </a:ext>
              </a:extLst>
            </p:cNvPr>
            <p:cNvSpPr/>
            <p:nvPr/>
          </p:nvSpPr>
          <p:spPr>
            <a:xfrm>
              <a:off x="8317307" y="945503"/>
              <a:ext cx="363777" cy="698513"/>
            </a:xfrm>
            <a:prstGeom prst="rect">
              <a:avLst/>
            </a:prstGeom>
            <a:solidFill>
              <a:srgbClr val="46B1E1"/>
            </a:solidFill>
            <a:ln>
              <a:solidFill>
                <a:srgbClr val="46B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6" name="Elipse 575">
              <a:extLst>
                <a:ext uri="{FF2B5EF4-FFF2-40B4-BE49-F238E27FC236}">
                  <a16:creationId xmlns:a16="http://schemas.microsoft.com/office/drawing/2014/main" id="{6DF62AC2-7EAD-F7B8-DF1B-5FBF0B99757D}"/>
                </a:ext>
              </a:extLst>
            </p:cNvPr>
            <p:cNvSpPr/>
            <p:nvPr/>
          </p:nvSpPr>
          <p:spPr>
            <a:xfrm>
              <a:off x="8355330" y="103060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7" name="Elipse 576">
              <a:extLst>
                <a:ext uri="{FF2B5EF4-FFF2-40B4-BE49-F238E27FC236}">
                  <a16:creationId xmlns:a16="http://schemas.microsoft.com/office/drawing/2014/main" id="{54B821C9-C14E-795D-4971-6C99BFB036C5}"/>
                </a:ext>
              </a:extLst>
            </p:cNvPr>
            <p:cNvSpPr/>
            <p:nvPr/>
          </p:nvSpPr>
          <p:spPr>
            <a:xfrm>
              <a:off x="8536305" y="102679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8" name="Elipse 577">
              <a:extLst>
                <a:ext uri="{FF2B5EF4-FFF2-40B4-BE49-F238E27FC236}">
                  <a16:creationId xmlns:a16="http://schemas.microsoft.com/office/drawing/2014/main" id="{D849708C-02A7-4AC6-00CB-D135AC4A9BF5}"/>
                </a:ext>
              </a:extLst>
            </p:cNvPr>
            <p:cNvSpPr/>
            <p:nvPr/>
          </p:nvSpPr>
          <p:spPr>
            <a:xfrm>
              <a:off x="8355330" y="120967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9" name="Elipse 578">
              <a:extLst>
                <a:ext uri="{FF2B5EF4-FFF2-40B4-BE49-F238E27FC236}">
                  <a16:creationId xmlns:a16="http://schemas.microsoft.com/office/drawing/2014/main" id="{394D4085-06EF-093E-338D-D9226E9B0C24}"/>
                </a:ext>
              </a:extLst>
            </p:cNvPr>
            <p:cNvSpPr/>
            <p:nvPr/>
          </p:nvSpPr>
          <p:spPr>
            <a:xfrm>
              <a:off x="8536305" y="1205866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0" name="Elipse 579">
              <a:extLst>
                <a:ext uri="{FF2B5EF4-FFF2-40B4-BE49-F238E27FC236}">
                  <a16:creationId xmlns:a16="http://schemas.microsoft.com/office/drawing/2014/main" id="{2D99BDC7-C4EC-D5A0-4F2E-977CA8EF8FC8}"/>
                </a:ext>
              </a:extLst>
            </p:cNvPr>
            <p:cNvSpPr/>
            <p:nvPr/>
          </p:nvSpPr>
          <p:spPr>
            <a:xfrm>
              <a:off x="8353425" y="1394461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1" name="Elipse 580">
              <a:extLst>
                <a:ext uri="{FF2B5EF4-FFF2-40B4-BE49-F238E27FC236}">
                  <a16:creationId xmlns:a16="http://schemas.microsoft.com/office/drawing/2014/main" id="{ABDB9E34-4806-E5DF-0247-077240A07F54}"/>
                </a:ext>
              </a:extLst>
            </p:cNvPr>
            <p:cNvSpPr/>
            <p:nvPr/>
          </p:nvSpPr>
          <p:spPr>
            <a:xfrm>
              <a:off x="8534400" y="1390651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2" name="Rectángulo 581">
              <a:extLst>
                <a:ext uri="{FF2B5EF4-FFF2-40B4-BE49-F238E27FC236}">
                  <a16:creationId xmlns:a16="http://schemas.microsoft.com/office/drawing/2014/main" id="{2824AAA6-5A2E-336E-D09A-79AFD2A856C3}"/>
                </a:ext>
              </a:extLst>
            </p:cNvPr>
            <p:cNvSpPr/>
            <p:nvPr/>
          </p:nvSpPr>
          <p:spPr>
            <a:xfrm rot="169623">
              <a:off x="8336282" y="1646309"/>
              <a:ext cx="167640" cy="3027045"/>
            </a:xfrm>
            <a:prstGeom prst="rect">
              <a:avLst/>
            </a:prstGeom>
            <a:gradFill>
              <a:gsLst>
                <a:gs pos="100000">
                  <a:srgbClr val="46B1E1"/>
                </a:gs>
                <a:gs pos="0">
                  <a:srgbClr val="B8E1F3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84" name="Grupo 583">
            <a:extLst>
              <a:ext uri="{FF2B5EF4-FFF2-40B4-BE49-F238E27FC236}">
                <a16:creationId xmlns:a16="http://schemas.microsoft.com/office/drawing/2014/main" id="{F5B72386-15A2-CCC3-EBBA-3A2952AEF3A7}"/>
              </a:ext>
            </a:extLst>
          </p:cNvPr>
          <p:cNvGrpSpPr/>
          <p:nvPr/>
        </p:nvGrpSpPr>
        <p:grpSpPr>
          <a:xfrm>
            <a:off x="1594150" y="628193"/>
            <a:ext cx="363777" cy="3727851"/>
            <a:chOff x="1604087" y="1257922"/>
            <a:chExt cx="363777" cy="3727851"/>
          </a:xfrm>
        </p:grpSpPr>
        <p:sp>
          <p:nvSpPr>
            <p:cNvPr id="567" name="Rectángulo 566">
              <a:extLst>
                <a:ext uri="{FF2B5EF4-FFF2-40B4-BE49-F238E27FC236}">
                  <a16:creationId xmlns:a16="http://schemas.microsoft.com/office/drawing/2014/main" id="{A14F3A0E-E968-D806-CD8C-906D9674A729}"/>
                </a:ext>
              </a:extLst>
            </p:cNvPr>
            <p:cNvSpPr/>
            <p:nvPr/>
          </p:nvSpPr>
          <p:spPr>
            <a:xfrm>
              <a:off x="1604087" y="1257922"/>
              <a:ext cx="363777" cy="698513"/>
            </a:xfrm>
            <a:prstGeom prst="rect">
              <a:avLst/>
            </a:prstGeom>
            <a:solidFill>
              <a:srgbClr val="46B1E1"/>
            </a:solidFill>
            <a:ln>
              <a:solidFill>
                <a:srgbClr val="46B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68" name="Elipse 567">
              <a:extLst>
                <a:ext uri="{FF2B5EF4-FFF2-40B4-BE49-F238E27FC236}">
                  <a16:creationId xmlns:a16="http://schemas.microsoft.com/office/drawing/2014/main" id="{3D9F405C-03CE-9078-1DEF-5FDC4144954B}"/>
                </a:ext>
              </a:extLst>
            </p:cNvPr>
            <p:cNvSpPr/>
            <p:nvPr/>
          </p:nvSpPr>
          <p:spPr>
            <a:xfrm>
              <a:off x="1642110" y="134302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69" name="Elipse 568">
              <a:extLst>
                <a:ext uri="{FF2B5EF4-FFF2-40B4-BE49-F238E27FC236}">
                  <a16:creationId xmlns:a16="http://schemas.microsoft.com/office/drawing/2014/main" id="{A2697415-770B-BB01-4211-EC85BE1ADB95}"/>
                </a:ext>
              </a:extLst>
            </p:cNvPr>
            <p:cNvSpPr/>
            <p:nvPr/>
          </p:nvSpPr>
          <p:spPr>
            <a:xfrm>
              <a:off x="1823085" y="133921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0" name="Elipse 569">
              <a:extLst>
                <a:ext uri="{FF2B5EF4-FFF2-40B4-BE49-F238E27FC236}">
                  <a16:creationId xmlns:a16="http://schemas.microsoft.com/office/drawing/2014/main" id="{1E74FD1E-E21E-D7E3-DB88-624AEA658830}"/>
                </a:ext>
              </a:extLst>
            </p:cNvPr>
            <p:cNvSpPr/>
            <p:nvPr/>
          </p:nvSpPr>
          <p:spPr>
            <a:xfrm>
              <a:off x="1642110" y="152209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1" name="Elipse 570">
              <a:extLst>
                <a:ext uri="{FF2B5EF4-FFF2-40B4-BE49-F238E27FC236}">
                  <a16:creationId xmlns:a16="http://schemas.microsoft.com/office/drawing/2014/main" id="{67071187-791F-A010-7217-34CC2FB4957A}"/>
                </a:ext>
              </a:extLst>
            </p:cNvPr>
            <p:cNvSpPr/>
            <p:nvPr/>
          </p:nvSpPr>
          <p:spPr>
            <a:xfrm>
              <a:off x="1823085" y="1518285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2" name="Elipse 571">
              <a:extLst>
                <a:ext uri="{FF2B5EF4-FFF2-40B4-BE49-F238E27FC236}">
                  <a16:creationId xmlns:a16="http://schemas.microsoft.com/office/drawing/2014/main" id="{994B7F06-6EE1-CA4D-6478-03E898F20F2E}"/>
                </a:ext>
              </a:extLst>
            </p:cNvPr>
            <p:cNvSpPr/>
            <p:nvPr/>
          </p:nvSpPr>
          <p:spPr>
            <a:xfrm>
              <a:off x="1640205" y="1706880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3" name="Elipse 572">
              <a:extLst>
                <a:ext uri="{FF2B5EF4-FFF2-40B4-BE49-F238E27FC236}">
                  <a16:creationId xmlns:a16="http://schemas.microsoft.com/office/drawing/2014/main" id="{8D168196-D27D-CE94-839A-21CC6D8253DE}"/>
                </a:ext>
              </a:extLst>
            </p:cNvPr>
            <p:cNvSpPr/>
            <p:nvPr/>
          </p:nvSpPr>
          <p:spPr>
            <a:xfrm>
              <a:off x="1821180" y="1703070"/>
              <a:ext cx="106680" cy="1047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4" name="Rectángulo 573">
              <a:extLst>
                <a:ext uri="{FF2B5EF4-FFF2-40B4-BE49-F238E27FC236}">
                  <a16:creationId xmlns:a16="http://schemas.microsoft.com/office/drawing/2014/main" id="{0F23C481-EC4A-7839-0DA1-B7590489A393}"/>
                </a:ext>
              </a:extLst>
            </p:cNvPr>
            <p:cNvSpPr/>
            <p:nvPr/>
          </p:nvSpPr>
          <p:spPr>
            <a:xfrm rot="169623">
              <a:off x="1623062" y="1958728"/>
              <a:ext cx="167640" cy="3027045"/>
            </a:xfrm>
            <a:prstGeom prst="rect">
              <a:avLst/>
            </a:prstGeom>
            <a:gradFill>
              <a:gsLst>
                <a:gs pos="100000">
                  <a:srgbClr val="46B1E1"/>
                </a:gs>
                <a:gs pos="0">
                  <a:srgbClr val="B8E1F3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880" name="Rectángulo 879">
            <a:extLst>
              <a:ext uri="{FF2B5EF4-FFF2-40B4-BE49-F238E27FC236}">
                <a16:creationId xmlns:a16="http://schemas.microsoft.com/office/drawing/2014/main" id="{3B3D650B-C8D7-825E-7FCF-DB6E86F51C7A}"/>
              </a:ext>
            </a:extLst>
          </p:cNvPr>
          <p:cNvSpPr/>
          <p:nvPr/>
        </p:nvSpPr>
        <p:spPr>
          <a:xfrm>
            <a:off x="-9937" y="5555164"/>
            <a:ext cx="12211874" cy="1302836"/>
          </a:xfrm>
          <a:prstGeom prst="rect">
            <a:avLst/>
          </a:prstGeom>
          <a:solidFill>
            <a:srgbClr val="89943C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3" name="Rectángulo 562">
            <a:extLst>
              <a:ext uri="{FF2B5EF4-FFF2-40B4-BE49-F238E27FC236}">
                <a16:creationId xmlns:a16="http://schemas.microsoft.com/office/drawing/2014/main" id="{4171AE6D-0516-5B2C-4F93-722747D42A22}"/>
              </a:ext>
            </a:extLst>
          </p:cNvPr>
          <p:cNvSpPr/>
          <p:nvPr/>
        </p:nvSpPr>
        <p:spPr>
          <a:xfrm>
            <a:off x="-9936" y="4347083"/>
            <a:ext cx="12191996" cy="1060768"/>
          </a:xfrm>
          <a:prstGeom prst="rect">
            <a:avLst/>
          </a:prstGeom>
          <a:solidFill>
            <a:srgbClr val="B93131"/>
          </a:solidFill>
          <a:ln>
            <a:solidFill>
              <a:srgbClr val="B931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1" name="Rectángulo 320">
            <a:extLst>
              <a:ext uri="{FF2B5EF4-FFF2-40B4-BE49-F238E27FC236}">
                <a16:creationId xmlns:a16="http://schemas.microsoft.com/office/drawing/2014/main" id="{72DE7ABD-AE46-48D0-6116-412C250AC6C3}"/>
              </a:ext>
            </a:extLst>
          </p:cNvPr>
          <p:cNvSpPr/>
          <p:nvPr/>
        </p:nvSpPr>
        <p:spPr>
          <a:xfrm>
            <a:off x="7069647" y="4529523"/>
            <a:ext cx="207683" cy="163517"/>
          </a:xfrm>
          <a:prstGeom prst="rect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BD51C83-E698-62EC-A520-93BE8D79AC53}"/>
              </a:ext>
            </a:extLst>
          </p:cNvPr>
          <p:cNvSpPr/>
          <p:nvPr/>
        </p:nvSpPr>
        <p:spPr>
          <a:xfrm>
            <a:off x="1693446" y="4153406"/>
            <a:ext cx="8915897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3A041F-49EC-5B74-0FA4-98C6F20F1D5F}"/>
              </a:ext>
            </a:extLst>
          </p:cNvPr>
          <p:cNvSpPr/>
          <p:nvPr/>
        </p:nvSpPr>
        <p:spPr>
          <a:xfrm>
            <a:off x="4388230" y="3432678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731DCB-6E75-9221-3F4C-34095305C5A2}"/>
              </a:ext>
            </a:extLst>
          </p:cNvPr>
          <p:cNvSpPr/>
          <p:nvPr/>
        </p:nvSpPr>
        <p:spPr>
          <a:xfrm>
            <a:off x="2785650" y="3446971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688453-25FE-CDC1-5E26-EDA22DFE3E33}"/>
              </a:ext>
            </a:extLst>
          </p:cNvPr>
          <p:cNvSpPr/>
          <p:nvPr/>
        </p:nvSpPr>
        <p:spPr>
          <a:xfrm>
            <a:off x="1183070" y="3308858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B0526D9-D3B6-B448-4938-09BA2F80DF16}"/>
              </a:ext>
            </a:extLst>
          </p:cNvPr>
          <p:cNvSpPr/>
          <p:nvPr/>
        </p:nvSpPr>
        <p:spPr>
          <a:xfrm>
            <a:off x="10834272" y="3308858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511E32-F1A8-D414-6AFB-6C8C6F903A79}"/>
              </a:ext>
            </a:extLst>
          </p:cNvPr>
          <p:cNvSpPr/>
          <p:nvPr/>
        </p:nvSpPr>
        <p:spPr>
          <a:xfrm>
            <a:off x="10609343" y="4153408"/>
            <a:ext cx="1572718" cy="138113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2A77E0-5BE2-2B28-1498-869B293C9C65}"/>
              </a:ext>
            </a:extLst>
          </p:cNvPr>
          <p:cNvSpPr/>
          <p:nvPr/>
        </p:nvSpPr>
        <p:spPr>
          <a:xfrm>
            <a:off x="-9937" y="4153407"/>
            <a:ext cx="1703385" cy="138113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17348A-0576-641A-1BCF-FE7A7DC39BF8}"/>
              </a:ext>
            </a:extLst>
          </p:cNvPr>
          <p:cNvSpPr/>
          <p:nvPr/>
        </p:nvSpPr>
        <p:spPr>
          <a:xfrm>
            <a:off x="10834272" y="3446971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8DE11B-FF3E-5D7D-F4BA-8FA254EE9050}"/>
              </a:ext>
            </a:extLst>
          </p:cNvPr>
          <p:cNvSpPr/>
          <p:nvPr/>
        </p:nvSpPr>
        <p:spPr>
          <a:xfrm>
            <a:off x="9203116" y="3400907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789B37-C72E-AFE5-BCFE-5C56872F00CD}"/>
              </a:ext>
            </a:extLst>
          </p:cNvPr>
          <p:cNvSpPr/>
          <p:nvPr/>
        </p:nvSpPr>
        <p:spPr>
          <a:xfrm>
            <a:off x="7610060" y="3418388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94DC46-BF92-D74E-A327-A98B1AE92F95}"/>
              </a:ext>
            </a:extLst>
          </p:cNvPr>
          <p:cNvSpPr/>
          <p:nvPr/>
        </p:nvSpPr>
        <p:spPr>
          <a:xfrm>
            <a:off x="5990810" y="3418388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77C9ED-D6BD-9CD2-5FDA-0E5619D185EC}"/>
              </a:ext>
            </a:extLst>
          </p:cNvPr>
          <p:cNvSpPr/>
          <p:nvPr/>
        </p:nvSpPr>
        <p:spPr>
          <a:xfrm>
            <a:off x="1183070" y="3446971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A675E76-B172-0405-5968-5F6625619C82}"/>
              </a:ext>
            </a:extLst>
          </p:cNvPr>
          <p:cNvCxnSpPr>
            <a:cxnSpLocks/>
          </p:cNvCxnSpPr>
          <p:nvPr/>
        </p:nvCxnSpPr>
        <p:spPr>
          <a:xfrm>
            <a:off x="263907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B556ACE-8EB3-F5D3-7B67-23F6FAE2854E}"/>
              </a:ext>
            </a:extLst>
          </p:cNvPr>
          <p:cNvCxnSpPr>
            <a:cxnSpLocks/>
          </p:cNvCxnSpPr>
          <p:nvPr/>
        </p:nvCxnSpPr>
        <p:spPr>
          <a:xfrm>
            <a:off x="611570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579CFC3-FD30-2E7D-7053-1145E9037D11}"/>
              </a:ext>
            </a:extLst>
          </p:cNvPr>
          <p:cNvCxnSpPr>
            <a:cxnSpLocks/>
          </p:cNvCxnSpPr>
          <p:nvPr/>
        </p:nvCxnSpPr>
        <p:spPr>
          <a:xfrm>
            <a:off x="1347376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CCF5E5-7B04-180D-1F75-51687D0BD928}"/>
              </a:ext>
            </a:extLst>
          </p:cNvPr>
          <p:cNvCxnSpPr>
            <a:cxnSpLocks/>
          </p:cNvCxnSpPr>
          <p:nvPr/>
        </p:nvCxnSpPr>
        <p:spPr>
          <a:xfrm>
            <a:off x="1002094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553AA20-6BD2-4410-FAEE-11BB8FA46B8A}"/>
              </a:ext>
            </a:extLst>
          </p:cNvPr>
          <p:cNvCxnSpPr>
            <a:cxnSpLocks/>
          </p:cNvCxnSpPr>
          <p:nvPr/>
        </p:nvCxnSpPr>
        <p:spPr>
          <a:xfrm>
            <a:off x="2041110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C3D85EC-955E-D307-7A91-5BF8AD9FD2F4}"/>
              </a:ext>
            </a:extLst>
          </p:cNvPr>
          <p:cNvCxnSpPr>
            <a:cxnSpLocks/>
          </p:cNvCxnSpPr>
          <p:nvPr/>
        </p:nvCxnSpPr>
        <p:spPr>
          <a:xfrm>
            <a:off x="238798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1B9C213-E7C6-2B02-6A4D-29C0717797F1}"/>
              </a:ext>
            </a:extLst>
          </p:cNvPr>
          <p:cNvCxnSpPr>
            <a:cxnSpLocks/>
          </p:cNvCxnSpPr>
          <p:nvPr/>
        </p:nvCxnSpPr>
        <p:spPr>
          <a:xfrm>
            <a:off x="273485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787560B-DA21-BFD0-9F6B-58095734516C}"/>
              </a:ext>
            </a:extLst>
          </p:cNvPr>
          <p:cNvCxnSpPr>
            <a:cxnSpLocks/>
          </p:cNvCxnSpPr>
          <p:nvPr/>
        </p:nvCxnSpPr>
        <p:spPr>
          <a:xfrm>
            <a:off x="3081726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5653F0-ED82-BF45-6C79-A3C8AA40F889}"/>
              </a:ext>
            </a:extLst>
          </p:cNvPr>
          <p:cNvCxnSpPr>
            <a:cxnSpLocks/>
          </p:cNvCxnSpPr>
          <p:nvPr/>
        </p:nvCxnSpPr>
        <p:spPr>
          <a:xfrm>
            <a:off x="3428598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F9265713-6AED-2879-9E59-C5BD7317A7B4}"/>
              </a:ext>
            </a:extLst>
          </p:cNvPr>
          <p:cNvCxnSpPr>
            <a:cxnSpLocks/>
          </p:cNvCxnSpPr>
          <p:nvPr/>
        </p:nvCxnSpPr>
        <p:spPr>
          <a:xfrm>
            <a:off x="3775470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CBFDA9F-050C-3C85-75A0-3E38F287A642}"/>
              </a:ext>
            </a:extLst>
          </p:cNvPr>
          <p:cNvCxnSpPr>
            <a:cxnSpLocks/>
          </p:cNvCxnSpPr>
          <p:nvPr/>
        </p:nvCxnSpPr>
        <p:spPr>
          <a:xfrm>
            <a:off x="412551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7F0BEE8-FF3A-825D-D7FC-7C84A8640900}"/>
              </a:ext>
            </a:extLst>
          </p:cNvPr>
          <p:cNvCxnSpPr>
            <a:cxnSpLocks/>
          </p:cNvCxnSpPr>
          <p:nvPr/>
        </p:nvCxnSpPr>
        <p:spPr>
          <a:xfrm>
            <a:off x="482560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D228A55-14B5-F7E6-4D13-2834BD2F126B}"/>
              </a:ext>
            </a:extLst>
          </p:cNvPr>
          <p:cNvCxnSpPr>
            <a:cxnSpLocks/>
          </p:cNvCxnSpPr>
          <p:nvPr/>
        </p:nvCxnSpPr>
        <p:spPr>
          <a:xfrm>
            <a:off x="482560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85A1982-5837-4F2C-7831-6F28F6C8B4DF}"/>
              </a:ext>
            </a:extLst>
          </p:cNvPr>
          <p:cNvCxnSpPr>
            <a:cxnSpLocks/>
          </p:cNvCxnSpPr>
          <p:nvPr/>
        </p:nvCxnSpPr>
        <p:spPr>
          <a:xfrm>
            <a:off x="5175646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B5FD857-7C07-79C0-A9A2-D3DF13CF9567}"/>
              </a:ext>
            </a:extLst>
          </p:cNvPr>
          <p:cNvCxnSpPr>
            <a:cxnSpLocks/>
          </p:cNvCxnSpPr>
          <p:nvPr/>
        </p:nvCxnSpPr>
        <p:spPr>
          <a:xfrm>
            <a:off x="5525690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443EAEB-8A66-58E4-30FC-0D517A6EA216}"/>
              </a:ext>
            </a:extLst>
          </p:cNvPr>
          <p:cNvCxnSpPr>
            <a:cxnSpLocks/>
          </p:cNvCxnSpPr>
          <p:nvPr/>
        </p:nvCxnSpPr>
        <p:spPr>
          <a:xfrm>
            <a:off x="587573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7DFF491-3413-7081-1AD5-A7C928228871}"/>
              </a:ext>
            </a:extLst>
          </p:cNvPr>
          <p:cNvCxnSpPr>
            <a:cxnSpLocks/>
          </p:cNvCxnSpPr>
          <p:nvPr/>
        </p:nvCxnSpPr>
        <p:spPr>
          <a:xfrm>
            <a:off x="6225778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7D72626-7EB2-1B20-FDE0-41A6605515F2}"/>
              </a:ext>
            </a:extLst>
          </p:cNvPr>
          <p:cNvCxnSpPr>
            <a:cxnSpLocks/>
          </p:cNvCxnSpPr>
          <p:nvPr/>
        </p:nvCxnSpPr>
        <p:spPr>
          <a:xfrm>
            <a:off x="11705019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9A05A42-D71E-264C-627B-6FA5364AB4E2}"/>
              </a:ext>
            </a:extLst>
          </p:cNvPr>
          <p:cNvCxnSpPr>
            <a:cxnSpLocks/>
          </p:cNvCxnSpPr>
          <p:nvPr/>
        </p:nvCxnSpPr>
        <p:spPr>
          <a:xfrm>
            <a:off x="11356562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BC73095-AC46-53ED-9389-2713FB21F58C}"/>
              </a:ext>
            </a:extLst>
          </p:cNvPr>
          <p:cNvCxnSpPr>
            <a:cxnSpLocks/>
          </p:cNvCxnSpPr>
          <p:nvPr/>
        </p:nvCxnSpPr>
        <p:spPr>
          <a:xfrm>
            <a:off x="11008105" y="4153406"/>
            <a:ext cx="0" cy="138113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531221EF-C85C-4A87-50A3-BD4627E61871}"/>
              </a:ext>
            </a:extLst>
          </p:cNvPr>
          <p:cNvCxnSpPr>
            <a:cxnSpLocks/>
          </p:cNvCxnSpPr>
          <p:nvPr/>
        </p:nvCxnSpPr>
        <p:spPr>
          <a:xfrm>
            <a:off x="9957973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EEBDE1E-A398-8135-136B-897D2F937F9E}"/>
              </a:ext>
            </a:extLst>
          </p:cNvPr>
          <p:cNvCxnSpPr>
            <a:cxnSpLocks/>
          </p:cNvCxnSpPr>
          <p:nvPr/>
        </p:nvCxnSpPr>
        <p:spPr>
          <a:xfrm>
            <a:off x="960792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E38BA02C-1D82-CB66-F1AA-351D4D2CC514}"/>
              </a:ext>
            </a:extLst>
          </p:cNvPr>
          <p:cNvCxnSpPr>
            <a:cxnSpLocks/>
          </p:cNvCxnSpPr>
          <p:nvPr/>
        </p:nvCxnSpPr>
        <p:spPr>
          <a:xfrm>
            <a:off x="889831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53FF0AB-9A6F-E80B-5342-569AEEB808CB}"/>
              </a:ext>
            </a:extLst>
          </p:cNvPr>
          <p:cNvCxnSpPr>
            <a:cxnSpLocks/>
          </p:cNvCxnSpPr>
          <p:nvPr/>
        </p:nvCxnSpPr>
        <p:spPr>
          <a:xfrm>
            <a:off x="8548270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FC07EDC-3BC7-7CEC-DAF7-6CC477EA8CD3}"/>
              </a:ext>
            </a:extLst>
          </p:cNvPr>
          <p:cNvCxnSpPr>
            <a:cxnSpLocks/>
          </p:cNvCxnSpPr>
          <p:nvPr/>
        </p:nvCxnSpPr>
        <p:spPr>
          <a:xfrm>
            <a:off x="8198226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C95BB51D-AF50-0E53-6218-0D0AFDB55392}"/>
              </a:ext>
            </a:extLst>
          </p:cNvPr>
          <p:cNvCxnSpPr>
            <a:cxnSpLocks/>
          </p:cNvCxnSpPr>
          <p:nvPr/>
        </p:nvCxnSpPr>
        <p:spPr>
          <a:xfrm>
            <a:off x="784818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087B5D6-8A9C-6A4C-CC1F-9A24453FFC4B}"/>
              </a:ext>
            </a:extLst>
          </p:cNvPr>
          <p:cNvCxnSpPr>
            <a:cxnSpLocks/>
          </p:cNvCxnSpPr>
          <p:nvPr/>
        </p:nvCxnSpPr>
        <p:spPr>
          <a:xfrm>
            <a:off x="750051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riángulo isósceles 78">
            <a:extLst>
              <a:ext uri="{FF2B5EF4-FFF2-40B4-BE49-F238E27FC236}">
                <a16:creationId xmlns:a16="http://schemas.microsoft.com/office/drawing/2014/main" id="{FE79212F-F7E8-A8D2-1774-682ADCAD798D}"/>
              </a:ext>
            </a:extLst>
          </p:cNvPr>
          <p:cNvSpPr/>
          <p:nvPr/>
        </p:nvSpPr>
        <p:spPr>
          <a:xfrm>
            <a:off x="6053930" y="312186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Triángulo isósceles 79">
            <a:extLst>
              <a:ext uri="{FF2B5EF4-FFF2-40B4-BE49-F238E27FC236}">
                <a16:creationId xmlns:a16="http://schemas.microsoft.com/office/drawing/2014/main" id="{C02AC833-501D-999B-0710-50EAE22395FA}"/>
              </a:ext>
            </a:extLst>
          </p:cNvPr>
          <p:cNvSpPr/>
          <p:nvPr/>
        </p:nvSpPr>
        <p:spPr>
          <a:xfrm>
            <a:off x="6864105" y="311915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Triángulo isósceles 80">
            <a:extLst>
              <a:ext uri="{FF2B5EF4-FFF2-40B4-BE49-F238E27FC236}">
                <a16:creationId xmlns:a16="http://schemas.microsoft.com/office/drawing/2014/main" id="{B5BD3BB0-91AF-CE2F-A404-974FA3ED3FFB}"/>
              </a:ext>
            </a:extLst>
          </p:cNvPr>
          <p:cNvSpPr/>
          <p:nvPr/>
        </p:nvSpPr>
        <p:spPr>
          <a:xfrm>
            <a:off x="4449770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Triángulo isósceles 81">
            <a:extLst>
              <a:ext uri="{FF2B5EF4-FFF2-40B4-BE49-F238E27FC236}">
                <a16:creationId xmlns:a16="http://schemas.microsoft.com/office/drawing/2014/main" id="{083CF373-C866-349E-BD61-B08C104A84B6}"/>
              </a:ext>
            </a:extLst>
          </p:cNvPr>
          <p:cNvSpPr/>
          <p:nvPr/>
        </p:nvSpPr>
        <p:spPr>
          <a:xfrm>
            <a:off x="5262886" y="3123128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Triángulo isósceles 82">
            <a:extLst>
              <a:ext uri="{FF2B5EF4-FFF2-40B4-BE49-F238E27FC236}">
                <a16:creationId xmlns:a16="http://schemas.microsoft.com/office/drawing/2014/main" id="{C82DBA9A-7CC6-2D33-858A-35970662EC06}"/>
              </a:ext>
            </a:extLst>
          </p:cNvPr>
          <p:cNvSpPr/>
          <p:nvPr/>
        </p:nvSpPr>
        <p:spPr>
          <a:xfrm>
            <a:off x="7680278" y="312056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Triángulo isósceles 83">
            <a:extLst>
              <a:ext uri="{FF2B5EF4-FFF2-40B4-BE49-F238E27FC236}">
                <a16:creationId xmlns:a16="http://schemas.microsoft.com/office/drawing/2014/main" id="{2452D844-E8F7-2289-13A3-DE3D9557A553}"/>
              </a:ext>
            </a:extLst>
          </p:cNvPr>
          <p:cNvSpPr/>
          <p:nvPr/>
        </p:nvSpPr>
        <p:spPr>
          <a:xfrm>
            <a:off x="8490453" y="3121860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Triángulo isósceles 84">
            <a:extLst>
              <a:ext uri="{FF2B5EF4-FFF2-40B4-BE49-F238E27FC236}">
                <a16:creationId xmlns:a16="http://schemas.microsoft.com/office/drawing/2014/main" id="{C0D2BC35-3618-E4BE-BFB7-43F57311EFD7}"/>
              </a:ext>
            </a:extLst>
          </p:cNvPr>
          <p:cNvSpPr/>
          <p:nvPr/>
        </p:nvSpPr>
        <p:spPr>
          <a:xfrm>
            <a:off x="2796012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Triángulo isósceles 85">
            <a:extLst>
              <a:ext uri="{FF2B5EF4-FFF2-40B4-BE49-F238E27FC236}">
                <a16:creationId xmlns:a16="http://schemas.microsoft.com/office/drawing/2014/main" id="{2633D328-2D4A-4FC2-509A-2FCB2D5C2BFC}"/>
              </a:ext>
            </a:extLst>
          </p:cNvPr>
          <p:cNvSpPr/>
          <p:nvPr/>
        </p:nvSpPr>
        <p:spPr>
          <a:xfrm>
            <a:off x="3636571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Triángulo isósceles 86">
            <a:extLst>
              <a:ext uri="{FF2B5EF4-FFF2-40B4-BE49-F238E27FC236}">
                <a16:creationId xmlns:a16="http://schemas.microsoft.com/office/drawing/2014/main" id="{EF44F50E-3BA2-3196-8AE9-9072C52F867F}"/>
              </a:ext>
            </a:extLst>
          </p:cNvPr>
          <p:cNvSpPr/>
          <p:nvPr/>
        </p:nvSpPr>
        <p:spPr>
          <a:xfrm>
            <a:off x="2004648" y="314693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Triángulo isósceles 88">
            <a:extLst>
              <a:ext uri="{FF2B5EF4-FFF2-40B4-BE49-F238E27FC236}">
                <a16:creationId xmlns:a16="http://schemas.microsoft.com/office/drawing/2014/main" id="{0CE6FF35-B4F3-0FFB-EADE-0651F77D75C5}"/>
              </a:ext>
            </a:extLst>
          </p:cNvPr>
          <p:cNvSpPr/>
          <p:nvPr/>
        </p:nvSpPr>
        <p:spPr>
          <a:xfrm>
            <a:off x="9288519" y="312185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Triángulo isósceles 89">
            <a:extLst>
              <a:ext uri="{FF2B5EF4-FFF2-40B4-BE49-F238E27FC236}">
                <a16:creationId xmlns:a16="http://schemas.microsoft.com/office/drawing/2014/main" id="{A378283B-F70C-5044-DF62-FFEA8BB8C005}"/>
              </a:ext>
            </a:extLst>
          </p:cNvPr>
          <p:cNvSpPr/>
          <p:nvPr/>
        </p:nvSpPr>
        <p:spPr>
          <a:xfrm flipV="1">
            <a:off x="6063445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Triángulo isósceles 90">
            <a:extLst>
              <a:ext uri="{FF2B5EF4-FFF2-40B4-BE49-F238E27FC236}">
                <a16:creationId xmlns:a16="http://schemas.microsoft.com/office/drawing/2014/main" id="{3F4F7E9F-D8CB-5802-10BD-F8F4A6E9F418}"/>
              </a:ext>
            </a:extLst>
          </p:cNvPr>
          <p:cNvSpPr/>
          <p:nvPr/>
        </p:nvSpPr>
        <p:spPr>
          <a:xfrm flipV="1">
            <a:off x="6873620" y="340489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2" name="Triángulo isósceles 91">
            <a:extLst>
              <a:ext uri="{FF2B5EF4-FFF2-40B4-BE49-F238E27FC236}">
                <a16:creationId xmlns:a16="http://schemas.microsoft.com/office/drawing/2014/main" id="{5848F2D9-2DBF-BDE6-7616-DA4F2EC65480}"/>
              </a:ext>
            </a:extLst>
          </p:cNvPr>
          <p:cNvSpPr/>
          <p:nvPr/>
        </p:nvSpPr>
        <p:spPr>
          <a:xfrm flipV="1">
            <a:off x="4459285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Triángulo isósceles 92">
            <a:extLst>
              <a:ext uri="{FF2B5EF4-FFF2-40B4-BE49-F238E27FC236}">
                <a16:creationId xmlns:a16="http://schemas.microsoft.com/office/drawing/2014/main" id="{1E03482D-C26E-AF6D-220A-3D13C3D57669}"/>
              </a:ext>
            </a:extLst>
          </p:cNvPr>
          <p:cNvSpPr/>
          <p:nvPr/>
        </p:nvSpPr>
        <p:spPr>
          <a:xfrm flipV="1">
            <a:off x="5272401" y="3408875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Triángulo isósceles 93">
            <a:extLst>
              <a:ext uri="{FF2B5EF4-FFF2-40B4-BE49-F238E27FC236}">
                <a16:creationId xmlns:a16="http://schemas.microsoft.com/office/drawing/2014/main" id="{F4BDC2D0-F447-745D-5D53-FBCF2732BFDF}"/>
              </a:ext>
            </a:extLst>
          </p:cNvPr>
          <p:cNvSpPr/>
          <p:nvPr/>
        </p:nvSpPr>
        <p:spPr>
          <a:xfrm flipV="1">
            <a:off x="7674280" y="340090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E4818128-44AF-D642-A11D-BC16CE4BD855}"/>
              </a:ext>
            </a:extLst>
          </p:cNvPr>
          <p:cNvSpPr/>
          <p:nvPr/>
        </p:nvSpPr>
        <p:spPr>
          <a:xfrm flipV="1">
            <a:off x="8476821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Triángulo isósceles 95">
            <a:extLst>
              <a:ext uri="{FF2B5EF4-FFF2-40B4-BE49-F238E27FC236}">
                <a16:creationId xmlns:a16="http://schemas.microsoft.com/office/drawing/2014/main" id="{68DF0D91-92F2-5C00-903E-C82230F10B57}"/>
              </a:ext>
            </a:extLst>
          </p:cNvPr>
          <p:cNvSpPr/>
          <p:nvPr/>
        </p:nvSpPr>
        <p:spPr>
          <a:xfrm flipV="1">
            <a:off x="2805527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7" name="Triángulo isósceles 96">
            <a:extLst>
              <a:ext uri="{FF2B5EF4-FFF2-40B4-BE49-F238E27FC236}">
                <a16:creationId xmlns:a16="http://schemas.microsoft.com/office/drawing/2014/main" id="{573C3DDB-006D-C1BE-E0C3-76AD3BF34F2C}"/>
              </a:ext>
            </a:extLst>
          </p:cNvPr>
          <p:cNvSpPr/>
          <p:nvPr/>
        </p:nvSpPr>
        <p:spPr>
          <a:xfrm flipV="1">
            <a:off x="3646086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Triángulo isósceles 97">
            <a:extLst>
              <a:ext uri="{FF2B5EF4-FFF2-40B4-BE49-F238E27FC236}">
                <a16:creationId xmlns:a16="http://schemas.microsoft.com/office/drawing/2014/main" id="{740888E9-0715-ACA5-10BC-E16679920FCA}"/>
              </a:ext>
            </a:extLst>
          </p:cNvPr>
          <p:cNvSpPr/>
          <p:nvPr/>
        </p:nvSpPr>
        <p:spPr>
          <a:xfrm flipV="1">
            <a:off x="2014163" y="343267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0E293044-A89D-9629-1FAB-433CAFCBD0A2}"/>
              </a:ext>
            </a:extLst>
          </p:cNvPr>
          <p:cNvSpPr/>
          <p:nvPr/>
        </p:nvSpPr>
        <p:spPr>
          <a:xfrm flipV="1">
            <a:off x="9300628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E8ED8AEE-A7B9-C91A-C985-F5944AC1A6F6}"/>
              </a:ext>
            </a:extLst>
          </p:cNvPr>
          <p:cNvSpPr/>
          <p:nvPr/>
        </p:nvSpPr>
        <p:spPr>
          <a:xfrm rot="5400000">
            <a:off x="1558966" y="3238199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2046D384-DC6B-07AC-3F1B-9DCEC513D509}"/>
              </a:ext>
            </a:extLst>
          </p:cNvPr>
          <p:cNvSpPr/>
          <p:nvPr/>
        </p:nvSpPr>
        <p:spPr>
          <a:xfrm rot="5400000">
            <a:off x="1954256" y="2953268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9E6AECD7-DF9D-22E4-5F58-7C15AE8AA96E}"/>
              </a:ext>
            </a:extLst>
          </p:cNvPr>
          <p:cNvSpPr/>
          <p:nvPr/>
        </p:nvSpPr>
        <p:spPr>
          <a:xfrm>
            <a:off x="4207886" y="44804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4F5F62C4-9683-4FC1-C072-1FB871C612C5}"/>
              </a:ext>
            </a:extLst>
          </p:cNvPr>
          <p:cNvSpPr/>
          <p:nvPr/>
        </p:nvSpPr>
        <p:spPr>
          <a:xfrm>
            <a:off x="4211060" y="491064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9" name="Rectángulo 168">
            <a:extLst>
              <a:ext uri="{FF2B5EF4-FFF2-40B4-BE49-F238E27FC236}">
                <a16:creationId xmlns:a16="http://schemas.microsoft.com/office/drawing/2014/main" id="{7259ACC5-8E19-40D4-0022-1C02746C6A0E}"/>
              </a:ext>
            </a:extLst>
          </p:cNvPr>
          <p:cNvSpPr/>
          <p:nvPr/>
        </p:nvSpPr>
        <p:spPr>
          <a:xfrm>
            <a:off x="4207886" y="512971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96AC2EC1-9601-0195-B823-AC8159A731DC}"/>
              </a:ext>
            </a:extLst>
          </p:cNvPr>
          <p:cNvSpPr/>
          <p:nvPr/>
        </p:nvSpPr>
        <p:spPr>
          <a:xfrm>
            <a:off x="4207886" y="533926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F12BB5F0-B6DE-0C27-B1E4-D7F20344F362}"/>
              </a:ext>
            </a:extLst>
          </p:cNvPr>
          <p:cNvSpPr/>
          <p:nvPr/>
        </p:nvSpPr>
        <p:spPr>
          <a:xfrm>
            <a:off x="6060278" y="490588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23B11757-AE67-2E6B-B09C-F5C2890BE5FB}"/>
              </a:ext>
            </a:extLst>
          </p:cNvPr>
          <p:cNvSpPr/>
          <p:nvPr/>
        </p:nvSpPr>
        <p:spPr>
          <a:xfrm>
            <a:off x="6057104" y="512495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5" name="Rectángulo 174">
            <a:extLst>
              <a:ext uri="{FF2B5EF4-FFF2-40B4-BE49-F238E27FC236}">
                <a16:creationId xmlns:a16="http://schemas.microsoft.com/office/drawing/2014/main" id="{FC1A7952-7D7F-6F0C-BC73-1B83F8149E82}"/>
              </a:ext>
            </a:extLst>
          </p:cNvPr>
          <p:cNvSpPr/>
          <p:nvPr/>
        </p:nvSpPr>
        <p:spPr>
          <a:xfrm>
            <a:off x="6057104" y="533450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6" name="Rectángulo 175">
            <a:extLst>
              <a:ext uri="{FF2B5EF4-FFF2-40B4-BE49-F238E27FC236}">
                <a16:creationId xmlns:a16="http://schemas.microsoft.com/office/drawing/2014/main" id="{5B68163D-0A5F-A181-4594-581217E73BD5}"/>
              </a:ext>
            </a:extLst>
          </p:cNvPr>
          <p:cNvSpPr/>
          <p:nvPr/>
        </p:nvSpPr>
        <p:spPr>
          <a:xfrm>
            <a:off x="7402892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8" name="Rectángulo 177">
            <a:extLst>
              <a:ext uri="{FF2B5EF4-FFF2-40B4-BE49-F238E27FC236}">
                <a16:creationId xmlns:a16="http://schemas.microsoft.com/office/drawing/2014/main" id="{7C0803B0-ACF9-58B4-22C2-3B1A8B35BC6F}"/>
              </a:ext>
            </a:extLst>
          </p:cNvPr>
          <p:cNvSpPr/>
          <p:nvPr/>
        </p:nvSpPr>
        <p:spPr>
          <a:xfrm>
            <a:off x="7406066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9" name="Rectángulo 178">
            <a:extLst>
              <a:ext uri="{FF2B5EF4-FFF2-40B4-BE49-F238E27FC236}">
                <a16:creationId xmlns:a16="http://schemas.microsoft.com/office/drawing/2014/main" id="{A0428BD9-C27C-4538-2784-827114242D4A}"/>
              </a:ext>
            </a:extLst>
          </p:cNvPr>
          <p:cNvSpPr/>
          <p:nvPr/>
        </p:nvSpPr>
        <p:spPr>
          <a:xfrm>
            <a:off x="7402892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0" name="Rectángulo 179">
            <a:extLst>
              <a:ext uri="{FF2B5EF4-FFF2-40B4-BE49-F238E27FC236}">
                <a16:creationId xmlns:a16="http://schemas.microsoft.com/office/drawing/2014/main" id="{C3525403-9CB5-5C76-C3EF-2E84F75EADEE}"/>
              </a:ext>
            </a:extLst>
          </p:cNvPr>
          <p:cNvSpPr/>
          <p:nvPr/>
        </p:nvSpPr>
        <p:spPr>
          <a:xfrm>
            <a:off x="7402892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3E3CF43A-8AE6-B46C-62CD-116E070ECD78}"/>
              </a:ext>
            </a:extLst>
          </p:cNvPr>
          <p:cNvSpPr/>
          <p:nvPr/>
        </p:nvSpPr>
        <p:spPr>
          <a:xfrm>
            <a:off x="9284080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3" name="Rectángulo 182">
            <a:extLst>
              <a:ext uri="{FF2B5EF4-FFF2-40B4-BE49-F238E27FC236}">
                <a16:creationId xmlns:a16="http://schemas.microsoft.com/office/drawing/2014/main" id="{AF73937A-F206-0C7B-647E-146E4DB0D7D0}"/>
              </a:ext>
            </a:extLst>
          </p:cNvPr>
          <p:cNvSpPr/>
          <p:nvPr/>
        </p:nvSpPr>
        <p:spPr>
          <a:xfrm>
            <a:off x="9287254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0B668F72-419E-7F00-B281-A5FC71D340B0}"/>
              </a:ext>
            </a:extLst>
          </p:cNvPr>
          <p:cNvSpPr/>
          <p:nvPr/>
        </p:nvSpPr>
        <p:spPr>
          <a:xfrm>
            <a:off x="9284080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7482C4C5-1F32-2A51-9F04-D15CD1F3A141}"/>
              </a:ext>
            </a:extLst>
          </p:cNvPr>
          <p:cNvSpPr/>
          <p:nvPr/>
        </p:nvSpPr>
        <p:spPr>
          <a:xfrm>
            <a:off x="9284080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57A85DF8-9179-8BE4-2723-88A8AB0FAE67}"/>
              </a:ext>
            </a:extLst>
          </p:cNvPr>
          <p:cNvSpPr/>
          <p:nvPr/>
        </p:nvSpPr>
        <p:spPr>
          <a:xfrm>
            <a:off x="10601700" y="446772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7" name="Rectángulo 186">
            <a:extLst>
              <a:ext uri="{FF2B5EF4-FFF2-40B4-BE49-F238E27FC236}">
                <a16:creationId xmlns:a16="http://schemas.microsoft.com/office/drawing/2014/main" id="{AD79D0BC-CFF8-FEB0-1C6B-C69BF5E10A3E}"/>
              </a:ext>
            </a:extLst>
          </p:cNvPr>
          <p:cNvSpPr/>
          <p:nvPr/>
        </p:nvSpPr>
        <p:spPr>
          <a:xfrm>
            <a:off x="10604874" y="469156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80E5A239-606B-E6E5-5536-7244D59BEC9B}"/>
              </a:ext>
            </a:extLst>
          </p:cNvPr>
          <p:cNvSpPr/>
          <p:nvPr/>
        </p:nvSpPr>
        <p:spPr>
          <a:xfrm>
            <a:off x="10604874" y="489793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9" name="Rectángulo 188">
            <a:extLst>
              <a:ext uri="{FF2B5EF4-FFF2-40B4-BE49-F238E27FC236}">
                <a16:creationId xmlns:a16="http://schemas.microsoft.com/office/drawing/2014/main" id="{E7AD25EE-A21C-A384-A3B4-64CBCC42FEBF}"/>
              </a:ext>
            </a:extLst>
          </p:cNvPr>
          <p:cNvSpPr/>
          <p:nvPr/>
        </p:nvSpPr>
        <p:spPr>
          <a:xfrm>
            <a:off x="10601700" y="511701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593FDFD8-3E3D-D589-219D-998D223C77CC}"/>
              </a:ext>
            </a:extLst>
          </p:cNvPr>
          <p:cNvSpPr/>
          <p:nvPr/>
        </p:nvSpPr>
        <p:spPr>
          <a:xfrm>
            <a:off x="10601700" y="532656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E7B44C0A-8339-9574-CEE4-156ACE8F1992}"/>
              </a:ext>
            </a:extLst>
          </p:cNvPr>
          <p:cNvSpPr/>
          <p:nvPr/>
        </p:nvSpPr>
        <p:spPr>
          <a:xfrm>
            <a:off x="-17069" y="5477702"/>
            <a:ext cx="12191995" cy="5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F568EEE8-26A0-E5FC-A802-2AC3E0D44E7E}"/>
              </a:ext>
            </a:extLst>
          </p:cNvPr>
          <p:cNvSpPr/>
          <p:nvPr/>
        </p:nvSpPr>
        <p:spPr>
          <a:xfrm>
            <a:off x="2826601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C2DD775-CFDB-EB1D-C4C5-180F357E8C42}"/>
              </a:ext>
            </a:extLst>
          </p:cNvPr>
          <p:cNvSpPr/>
          <p:nvPr/>
        </p:nvSpPr>
        <p:spPr>
          <a:xfrm>
            <a:off x="1228503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589B607B-9719-094C-A391-712605D6131B}"/>
              </a:ext>
            </a:extLst>
          </p:cNvPr>
          <p:cNvSpPr/>
          <p:nvPr/>
        </p:nvSpPr>
        <p:spPr>
          <a:xfrm>
            <a:off x="4440423" y="5480558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60E9B7F-0028-3BDF-891E-D7F4FC0EB502}"/>
              </a:ext>
            </a:extLst>
          </p:cNvPr>
          <p:cNvSpPr/>
          <p:nvPr/>
        </p:nvSpPr>
        <p:spPr>
          <a:xfrm>
            <a:off x="6040344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AC030189-D6FA-FF1C-0DBA-0CA8E9A652B1}"/>
              </a:ext>
            </a:extLst>
          </p:cNvPr>
          <p:cNvSpPr/>
          <p:nvPr/>
        </p:nvSpPr>
        <p:spPr>
          <a:xfrm>
            <a:off x="7641821" y="5480558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3C49EDA5-D856-2F68-E47D-6DF40B0AF158}"/>
              </a:ext>
            </a:extLst>
          </p:cNvPr>
          <p:cNvSpPr/>
          <p:nvPr/>
        </p:nvSpPr>
        <p:spPr>
          <a:xfrm>
            <a:off x="9244550" y="547579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58F61753-A069-CBA4-659F-3480C9D590A2}"/>
              </a:ext>
            </a:extLst>
          </p:cNvPr>
          <p:cNvSpPr/>
          <p:nvPr/>
        </p:nvSpPr>
        <p:spPr>
          <a:xfrm>
            <a:off x="10852847" y="547579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8E0162D9-0C23-6D47-DF02-D25FA7271600}"/>
              </a:ext>
            </a:extLst>
          </p:cNvPr>
          <p:cNvCxnSpPr>
            <a:cxnSpLocks/>
          </p:cNvCxnSpPr>
          <p:nvPr/>
        </p:nvCxnSpPr>
        <p:spPr>
          <a:xfrm>
            <a:off x="-16281" y="5547234"/>
            <a:ext cx="1219834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00114FB3-1090-AAE6-BC77-3194B5CAF08F}"/>
              </a:ext>
            </a:extLst>
          </p:cNvPr>
          <p:cNvCxnSpPr>
            <a:cxnSpLocks/>
          </p:cNvCxnSpPr>
          <p:nvPr/>
        </p:nvCxnSpPr>
        <p:spPr>
          <a:xfrm flipV="1">
            <a:off x="6086063" y="5575809"/>
            <a:ext cx="0" cy="12821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ángulo 218">
            <a:extLst>
              <a:ext uri="{FF2B5EF4-FFF2-40B4-BE49-F238E27FC236}">
                <a16:creationId xmlns:a16="http://schemas.microsoft.com/office/drawing/2014/main" id="{4598E6C8-5B3E-20F6-D4CF-00A0CC6D71B2}"/>
              </a:ext>
            </a:extLst>
          </p:cNvPr>
          <p:cNvSpPr/>
          <p:nvPr/>
        </p:nvSpPr>
        <p:spPr>
          <a:xfrm>
            <a:off x="-9936" y="4347083"/>
            <a:ext cx="12192000" cy="63491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0" name="Rectángulo 219">
            <a:extLst>
              <a:ext uri="{FF2B5EF4-FFF2-40B4-BE49-F238E27FC236}">
                <a16:creationId xmlns:a16="http://schemas.microsoft.com/office/drawing/2014/main" id="{D99B1FB1-C3DF-FA36-7E90-EBFE5D2DC736}"/>
              </a:ext>
            </a:extLst>
          </p:cNvPr>
          <p:cNvSpPr/>
          <p:nvPr/>
        </p:nvSpPr>
        <p:spPr>
          <a:xfrm>
            <a:off x="-9936" y="4566158"/>
            <a:ext cx="12191996" cy="65724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4F056164-5982-BF39-CA13-E1CDC62713AC}"/>
              </a:ext>
            </a:extLst>
          </p:cNvPr>
          <p:cNvSpPr/>
          <p:nvPr/>
        </p:nvSpPr>
        <p:spPr>
          <a:xfrm>
            <a:off x="-9937" y="4778879"/>
            <a:ext cx="12191995" cy="7779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F6687DE3-5C35-7F5D-C816-A106161719AF}"/>
              </a:ext>
            </a:extLst>
          </p:cNvPr>
          <p:cNvSpPr/>
          <p:nvPr/>
        </p:nvSpPr>
        <p:spPr>
          <a:xfrm>
            <a:off x="-9936" y="4997955"/>
            <a:ext cx="12191996" cy="6985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3" name="Rectángulo 222">
            <a:extLst>
              <a:ext uri="{FF2B5EF4-FFF2-40B4-BE49-F238E27FC236}">
                <a16:creationId xmlns:a16="http://schemas.microsoft.com/office/drawing/2014/main" id="{C8252C9B-EFA9-13C6-6C94-A95E6B840D20}"/>
              </a:ext>
            </a:extLst>
          </p:cNvPr>
          <p:cNvSpPr/>
          <p:nvPr/>
        </p:nvSpPr>
        <p:spPr>
          <a:xfrm>
            <a:off x="-9936" y="5213855"/>
            <a:ext cx="12191996" cy="58106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39" name="Grupo 538">
            <a:extLst>
              <a:ext uri="{FF2B5EF4-FFF2-40B4-BE49-F238E27FC236}">
                <a16:creationId xmlns:a16="http://schemas.microsoft.com/office/drawing/2014/main" id="{15E007E0-967C-11EA-3E6D-622B3D6E804A}"/>
              </a:ext>
            </a:extLst>
          </p:cNvPr>
          <p:cNvGrpSpPr/>
          <p:nvPr/>
        </p:nvGrpSpPr>
        <p:grpSpPr>
          <a:xfrm>
            <a:off x="1254562" y="4343115"/>
            <a:ext cx="1613003" cy="1064736"/>
            <a:chOff x="1264499" y="4972844"/>
            <a:chExt cx="1613003" cy="1064736"/>
          </a:xfrm>
        </p:grpSpPr>
        <p:sp>
          <p:nvSpPr>
            <p:cNvPr id="564" name="Rectángulo 563">
              <a:extLst>
                <a:ext uri="{FF2B5EF4-FFF2-40B4-BE49-F238E27FC236}">
                  <a16:creationId xmlns:a16="http://schemas.microsoft.com/office/drawing/2014/main" id="{D8E785D5-8A7A-0B1A-F181-18465171CF4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32" name="Rectángulo 531">
              <a:extLst>
                <a:ext uri="{FF2B5EF4-FFF2-40B4-BE49-F238E27FC236}">
                  <a16:creationId xmlns:a16="http://schemas.microsoft.com/office/drawing/2014/main" id="{F22787BC-75CF-94A9-D2A6-8E36EF4A086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3" name="Rectángulo 532">
              <a:extLst>
                <a:ext uri="{FF2B5EF4-FFF2-40B4-BE49-F238E27FC236}">
                  <a16:creationId xmlns:a16="http://schemas.microsoft.com/office/drawing/2014/main" id="{25921C25-B288-B2E1-F0D4-9D48AC10D31B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4" name="Rectángulo 533">
              <a:extLst>
                <a:ext uri="{FF2B5EF4-FFF2-40B4-BE49-F238E27FC236}">
                  <a16:creationId xmlns:a16="http://schemas.microsoft.com/office/drawing/2014/main" id="{7C001E5D-FE6B-F26C-C9C7-AE1AA2A718D2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5" name="Rectángulo 534">
              <a:extLst>
                <a:ext uri="{FF2B5EF4-FFF2-40B4-BE49-F238E27FC236}">
                  <a16:creationId xmlns:a16="http://schemas.microsoft.com/office/drawing/2014/main" id="{0D7FDBFC-9745-E0C7-CD30-5695805538E3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6" name="Rectángulo 535">
              <a:extLst>
                <a:ext uri="{FF2B5EF4-FFF2-40B4-BE49-F238E27FC236}">
                  <a16:creationId xmlns:a16="http://schemas.microsoft.com/office/drawing/2014/main" id="{0421ACCE-3E30-D644-FBDD-57382B42667C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1" name="Rectángulo 160">
            <a:extLst>
              <a:ext uri="{FF2B5EF4-FFF2-40B4-BE49-F238E27FC236}">
                <a16:creationId xmlns:a16="http://schemas.microsoft.com/office/drawing/2014/main" id="{B8ECC881-AD59-432E-E4CC-DFF336617636}"/>
              </a:ext>
            </a:extLst>
          </p:cNvPr>
          <p:cNvSpPr/>
          <p:nvPr/>
        </p:nvSpPr>
        <p:spPr>
          <a:xfrm>
            <a:off x="2863476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16E51E14-2A79-977B-C23D-7C3D02872BFF}"/>
              </a:ext>
            </a:extLst>
          </p:cNvPr>
          <p:cNvSpPr/>
          <p:nvPr/>
        </p:nvSpPr>
        <p:spPr>
          <a:xfrm>
            <a:off x="2866650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5CFBF2A0-B4CE-B9C9-FC62-314F0EF79545}"/>
              </a:ext>
            </a:extLst>
          </p:cNvPr>
          <p:cNvSpPr/>
          <p:nvPr/>
        </p:nvSpPr>
        <p:spPr>
          <a:xfrm>
            <a:off x="2866650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38CBA398-7C5B-5837-F6E2-C016DE55F3EA}"/>
              </a:ext>
            </a:extLst>
          </p:cNvPr>
          <p:cNvSpPr/>
          <p:nvPr/>
        </p:nvSpPr>
        <p:spPr>
          <a:xfrm>
            <a:off x="2863476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A9F27869-2656-8B07-BBE5-497144E505CB}"/>
              </a:ext>
            </a:extLst>
          </p:cNvPr>
          <p:cNvSpPr/>
          <p:nvPr/>
        </p:nvSpPr>
        <p:spPr>
          <a:xfrm>
            <a:off x="2863476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9FB85ECC-B0AC-F2A5-D306-1835D2CD158A}"/>
              </a:ext>
            </a:extLst>
          </p:cNvPr>
          <p:cNvSpPr/>
          <p:nvPr/>
        </p:nvSpPr>
        <p:spPr>
          <a:xfrm>
            <a:off x="998920" y="448519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DF3F1016-AE28-75B0-9CBF-3D6CF5C2EB74}"/>
              </a:ext>
            </a:extLst>
          </p:cNvPr>
          <p:cNvSpPr/>
          <p:nvPr/>
        </p:nvSpPr>
        <p:spPr>
          <a:xfrm>
            <a:off x="1002094" y="470903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52C6F3B6-F10F-52C3-58C3-C58F21699FCB}"/>
              </a:ext>
            </a:extLst>
          </p:cNvPr>
          <p:cNvSpPr/>
          <p:nvPr/>
        </p:nvSpPr>
        <p:spPr>
          <a:xfrm>
            <a:off x="1002094" y="49154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F885EE8B-5FEC-1009-8B61-6CB7B7BF1DB3}"/>
              </a:ext>
            </a:extLst>
          </p:cNvPr>
          <p:cNvSpPr/>
          <p:nvPr/>
        </p:nvSpPr>
        <p:spPr>
          <a:xfrm>
            <a:off x="998920" y="51344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0" name="Rectángulo 159">
            <a:extLst>
              <a:ext uri="{FF2B5EF4-FFF2-40B4-BE49-F238E27FC236}">
                <a16:creationId xmlns:a16="http://schemas.microsoft.com/office/drawing/2014/main" id="{075680F8-022A-D084-AEC3-B084A08CA369}"/>
              </a:ext>
            </a:extLst>
          </p:cNvPr>
          <p:cNvSpPr/>
          <p:nvPr/>
        </p:nvSpPr>
        <p:spPr>
          <a:xfrm>
            <a:off x="998920" y="534403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40" name="Grupo 539">
            <a:extLst>
              <a:ext uri="{FF2B5EF4-FFF2-40B4-BE49-F238E27FC236}">
                <a16:creationId xmlns:a16="http://schemas.microsoft.com/office/drawing/2014/main" id="{179289AF-156C-2A25-A981-31A80F9074FF}"/>
              </a:ext>
            </a:extLst>
          </p:cNvPr>
          <p:cNvGrpSpPr/>
          <p:nvPr/>
        </p:nvGrpSpPr>
        <p:grpSpPr>
          <a:xfrm>
            <a:off x="4458322" y="4343115"/>
            <a:ext cx="1613003" cy="1064736"/>
            <a:chOff x="1264499" y="4972844"/>
            <a:chExt cx="1613003" cy="1064736"/>
          </a:xfrm>
          <a:solidFill>
            <a:srgbClr val="156082"/>
          </a:solidFill>
        </p:grpSpPr>
        <p:sp>
          <p:nvSpPr>
            <p:cNvPr id="541" name="Rectángulo 540">
              <a:extLst>
                <a:ext uri="{FF2B5EF4-FFF2-40B4-BE49-F238E27FC236}">
                  <a16:creationId xmlns:a16="http://schemas.microsoft.com/office/drawing/2014/main" id="{F9DDFEBD-FC99-C1D4-DBE6-742A7707F83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grp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2" name="Rectángulo 541">
              <a:extLst>
                <a:ext uri="{FF2B5EF4-FFF2-40B4-BE49-F238E27FC236}">
                  <a16:creationId xmlns:a16="http://schemas.microsoft.com/office/drawing/2014/main" id="{A7F8119C-207A-440A-F220-AC2BAD298523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3" name="Rectángulo 542">
              <a:extLst>
                <a:ext uri="{FF2B5EF4-FFF2-40B4-BE49-F238E27FC236}">
                  <a16:creationId xmlns:a16="http://schemas.microsoft.com/office/drawing/2014/main" id="{2E8D970B-6230-7AF8-7B51-BE8D69447B35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4" name="Rectángulo 543">
              <a:extLst>
                <a:ext uri="{FF2B5EF4-FFF2-40B4-BE49-F238E27FC236}">
                  <a16:creationId xmlns:a16="http://schemas.microsoft.com/office/drawing/2014/main" id="{8D8F1D82-4F28-E024-9477-DE982D41FB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5" name="Rectángulo 544">
              <a:extLst>
                <a:ext uri="{FF2B5EF4-FFF2-40B4-BE49-F238E27FC236}">
                  <a16:creationId xmlns:a16="http://schemas.microsoft.com/office/drawing/2014/main" id="{9FBFF724-C55A-2C18-780E-45CE1C8831F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6" name="Rectángulo 545">
              <a:extLst>
                <a:ext uri="{FF2B5EF4-FFF2-40B4-BE49-F238E27FC236}">
                  <a16:creationId xmlns:a16="http://schemas.microsoft.com/office/drawing/2014/main" id="{C4B08860-B13E-B494-EBCA-80499A4CBE09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47" name="Grupo 546">
            <a:extLst>
              <a:ext uri="{FF2B5EF4-FFF2-40B4-BE49-F238E27FC236}">
                <a16:creationId xmlns:a16="http://schemas.microsoft.com/office/drawing/2014/main" id="{37D6CBBB-B856-6BAB-8A9A-FD9578F4C1E6}"/>
              </a:ext>
            </a:extLst>
          </p:cNvPr>
          <p:cNvGrpSpPr/>
          <p:nvPr/>
        </p:nvGrpSpPr>
        <p:grpSpPr>
          <a:xfrm>
            <a:off x="7665601" y="4343115"/>
            <a:ext cx="1613003" cy="1064736"/>
            <a:chOff x="1264499" y="4972844"/>
            <a:chExt cx="1613003" cy="1064736"/>
          </a:xfrm>
        </p:grpSpPr>
        <p:sp>
          <p:nvSpPr>
            <p:cNvPr id="548" name="Rectángulo 547">
              <a:extLst>
                <a:ext uri="{FF2B5EF4-FFF2-40B4-BE49-F238E27FC236}">
                  <a16:creationId xmlns:a16="http://schemas.microsoft.com/office/drawing/2014/main" id="{F17F1FC1-82CF-9D6D-6161-06B80C6F8B17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9" name="Rectángulo 548">
              <a:extLst>
                <a:ext uri="{FF2B5EF4-FFF2-40B4-BE49-F238E27FC236}">
                  <a16:creationId xmlns:a16="http://schemas.microsoft.com/office/drawing/2014/main" id="{931F5E7A-254D-1CCC-C5EE-F5679346BAA8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0" name="Rectángulo 549">
              <a:extLst>
                <a:ext uri="{FF2B5EF4-FFF2-40B4-BE49-F238E27FC236}">
                  <a16:creationId xmlns:a16="http://schemas.microsoft.com/office/drawing/2014/main" id="{EE69A0A1-BC56-BC1D-A813-AE7FCA2934FF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1" name="Rectángulo 550">
              <a:extLst>
                <a:ext uri="{FF2B5EF4-FFF2-40B4-BE49-F238E27FC236}">
                  <a16:creationId xmlns:a16="http://schemas.microsoft.com/office/drawing/2014/main" id="{309032F5-000E-3EA7-7169-FE96778461FB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2" name="Rectángulo 551">
              <a:extLst>
                <a:ext uri="{FF2B5EF4-FFF2-40B4-BE49-F238E27FC236}">
                  <a16:creationId xmlns:a16="http://schemas.microsoft.com/office/drawing/2014/main" id="{D5D9B752-235D-F7F1-E2FD-829E476515B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3" name="Rectángulo 552">
              <a:extLst>
                <a:ext uri="{FF2B5EF4-FFF2-40B4-BE49-F238E27FC236}">
                  <a16:creationId xmlns:a16="http://schemas.microsoft.com/office/drawing/2014/main" id="{E53C6091-275F-1967-F94B-82A2ADF8E450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54" name="Grupo 553">
            <a:extLst>
              <a:ext uri="{FF2B5EF4-FFF2-40B4-BE49-F238E27FC236}">
                <a16:creationId xmlns:a16="http://schemas.microsoft.com/office/drawing/2014/main" id="{33A9821C-2443-3790-E7B7-4E1001D0A897}"/>
              </a:ext>
            </a:extLst>
          </p:cNvPr>
          <p:cNvGrpSpPr/>
          <p:nvPr/>
        </p:nvGrpSpPr>
        <p:grpSpPr>
          <a:xfrm>
            <a:off x="10859859" y="4343115"/>
            <a:ext cx="1329343" cy="1064736"/>
            <a:chOff x="1264499" y="4972844"/>
            <a:chExt cx="1613003" cy="1064736"/>
          </a:xfrm>
        </p:grpSpPr>
        <p:sp>
          <p:nvSpPr>
            <p:cNvPr id="555" name="Rectángulo 554">
              <a:extLst>
                <a:ext uri="{FF2B5EF4-FFF2-40B4-BE49-F238E27FC236}">
                  <a16:creationId xmlns:a16="http://schemas.microsoft.com/office/drawing/2014/main" id="{077A5146-E931-43EA-0899-C8EE45D54A51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56" name="Rectángulo 555">
              <a:extLst>
                <a:ext uri="{FF2B5EF4-FFF2-40B4-BE49-F238E27FC236}">
                  <a16:creationId xmlns:a16="http://schemas.microsoft.com/office/drawing/2014/main" id="{22513F5A-F7CC-A140-2C0D-8989AC6ABF4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7" name="Rectángulo 556">
              <a:extLst>
                <a:ext uri="{FF2B5EF4-FFF2-40B4-BE49-F238E27FC236}">
                  <a16:creationId xmlns:a16="http://schemas.microsoft.com/office/drawing/2014/main" id="{EA1541CE-3BC4-D0E8-AD10-18191994F51D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8" name="Rectángulo 557">
              <a:extLst>
                <a:ext uri="{FF2B5EF4-FFF2-40B4-BE49-F238E27FC236}">
                  <a16:creationId xmlns:a16="http://schemas.microsoft.com/office/drawing/2014/main" id="{E8C8E2CD-FB61-0DEE-4856-BB41A8CB68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9" name="Rectángulo 558">
              <a:extLst>
                <a:ext uri="{FF2B5EF4-FFF2-40B4-BE49-F238E27FC236}">
                  <a16:creationId xmlns:a16="http://schemas.microsoft.com/office/drawing/2014/main" id="{C2B7DA66-F86A-02FB-9D0D-F2FFC046CC27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0" name="Rectángulo 559">
              <a:extLst>
                <a:ext uri="{FF2B5EF4-FFF2-40B4-BE49-F238E27FC236}">
                  <a16:creationId xmlns:a16="http://schemas.microsoft.com/office/drawing/2014/main" id="{F92D0B3D-3221-8B53-45D2-E6D9E62F34C8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01558F2D-19DB-369F-3975-FBC3204DC257}"/>
              </a:ext>
            </a:extLst>
          </p:cNvPr>
          <p:cNvSpPr/>
          <p:nvPr/>
        </p:nvSpPr>
        <p:spPr>
          <a:xfrm>
            <a:off x="6057104" y="447567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B561784E-3C41-8072-BC6D-7AE8B946AC94}"/>
              </a:ext>
            </a:extLst>
          </p:cNvPr>
          <p:cNvSpPr/>
          <p:nvPr/>
        </p:nvSpPr>
        <p:spPr>
          <a:xfrm>
            <a:off x="4211060" y="47042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1" name="Triángulo isósceles 560">
            <a:extLst>
              <a:ext uri="{FF2B5EF4-FFF2-40B4-BE49-F238E27FC236}">
                <a16:creationId xmlns:a16="http://schemas.microsoft.com/office/drawing/2014/main" id="{67E7BD0C-4E13-4288-5333-FCC0201BDDA5}"/>
              </a:ext>
            </a:extLst>
          </p:cNvPr>
          <p:cNvSpPr/>
          <p:nvPr/>
        </p:nvSpPr>
        <p:spPr>
          <a:xfrm rot="16200000">
            <a:off x="1562775" y="2984358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2" name="Triángulo isósceles 561">
            <a:extLst>
              <a:ext uri="{FF2B5EF4-FFF2-40B4-BE49-F238E27FC236}">
                <a16:creationId xmlns:a16="http://schemas.microsoft.com/office/drawing/2014/main" id="{B0918BDE-3561-9B92-9630-EC29D5AFFA7E}"/>
              </a:ext>
            </a:extLst>
          </p:cNvPr>
          <p:cNvSpPr/>
          <p:nvPr/>
        </p:nvSpPr>
        <p:spPr>
          <a:xfrm rot="5400000">
            <a:off x="2773080" y="294916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Triángulo isósceles 137">
            <a:extLst>
              <a:ext uri="{FF2B5EF4-FFF2-40B4-BE49-F238E27FC236}">
                <a16:creationId xmlns:a16="http://schemas.microsoft.com/office/drawing/2014/main" id="{79216BD8-B0B7-8013-28E4-251A35A2F02D}"/>
              </a:ext>
            </a:extLst>
          </p:cNvPr>
          <p:cNvSpPr/>
          <p:nvPr/>
        </p:nvSpPr>
        <p:spPr>
          <a:xfrm rot="16200000">
            <a:off x="2361039" y="295342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1" name="Triángulo isósceles 140">
            <a:extLst>
              <a:ext uri="{FF2B5EF4-FFF2-40B4-BE49-F238E27FC236}">
                <a16:creationId xmlns:a16="http://schemas.microsoft.com/office/drawing/2014/main" id="{4546BC66-6482-9DCA-3ABF-D6B86EBD9C95}"/>
              </a:ext>
            </a:extLst>
          </p:cNvPr>
          <p:cNvSpPr/>
          <p:nvPr/>
        </p:nvSpPr>
        <p:spPr>
          <a:xfrm rot="5400000">
            <a:off x="3594237" y="294440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3" name="Triángulo isósceles 142">
            <a:extLst>
              <a:ext uri="{FF2B5EF4-FFF2-40B4-BE49-F238E27FC236}">
                <a16:creationId xmlns:a16="http://schemas.microsoft.com/office/drawing/2014/main" id="{2B01DC62-7293-8835-7504-AAD957A6B791}"/>
              </a:ext>
            </a:extLst>
          </p:cNvPr>
          <p:cNvSpPr/>
          <p:nvPr/>
        </p:nvSpPr>
        <p:spPr>
          <a:xfrm rot="16200000">
            <a:off x="3182196" y="294865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Triángulo isósceles 143">
            <a:extLst>
              <a:ext uri="{FF2B5EF4-FFF2-40B4-BE49-F238E27FC236}">
                <a16:creationId xmlns:a16="http://schemas.microsoft.com/office/drawing/2014/main" id="{6A35BE14-7B18-D6C6-B5B4-0D5800D308E5}"/>
              </a:ext>
            </a:extLst>
          </p:cNvPr>
          <p:cNvSpPr/>
          <p:nvPr/>
        </p:nvSpPr>
        <p:spPr>
          <a:xfrm rot="5400000">
            <a:off x="4411542" y="293170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6" name="Triángulo isósceles 145">
            <a:extLst>
              <a:ext uri="{FF2B5EF4-FFF2-40B4-BE49-F238E27FC236}">
                <a16:creationId xmlns:a16="http://schemas.microsoft.com/office/drawing/2014/main" id="{CEBB8210-2541-5BCC-24FE-CB4D6AB0380B}"/>
              </a:ext>
            </a:extLst>
          </p:cNvPr>
          <p:cNvSpPr/>
          <p:nvPr/>
        </p:nvSpPr>
        <p:spPr>
          <a:xfrm rot="16200000">
            <a:off x="3999501" y="293596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7" name="Triángulo isósceles 146">
            <a:extLst>
              <a:ext uri="{FF2B5EF4-FFF2-40B4-BE49-F238E27FC236}">
                <a16:creationId xmlns:a16="http://schemas.microsoft.com/office/drawing/2014/main" id="{43134016-5B86-51D5-147C-41A6976A7F2E}"/>
              </a:ext>
            </a:extLst>
          </p:cNvPr>
          <p:cNvSpPr/>
          <p:nvPr/>
        </p:nvSpPr>
        <p:spPr>
          <a:xfrm rot="5400000">
            <a:off x="5222563" y="292534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8" name="Triángulo isósceles 147">
            <a:extLst>
              <a:ext uri="{FF2B5EF4-FFF2-40B4-BE49-F238E27FC236}">
                <a16:creationId xmlns:a16="http://schemas.microsoft.com/office/drawing/2014/main" id="{15C83427-CBCB-E307-A51C-A79C14B06BE0}"/>
              </a:ext>
            </a:extLst>
          </p:cNvPr>
          <p:cNvSpPr/>
          <p:nvPr/>
        </p:nvSpPr>
        <p:spPr>
          <a:xfrm rot="16200000">
            <a:off x="4810522" y="292959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0" name="Triángulo isósceles 149">
            <a:extLst>
              <a:ext uri="{FF2B5EF4-FFF2-40B4-BE49-F238E27FC236}">
                <a16:creationId xmlns:a16="http://schemas.microsoft.com/office/drawing/2014/main" id="{1C5104D3-7B6F-C0A6-10ED-302366E13109}"/>
              </a:ext>
            </a:extLst>
          </p:cNvPr>
          <p:cNvSpPr/>
          <p:nvPr/>
        </p:nvSpPr>
        <p:spPr>
          <a:xfrm rot="5400000">
            <a:off x="6021421" y="291914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Triángulo isósceles 151">
            <a:extLst>
              <a:ext uri="{FF2B5EF4-FFF2-40B4-BE49-F238E27FC236}">
                <a16:creationId xmlns:a16="http://schemas.microsoft.com/office/drawing/2014/main" id="{C2B43F9B-0BE0-F146-5A48-097AB31277E7}"/>
              </a:ext>
            </a:extLst>
          </p:cNvPr>
          <p:cNvSpPr/>
          <p:nvPr/>
        </p:nvSpPr>
        <p:spPr>
          <a:xfrm rot="16200000">
            <a:off x="5609380" y="292340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6" name="Triángulo isósceles 585">
            <a:extLst>
              <a:ext uri="{FF2B5EF4-FFF2-40B4-BE49-F238E27FC236}">
                <a16:creationId xmlns:a16="http://schemas.microsoft.com/office/drawing/2014/main" id="{DCBE3AB9-B368-43FC-2352-CB760DC79C20}"/>
              </a:ext>
            </a:extLst>
          </p:cNvPr>
          <p:cNvSpPr/>
          <p:nvPr/>
        </p:nvSpPr>
        <p:spPr>
          <a:xfrm rot="5400000">
            <a:off x="6829846" y="291885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7" name="Triángulo isósceles 586">
            <a:extLst>
              <a:ext uri="{FF2B5EF4-FFF2-40B4-BE49-F238E27FC236}">
                <a16:creationId xmlns:a16="http://schemas.microsoft.com/office/drawing/2014/main" id="{3C8810BE-B27E-628A-3F03-2F5E614E179E}"/>
              </a:ext>
            </a:extLst>
          </p:cNvPr>
          <p:cNvSpPr/>
          <p:nvPr/>
        </p:nvSpPr>
        <p:spPr>
          <a:xfrm rot="16200000">
            <a:off x="6417805" y="292311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8" name="Triángulo isósceles 587">
            <a:extLst>
              <a:ext uri="{FF2B5EF4-FFF2-40B4-BE49-F238E27FC236}">
                <a16:creationId xmlns:a16="http://schemas.microsoft.com/office/drawing/2014/main" id="{AF92FC76-667D-8DEA-8953-E75855AACF6D}"/>
              </a:ext>
            </a:extLst>
          </p:cNvPr>
          <p:cNvSpPr/>
          <p:nvPr/>
        </p:nvSpPr>
        <p:spPr>
          <a:xfrm rot="5400000">
            <a:off x="7642796" y="2921969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9" name="Triángulo isósceles 588">
            <a:extLst>
              <a:ext uri="{FF2B5EF4-FFF2-40B4-BE49-F238E27FC236}">
                <a16:creationId xmlns:a16="http://schemas.microsoft.com/office/drawing/2014/main" id="{54116327-39D6-D279-5B02-5187AF6FD1FB}"/>
              </a:ext>
            </a:extLst>
          </p:cNvPr>
          <p:cNvSpPr/>
          <p:nvPr/>
        </p:nvSpPr>
        <p:spPr>
          <a:xfrm rot="16200000">
            <a:off x="7230755" y="2926223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0" name="Triángulo isósceles 589">
            <a:extLst>
              <a:ext uri="{FF2B5EF4-FFF2-40B4-BE49-F238E27FC236}">
                <a16:creationId xmlns:a16="http://schemas.microsoft.com/office/drawing/2014/main" id="{C86634DF-69BD-F3DA-CF37-DF48EB7CFFE7}"/>
              </a:ext>
            </a:extLst>
          </p:cNvPr>
          <p:cNvSpPr/>
          <p:nvPr/>
        </p:nvSpPr>
        <p:spPr>
          <a:xfrm rot="5400000">
            <a:off x="8456400" y="2923214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1" name="Triángulo isósceles 590">
            <a:extLst>
              <a:ext uri="{FF2B5EF4-FFF2-40B4-BE49-F238E27FC236}">
                <a16:creationId xmlns:a16="http://schemas.microsoft.com/office/drawing/2014/main" id="{5FDFE43E-1C20-5838-FE01-83B0AE14661F}"/>
              </a:ext>
            </a:extLst>
          </p:cNvPr>
          <p:cNvSpPr/>
          <p:nvPr/>
        </p:nvSpPr>
        <p:spPr>
          <a:xfrm rot="16200000">
            <a:off x="8044359" y="2927468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2" name="Triángulo isósceles 591">
            <a:extLst>
              <a:ext uri="{FF2B5EF4-FFF2-40B4-BE49-F238E27FC236}">
                <a16:creationId xmlns:a16="http://schemas.microsoft.com/office/drawing/2014/main" id="{AA4AF7A4-FFB7-952E-D9A3-0E860C0F4AB9}"/>
              </a:ext>
            </a:extLst>
          </p:cNvPr>
          <p:cNvSpPr/>
          <p:nvPr/>
        </p:nvSpPr>
        <p:spPr>
          <a:xfrm rot="5400000">
            <a:off x="9260247" y="292798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3" name="Triángulo isósceles 592">
            <a:extLst>
              <a:ext uri="{FF2B5EF4-FFF2-40B4-BE49-F238E27FC236}">
                <a16:creationId xmlns:a16="http://schemas.microsoft.com/office/drawing/2014/main" id="{B64BE90A-D7B5-86B8-E4DC-08969DD2D45D}"/>
              </a:ext>
            </a:extLst>
          </p:cNvPr>
          <p:cNvSpPr/>
          <p:nvPr/>
        </p:nvSpPr>
        <p:spPr>
          <a:xfrm rot="16200000">
            <a:off x="8848206" y="293224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4" name="Triángulo isósceles 593">
            <a:extLst>
              <a:ext uri="{FF2B5EF4-FFF2-40B4-BE49-F238E27FC236}">
                <a16:creationId xmlns:a16="http://schemas.microsoft.com/office/drawing/2014/main" id="{3E1CC112-DA30-409A-E917-5C8DC1176439}"/>
              </a:ext>
            </a:extLst>
          </p:cNvPr>
          <p:cNvSpPr/>
          <p:nvPr/>
        </p:nvSpPr>
        <p:spPr>
          <a:xfrm rot="16200000">
            <a:off x="10043369" y="3223912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5" name="Triángulo isósceles 594">
            <a:extLst>
              <a:ext uri="{FF2B5EF4-FFF2-40B4-BE49-F238E27FC236}">
                <a16:creationId xmlns:a16="http://schemas.microsoft.com/office/drawing/2014/main" id="{58ED00DA-A767-A6C2-70DD-9AB9D8A704AD}"/>
              </a:ext>
            </a:extLst>
          </p:cNvPr>
          <p:cNvSpPr/>
          <p:nvPr/>
        </p:nvSpPr>
        <p:spPr>
          <a:xfrm rot="16200000">
            <a:off x="9662064" y="2927073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6" name="Triángulo isósceles 595">
            <a:extLst>
              <a:ext uri="{FF2B5EF4-FFF2-40B4-BE49-F238E27FC236}">
                <a16:creationId xmlns:a16="http://schemas.microsoft.com/office/drawing/2014/main" id="{67209EE7-04BB-661A-534B-EE9BCCB5648D}"/>
              </a:ext>
            </a:extLst>
          </p:cNvPr>
          <p:cNvSpPr/>
          <p:nvPr/>
        </p:nvSpPr>
        <p:spPr>
          <a:xfrm rot="5400000">
            <a:off x="10053545" y="2958164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8" name="Rectángulo 597">
            <a:extLst>
              <a:ext uri="{FF2B5EF4-FFF2-40B4-BE49-F238E27FC236}">
                <a16:creationId xmlns:a16="http://schemas.microsoft.com/office/drawing/2014/main" id="{C9C2243F-E010-AF25-BBFF-A2A739BC51E0}"/>
              </a:ext>
            </a:extLst>
          </p:cNvPr>
          <p:cNvSpPr/>
          <p:nvPr/>
        </p:nvSpPr>
        <p:spPr>
          <a:xfrm>
            <a:off x="76988" y="4522932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9" name="Rectángulo: esquinas redondeadas 598">
            <a:extLst>
              <a:ext uri="{FF2B5EF4-FFF2-40B4-BE49-F238E27FC236}">
                <a16:creationId xmlns:a16="http://schemas.microsoft.com/office/drawing/2014/main" id="{43054E25-A31E-6D48-97C5-9CA11A72B096}"/>
              </a:ext>
            </a:extLst>
          </p:cNvPr>
          <p:cNvSpPr/>
          <p:nvPr/>
        </p:nvSpPr>
        <p:spPr>
          <a:xfrm>
            <a:off x="103747" y="4656384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0" name="Rectángulo 599">
            <a:extLst>
              <a:ext uri="{FF2B5EF4-FFF2-40B4-BE49-F238E27FC236}">
                <a16:creationId xmlns:a16="http://schemas.microsoft.com/office/drawing/2014/main" id="{6D660615-EF38-F150-F45B-549210F0F325}"/>
              </a:ext>
            </a:extLst>
          </p:cNvPr>
          <p:cNvSpPr/>
          <p:nvPr/>
        </p:nvSpPr>
        <p:spPr>
          <a:xfrm>
            <a:off x="103701" y="470850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1" name="Rectángulo: esquinas redondeadas 600">
            <a:extLst>
              <a:ext uri="{FF2B5EF4-FFF2-40B4-BE49-F238E27FC236}">
                <a16:creationId xmlns:a16="http://schemas.microsoft.com/office/drawing/2014/main" id="{1881D617-5E3D-88E2-8DCC-B6581426DA81}"/>
              </a:ext>
            </a:extLst>
          </p:cNvPr>
          <p:cNvSpPr/>
          <p:nvPr/>
        </p:nvSpPr>
        <p:spPr>
          <a:xfrm>
            <a:off x="137039" y="4663663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2" name="Elipse 601">
            <a:extLst>
              <a:ext uri="{FF2B5EF4-FFF2-40B4-BE49-F238E27FC236}">
                <a16:creationId xmlns:a16="http://schemas.microsoft.com/office/drawing/2014/main" id="{7DC15390-1C74-F5B4-B5D4-7778CF3E0E95}"/>
              </a:ext>
            </a:extLst>
          </p:cNvPr>
          <p:cNvSpPr/>
          <p:nvPr/>
        </p:nvSpPr>
        <p:spPr>
          <a:xfrm>
            <a:off x="84707" y="447844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3" name="Elipse 602">
            <a:extLst>
              <a:ext uri="{FF2B5EF4-FFF2-40B4-BE49-F238E27FC236}">
                <a16:creationId xmlns:a16="http://schemas.microsoft.com/office/drawing/2014/main" id="{97701F28-E155-DBB0-8F16-89101657EC9A}"/>
              </a:ext>
            </a:extLst>
          </p:cNvPr>
          <p:cNvSpPr/>
          <p:nvPr/>
        </p:nvSpPr>
        <p:spPr>
          <a:xfrm rot="872776">
            <a:off x="151501" y="4456914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4" name="Conector recto 603">
            <a:extLst>
              <a:ext uri="{FF2B5EF4-FFF2-40B4-BE49-F238E27FC236}">
                <a16:creationId xmlns:a16="http://schemas.microsoft.com/office/drawing/2014/main" id="{4CFB5AB2-6A47-9FDB-61C1-86A1208303EF}"/>
              </a:ext>
            </a:extLst>
          </p:cNvPr>
          <p:cNvCxnSpPr>
            <a:cxnSpLocks/>
          </p:cNvCxnSpPr>
          <p:nvPr/>
        </p:nvCxnSpPr>
        <p:spPr>
          <a:xfrm>
            <a:off x="139469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onector recto 604">
            <a:extLst>
              <a:ext uri="{FF2B5EF4-FFF2-40B4-BE49-F238E27FC236}">
                <a16:creationId xmlns:a16="http://schemas.microsoft.com/office/drawing/2014/main" id="{F9643900-903A-644B-8217-EB58D141B509}"/>
              </a:ext>
            </a:extLst>
          </p:cNvPr>
          <p:cNvCxnSpPr>
            <a:cxnSpLocks/>
          </p:cNvCxnSpPr>
          <p:nvPr/>
        </p:nvCxnSpPr>
        <p:spPr>
          <a:xfrm flipV="1">
            <a:off x="188707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Elipse 605">
            <a:extLst>
              <a:ext uri="{FF2B5EF4-FFF2-40B4-BE49-F238E27FC236}">
                <a16:creationId xmlns:a16="http://schemas.microsoft.com/office/drawing/2014/main" id="{74B05D17-370E-2184-D094-B746BF3B993A}"/>
              </a:ext>
            </a:extLst>
          </p:cNvPr>
          <p:cNvSpPr/>
          <p:nvPr/>
        </p:nvSpPr>
        <p:spPr>
          <a:xfrm rot="19333876">
            <a:off x="71042" y="4470175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7" name="Conector recto 606">
            <a:extLst>
              <a:ext uri="{FF2B5EF4-FFF2-40B4-BE49-F238E27FC236}">
                <a16:creationId xmlns:a16="http://schemas.microsoft.com/office/drawing/2014/main" id="{DBB719EA-7C3F-CF45-EAC1-AAE981A43682}"/>
              </a:ext>
            </a:extLst>
          </p:cNvPr>
          <p:cNvCxnSpPr>
            <a:cxnSpLocks/>
          </p:cNvCxnSpPr>
          <p:nvPr/>
        </p:nvCxnSpPr>
        <p:spPr>
          <a:xfrm>
            <a:off x="159116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Rectángulo: esquinas redondeadas 607">
            <a:extLst>
              <a:ext uri="{FF2B5EF4-FFF2-40B4-BE49-F238E27FC236}">
                <a16:creationId xmlns:a16="http://schemas.microsoft.com/office/drawing/2014/main" id="{67107234-2DF3-463B-8D0C-A45344C6BCCB}"/>
              </a:ext>
            </a:extLst>
          </p:cNvPr>
          <p:cNvSpPr/>
          <p:nvPr/>
        </p:nvSpPr>
        <p:spPr>
          <a:xfrm>
            <a:off x="4562141" y="465070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9" name="Rectángulo 608">
            <a:extLst>
              <a:ext uri="{FF2B5EF4-FFF2-40B4-BE49-F238E27FC236}">
                <a16:creationId xmlns:a16="http://schemas.microsoft.com/office/drawing/2014/main" id="{B4F9FA26-6D30-4854-EF86-3CB428703383}"/>
              </a:ext>
            </a:extLst>
          </p:cNvPr>
          <p:cNvSpPr/>
          <p:nvPr/>
        </p:nvSpPr>
        <p:spPr>
          <a:xfrm>
            <a:off x="4562095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0" name="Rectángulo: esquinas redondeadas 609">
            <a:extLst>
              <a:ext uri="{FF2B5EF4-FFF2-40B4-BE49-F238E27FC236}">
                <a16:creationId xmlns:a16="http://schemas.microsoft.com/office/drawing/2014/main" id="{445B3312-D5E0-22F3-9257-F2A0562304D8}"/>
              </a:ext>
            </a:extLst>
          </p:cNvPr>
          <p:cNvSpPr/>
          <p:nvPr/>
        </p:nvSpPr>
        <p:spPr>
          <a:xfrm>
            <a:off x="4595433" y="465798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1" name="Elipse 610">
            <a:extLst>
              <a:ext uri="{FF2B5EF4-FFF2-40B4-BE49-F238E27FC236}">
                <a16:creationId xmlns:a16="http://schemas.microsoft.com/office/drawing/2014/main" id="{74EE5A30-5545-1552-EBFA-D00B4DDF7FCA}"/>
              </a:ext>
            </a:extLst>
          </p:cNvPr>
          <p:cNvSpPr/>
          <p:nvPr/>
        </p:nvSpPr>
        <p:spPr>
          <a:xfrm>
            <a:off x="4543101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2" name="Elipse 611">
            <a:extLst>
              <a:ext uri="{FF2B5EF4-FFF2-40B4-BE49-F238E27FC236}">
                <a16:creationId xmlns:a16="http://schemas.microsoft.com/office/drawing/2014/main" id="{A501C43C-8B52-0346-A459-B417B1329E89}"/>
              </a:ext>
            </a:extLst>
          </p:cNvPr>
          <p:cNvSpPr/>
          <p:nvPr/>
        </p:nvSpPr>
        <p:spPr>
          <a:xfrm rot="872776">
            <a:off x="4609895" y="445123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3" name="Conector recto 612">
            <a:extLst>
              <a:ext uri="{FF2B5EF4-FFF2-40B4-BE49-F238E27FC236}">
                <a16:creationId xmlns:a16="http://schemas.microsoft.com/office/drawing/2014/main" id="{E30D55DE-A332-D114-EEF5-ABA4C01D1435}"/>
              </a:ext>
            </a:extLst>
          </p:cNvPr>
          <p:cNvCxnSpPr>
            <a:cxnSpLocks/>
          </p:cNvCxnSpPr>
          <p:nvPr/>
        </p:nvCxnSpPr>
        <p:spPr>
          <a:xfrm>
            <a:off x="4597863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ector recto 613">
            <a:extLst>
              <a:ext uri="{FF2B5EF4-FFF2-40B4-BE49-F238E27FC236}">
                <a16:creationId xmlns:a16="http://schemas.microsoft.com/office/drawing/2014/main" id="{89BAE985-07EB-DC9C-8F27-56C92C044BC4}"/>
              </a:ext>
            </a:extLst>
          </p:cNvPr>
          <p:cNvCxnSpPr>
            <a:cxnSpLocks/>
          </p:cNvCxnSpPr>
          <p:nvPr/>
        </p:nvCxnSpPr>
        <p:spPr>
          <a:xfrm flipV="1">
            <a:off x="4647101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" name="Elipse 614">
            <a:extLst>
              <a:ext uri="{FF2B5EF4-FFF2-40B4-BE49-F238E27FC236}">
                <a16:creationId xmlns:a16="http://schemas.microsoft.com/office/drawing/2014/main" id="{36305FFB-D16C-5EF2-3480-1E43C8F1DAA9}"/>
              </a:ext>
            </a:extLst>
          </p:cNvPr>
          <p:cNvSpPr/>
          <p:nvPr/>
        </p:nvSpPr>
        <p:spPr>
          <a:xfrm rot="19333876">
            <a:off x="4529436" y="446449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6" name="Conector recto 615">
            <a:extLst>
              <a:ext uri="{FF2B5EF4-FFF2-40B4-BE49-F238E27FC236}">
                <a16:creationId xmlns:a16="http://schemas.microsoft.com/office/drawing/2014/main" id="{4C122E0F-C88C-D3C7-A1A4-E5F2084243F2}"/>
              </a:ext>
            </a:extLst>
          </p:cNvPr>
          <p:cNvCxnSpPr>
            <a:cxnSpLocks/>
          </p:cNvCxnSpPr>
          <p:nvPr/>
        </p:nvCxnSpPr>
        <p:spPr>
          <a:xfrm>
            <a:off x="4617510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Rectángulo: esquinas redondeadas 616">
            <a:extLst>
              <a:ext uri="{FF2B5EF4-FFF2-40B4-BE49-F238E27FC236}">
                <a16:creationId xmlns:a16="http://schemas.microsoft.com/office/drawing/2014/main" id="{C16EFC1A-7934-4853-BF7E-5AA028DCD247}"/>
              </a:ext>
            </a:extLst>
          </p:cNvPr>
          <p:cNvSpPr/>
          <p:nvPr/>
        </p:nvSpPr>
        <p:spPr>
          <a:xfrm>
            <a:off x="5342559" y="465070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8" name="Rectángulo 617">
            <a:extLst>
              <a:ext uri="{FF2B5EF4-FFF2-40B4-BE49-F238E27FC236}">
                <a16:creationId xmlns:a16="http://schemas.microsoft.com/office/drawing/2014/main" id="{ECBAAA50-7FF6-AD02-257C-26C24475FE2A}"/>
              </a:ext>
            </a:extLst>
          </p:cNvPr>
          <p:cNvSpPr/>
          <p:nvPr/>
        </p:nvSpPr>
        <p:spPr>
          <a:xfrm>
            <a:off x="5342513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9" name="Rectángulo: esquinas redondeadas 618">
            <a:extLst>
              <a:ext uri="{FF2B5EF4-FFF2-40B4-BE49-F238E27FC236}">
                <a16:creationId xmlns:a16="http://schemas.microsoft.com/office/drawing/2014/main" id="{694DADD3-7703-70D4-79B5-3C3063F89E30}"/>
              </a:ext>
            </a:extLst>
          </p:cNvPr>
          <p:cNvSpPr/>
          <p:nvPr/>
        </p:nvSpPr>
        <p:spPr>
          <a:xfrm>
            <a:off x="5375851" y="465798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0" name="Elipse 619">
            <a:extLst>
              <a:ext uri="{FF2B5EF4-FFF2-40B4-BE49-F238E27FC236}">
                <a16:creationId xmlns:a16="http://schemas.microsoft.com/office/drawing/2014/main" id="{B598AC3A-280F-CC92-7C6C-D2BE5BC3237D}"/>
              </a:ext>
            </a:extLst>
          </p:cNvPr>
          <p:cNvSpPr/>
          <p:nvPr/>
        </p:nvSpPr>
        <p:spPr>
          <a:xfrm>
            <a:off x="5323519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1" name="Elipse 620">
            <a:extLst>
              <a:ext uri="{FF2B5EF4-FFF2-40B4-BE49-F238E27FC236}">
                <a16:creationId xmlns:a16="http://schemas.microsoft.com/office/drawing/2014/main" id="{83578D9C-AD07-FBEE-64CB-3B8207AFDBC9}"/>
              </a:ext>
            </a:extLst>
          </p:cNvPr>
          <p:cNvSpPr/>
          <p:nvPr/>
        </p:nvSpPr>
        <p:spPr>
          <a:xfrm rot="872776">
            <a:off x="5390313" y="445123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2" name="Conector recto 621">
            <a:extLst>
              <a:ext uri="{FF2B5EF4-FFF2-40B4-BE49-F238E27FC236}">
                <a16:creationId xmlns:a16="http://schemas.microsoft.com/office/drawing/2014/main" id="{BB64AAD9-C6F4-163C-25F3-C7E3F5EFFFF7}"/>
              </a:ext>
            </a:extLst>
          </p:cNvPr>
          <p:cNvCxnSpPr>
            <a:cxnSpLocks/>
          </p:cNvCxnSpPr>
          <p:nvPr/>
        </p:nvCxnSpPr>
        <p:spPr>
          <a:xfrm>
            <a:off x="5378281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onector recto 622">
            <a:extLst>
              <a:ext uri="{FF2B5EF4-FFF2-40B4-BE49-F238E27FC236}">
                <a16:creationId xmlns:a16="http://schemas.microsoft.com/office/drawing/2014/main" id="{E6F3C626-15CB-FAB2-C634-9F8FDB51C52F}"/>
              </a:ext>
            </a:extLst>
          </p:cNvPr>
          <p:cNvCxnSpPr>
            <a:cxnSpLocks/>
          </p:cNvCxnSpPr>
          <p:nvPr/>
        </p:nvCxnSpPr>
        <p:spPr>
          <a:xfrm flipV="1">
            <a:off x="5427519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Elipse 623">
            <a:extLst>
              <a:ext uri="{FF2B5EF4-FFF2-40B4-BE49-F238E27FC236}">
                <a16:creationId xmlns:a16="http://schemas.microsoft.com/office/drawing/2014/main" id="{5DCFA52D-F837-712B-09DA-9E42E6FBF973}"/>
              </a:ext>
            </a:extLst>
          </p:cNvPr>
          <p:cNvSpPr/>
          <p:nvPr/>
        </p:nvSpPr>
        <p:spPr>
          <a:xfrm rot="19333876">
            <a:off x="5309854" y="446449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5" name="Conector recto 624">
            <a:extLst>
              <a:ext uri="{FF2B5EF4-FFF2-40B4-BE49-F238E27FC236}">
                <a16:creationId xmlns:a16="http://schemas.microsoft.com/office/drawing/2014/main" id="{DB0DBCAA-81B7-56EE-FA1C-4C17CE5F33B0}"/>
              </a:ext>
            </a:extLst>
          </p:cNvPr>
          <p:cNvCxnSpPr>
            <a:cxnSpLocks/>
          </p:cNvCxnSpPr>
          <p:nvPr/>
        </p:nvCxnSpPr>
        <p:spPr>
          <a:xfrm>
            <a:off x="5397928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Rectángulo: esquinas redondeadas 625">
            <a:extLst>
              <a:ext uri="{FF2B5EF4-FFF2-40B4-BE49-F238E27FC236}">
                <a16:creationId xmlns:a16="http://schemas.microsoft.com/office/drawing/2014/main" id="{43679A9C-D981-BF39-4CE7-ED04CC5D5410}"/>
              </a:ext>
            </a:extLst>
          </p:cNvPr>
          <p:cNvSpPr/>
          <p:nvPr/>
        </p:nvSpPr>
        <p:spPr>
          <a:xfrm>
            <a:off x="5088375" y="465070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7" name="Rectángulo 626">
            <a:extLst>
              <a:ext uri="{FF2B5EF4-FFF2-40B4-BE49-F238E27FC236}">
                <a16:creationId xmlns:a16="http://schemas.microsoft.com/office/drawing/2014/main" id="{99E825AD-2F18-DF03-B452-80F4CBCBE137}"/>
              </a:ext>
            </a:extLst>
          </p:cNvPr>
          <p:cNvSpPr/>
          <p:nvPr/>
        </p:nvSpPr>
        <p:spPr>
          <a:xfrm>
            <a:off x="5088329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8" name="Rectángulo: esquinas redondeadas 627">
            <a:extLst>
              <a:ext uri="{FF2B5EF4-FFF2-40B4-BE49-F238E27FC236}">
                <a16:creationId xmlns:a16="http://schemas.microsoft.com/office/drawing/2014/main" id="{AB93AE66-49CB-9508-3F5D-C194F3BD1CD9}"/>
              </a:ext>
            </a:extLst>
          </p:cNvPr>
          <p:cNvSpPr/>
          <p:nvPr/>
        </p:nvSpPr>
        <p:spPr>
          <a:xfrm>
            <a:off x="5121667" y="465798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9" name="Elipse 628">
            <a:extLst>
              <a:ext uri="{FF2B5EF4-FFF2-40B4-BE49-F238E27FC236}">
                <a16:creationId xmlns:a16="http://schemas.microsoft.com/office/drawing/2014/main" id="{7E855D30-B4F1-F051-3F32-741F9A012F38}"/>
              </a:ext>
            </a:extLst>
          </p:cNvPr>
          <p:cNvSpPr/>
          <p:nvPr/>
        </p:nvSpPr>
        <p:spPr>
          <a:xfrm>
            <a:off x="5069335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0" name="Elipse 629">
            <a:extLst>
              <a:ext uri="{FF2B5EF4-FFF2-40B4-BE49-F238E27FC236}">
                <a16:creationId xmlns:a16="http://schemas.microsoft.com/office/drawing/2014/main" id="{5BD591F7-B3B1-E11E-3588-EC4938EEE624}"/>
              </a:ext>
            </a:extLst>
          </p:cNvPr>
          <p:cNvSpPr/>
          <p:nvPr/>
        </p:nvSpPr>
        <p:spPr>
          <a:xfrm rot="872776">
            <a:off x="5136129" y="445123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1" name="Conector recto 630">
            <a:extLst>
              <a:ext uri="{FF2B5EF4-FFF2-40B4-BE49-F238E27FC236}">
                <a16:creationId xmlns:a16="http://schemas.microsoft.com/office/drawing/2014/main" id="{5CB284CC-D252-D937-9F8A-ADAA0181A71D}"/>
              </a:ext>
            </a:extLst>
          </p:cNvPr>
          <p:cNvCxnSpPr>
            <a:cxnSpLocks/>
          </p:cNvCxnSpPr>
          <p:nvPr/>
        </p:nvCxnSpPr>
        <p:spPr>
          <a:xfrm>
            <a:off x="5124097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onector recto 631">
            <a:extLst>
              <a:ext uri="{FF2B5EF4-FFF2-40B4-BE49-F238E27FC236}">
                <a16:creationId xmlns:a16="http://schemas.microsoft.com/office/drawing/2014/main" id="{1421F621-EACC-40B4-FC32-820A5421F06E}"/>
              </a:ext>
            </a:extLst>
          </p:cNvPr>
          <p:cNvCxnSpPr>
            <a:cxnSpLocks/>
          </p:cNvCxnSpPr>
          <p:nvPr/>
        </p:nvCxnSpPr>
        <p:spPr>
          <a:xfrm flipV="1">
            <a:off x="5173335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Elipse 632">
            <a:extLst>
              <a:ext uri="{FF2B5EF4-FFF2-40B4-BE49-F238E27FC236}">
                <a16:creationId xmlns:a16="http://schemas.microsoft.com/office/drawing/2014/main" id="{40CFC293-91A2-D800-D3C5-7E994B506107}"/>
              </a:ext>
            </a:extLst>
          </p:cNvPr>
          <p:cNvSpPr/>
          <p:nvPr/>
        </p:nvSpPr>
        <p:spPr>
          <a:xfrm rot="19333876">
            <a:off x="5055670" y="446449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4" name="Conector recto 633">
            <a:extLst>
              <a:ext uri="{FF2B5EF4-FFF2-40B4-BE49-F238E27FC236}">
                <a16:creationId xmlns:a16="http://schemas.microsoft.com/office/drawing/2014/main" id="{4CCC30A2-0811-4154-E093-1A91E19DC3AF}"/>
              </a:ext>
            </a:extLst>
          </p:cNvPr>
          <p:cNvCxnSpPr>
            <a:cxnSpLocks/>
          </p:cNvCxnSpPr>
          <p:nvPr/>
        </p:nvCxnSpPr>
        <p:spPr>
          <a:xfrm>
            <a:off x="5143744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ángulo: esquinas redondeadas 634">
            <a:extLst>
              <a:ext uri="{FF2B5EF4-FFF2-40B4-BE49-F238E27FC236}">
                <a16:creationId xmlns:a16="http://schemas.microsoft.com/office/drawing/2014/main" id="{5B4C9618-A13D-8E91-C5E4-3DA540F1B859}"/>
              </a:ext>
            </a:extLst>
          </p:cNvPr>
          <p:cNvSpPr/>
          <p:nvPr/>
        </p:nvSpPr>
        <p:spPr>
          <a:xfrm>
            <a:off x="4835962" y="465452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6" name="Rectángulo 635">
            <a:extLst>
              <a:ext uri="{FF2B5EF4-FFF2-40B4-BE49-F238E27FC236}">
                <a16:creationId xmlns:a16="http://schemas.microsoft.com/office/drawing/2014/main" id="{EC2C55CA-D636-A27E-67F2-D94BD71362F6}"/>
              </a:ext>
            </a:extLst>
          </p:cNvPr>
          <p:cNvSpPr/>
          <p:nvPr/>
        </p:nvSpPr>
        <p:spPr>
          <a:xfrm>
            <a:off x="4835916" y="470664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7" name="Rectángulo: esquinas redondeadas 636">
            <a:extLst>
              <a:ext uri="{FF2B5EF4-FFF2-40B4-BE49-F238E27FC236}">
                <a16:creationId xmlns:a16="http://schemas.microsoft.com/office/drawing/2014/main" id="{A69918B5-AF01-E44D-A981-187D528D5E22}"/>
              </a:ext>
            </a:extLst>
          </p:cNvPr>
          <p:cNvSpPr/>
          <p:nvPr/>
        </p:nvSpPr>
        <p:spPr>
          <a:xfrm>
            <a:off x="4869254" y="466180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8" name="Elipse 637">
            <a:extLst>
              <a:ext uri="{FF2B5EF4-FFF2-40B4-BE49-F238E27FC236}">
                <a16:creationId xmlns:a16="http://schemas.microsoft.com/office/drawing/2014/main" id="{C9FD3175-4920-BA3C-3054-029EEA8320B0}"/>
              </a:ext>
            </a:extLst>
          </p:cNvPr>
          <p:cNvSpPr/>
          <p:nvPr/>
        </p:nvSpPr>
        <p:spPr>
          <a:xfrm>
            <a:off x="4816922" y="447658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9" name="Elipse 638">
            <a:extLst>
              <a:ext uri="{FF2B5EF4-FFF2-40B4-BE49-F238E27FC236}">
                <a16:creationId xmlns:a16="http://schemas.microsoft.com/office/drawing/2014/main" id="{66D9D9BF-F42C-DC92-ECC3-E6A11ED677DC}"/>
              </a:ext>
            </a:extLst>
          </p:cNvPr>
          <p:cNvSpPr/>
          <p:nvPr/>
        </p:nvSpPr>
        <p:spPr>
          <a:xfrm rot="872776">
            <a:off x="4883716" y="445505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B2B67A1B-2ACE-260E-2C0A-F32EA93B0144}"/>
              </a:ext>
            </a:extLst>
          </p:cNvPr>
          <p:cNvCxnSpPr>
            <a:cxnSpLocks/>
          </p:cNvCxnSpPr>
          <p:nvPr/>
        </p:nvCxnSpPr>
        <p:spPr>
          <a:xfrm>
            <a:off x="4871684" y="456165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BC1507D4-E40F-951B-2178-80ADFD914369}"/>
              </a:ext>
            </a:extLst>
          </p:cNvPr>
          <p:cNvCxnSpPr>
            <a:cxnSpLocks/>
          </p:cNvCxnSpPr>
          <p:nvPr/>
        </p:nvCxnSpPr>
        <p:spPr>
          <a:xfrm flipV="1">
            <a:off x="4920922" y="456165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Elipse 194">
            <a:extLst>
              <a:ext uri="{FF2B5EF4-FFF2-40B4-BE49-F238E27FC236}">
                <a16:creationId xmlns:a16="http://schemas.microsoft.com/office/drawing/2014/main" id="{0982ED05-A460-A5C4-8E4E-687C1122C42E}"/>
              </a:ext>
            </a:extLst>
          </p:cNvPr>
          <p:cNvSpPr/>
          <p:nvPr/>
        </p:nvSpPr>
        <p:spPr>
          <a:xfrm rot="19333876">
            <a:off x="4803257" y="446831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B37DFC44-F68F-0F18-429E-3B5CEACA8FBB}"/>
              </a:ext>
            </a:extLst>
          </p:cNvPr>
          <p:cNvCxnSpPr>
            <a:cxnSpLocks/>
          </p:cNvCxnSpPr>
          <p:nvPr/>
        </p:nvCxnSpPr>
        <p:spPr>
          <a:xfrm>
            <a:off x="4891331" y="464658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ángulo: esquinas redondeadas 196">
            <a:extLst>
              <a:ext uri="{FF2B5EF4-FFF2-40B4-BE49-F238E27FC236}">
                <a16:creationId xmlns:a16="http://schemas.microsoft.com/office/drawing/2014/main" id="{64D917B0-3DDB-3E6E-9785-ED5FAE90E273}"/>
              </a:ext>
            </a:extLst>
          </p:cNvPr>
          <p:cNvSpPr/>
          <p:nvPr/>
        </p:nvSpPr>
        <p:spPr>
          <a:xfrm>
            <a:off x="5801946" y="464342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1441BD4-A336-4FEE-7D0A-48299F41FE05}"/>
              </a:ext>
            </a:extLst>
          </p:cNvPr>
          <p:cNvSpPr/>
          <p:nvPr/>
        </p:nvSpPr>
        <p:spPr>
          <a:xfrm>
            <a:off x="5801900" y="469554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9EADBC52-317D-867D-F52D-0F6E272D3C44}"/>
              </a:ext>
            </a:extLst>
          </p:cNvPr>
          <p:cNvSpPr/>
          <p:nvPr/>
        </p:nvSpPr>
        <p:spPr>
          <a:xfrm>
            <a:off x="5835238" y="465070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D1EB69D3-E047-9479-FD4C-9A96399FD9F7}"/>
              </a:ext>
            </a:extLst>
          </p:cNvPr>
          <p:cNvSpPr/>
          <p:nvPr/>
        </p:nvSpPr>
        <p:spPr>
          <a:xfrm>
            <a:off x="5782906" y="446548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117A74C-1431-3B30-FCC3-2BA0BB106C4B}"/>
              </a:ext>
            </a:extLst>
          </p:cNvPr>
          <p:cNvCxnSpPr>
            <a:cxnSpLocks/>
          </p:cNvCxnSpPr>
          <p:nvPr/>
        </p:nvCxnSpPr>
        <p:spPr>
          <a:xfrm>
            <a:off x="5837668" y="455056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EBA0A724-DFE6-A812-A731-50725E2C551C}"/>
              </a:ext>
            </a:extLst>
          </p:cNvPr>
          <p:cNvCxnSpPr>
            <a:cxnSpLocks/>
          </p:cNvCxnSpPr>
          <p:nvPr/>
        </p:nvCxnSpPr>
        <p:spPr>
          <a:xfrm flipV="1">
            <a:off x="5886906" y="455056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A1A2BCCD-3E93-7D64-CA47-541CD2EF9E38}"/>
              </a:ext>
            </a:extLst>
          </p:cNvPr>
          <p:cNvCxnSpPr>
            <a:cxnSpLocks/>
          </p:cNvCxnSpPr>
          <p:nvPr/>
        </p:nvCxnSpPr>
        <p:spPr>
          <a:xfrm>
            <a:off x="5857315" y="463549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ángulo: esquinas redondeadas 203">
            <a:extLst>
              <a:ext uri="{FF2B5EF4-FFF2-40B4-BE49-F238E27FC236}">
                <a16:creationId xmlns:a16="http://schemas.microsoft.com/office/drawing/2014/main" id="{4950DC26-9941-2D93-1089-67CAFFE5A0C7}"/>
              </a:ext>
            </a:extLst>
          </p:cNvPr>
          <p:cNvSpPr/>
          <p:nvPr/>
        </p:nvSpPr>
        <p:spPr>
          <a:xfrm>
            <a:off x="8938846" y="465070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E788B219-756E-14D6-E6EF-CB93A7D9D425}"/>
              </a:ext>
            </a:extLst>
          </p:cNvPr>
          <p:cNvSpPr/>
          <p:nvPr/>
        </p:nvSpPr>
        <p:spPr>
          <a:xfrm>
            <a:off x="8938800" y="470282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3" name="Rectángulo: esquinas redondeadas 212">
            <a:extLst>
              <a:ext uri="{FF2B5EF4-FFF2-40B4-BE49-F238E27FC236}">
                <a16:creationId xmlns:a16="http://schemas.microsoft.com/office/drawing/2014/main" id="{9F80A75E-6D17-04B1-4376-7152A52C5031}"/>
              </a:ext>
            </a:extLst>
          </p:cNvPr>
          <p:cNvSpPr/>
          <p:nvPr/>
        </p:nvSpPr>
        <p:spPr>
          <a:xfrm>
            <a:off x="8972138" y="465798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5A15DAF8-71FF-02B8-35ED-3C32B0DED05F}"/>
              </a:ext>
            </a:extLst>
          </p:cNvPr>
          <p:cNvSpPr/>
          <p:nvPr/>
        </p:nvSpPr>
        <p:spPr>
          <a:xfrm>
            <a:off x="8919806" y="447276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7745CAE0-B7CE-9644-A593-05E1F1E19F4B}"/>
              </a:ext>
            </a:extLst>
          </p:cNvPr>
          <p:cNvCxnSpPr>
            <a:cxnSpLocks/>
          </p:cNvCxnSpPr>
          <p:nvPr/>
        </p:nvCxnSpPr>
        <p:spPr>
          <a:xfrm>
            <a:off x="8974568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BEC71BA1-E914-FE6E-9996-0DAB1D9C3D25}"/>
              </a:ext>
            </a:extLst>
          </p:cNvPr>
          <p:cNvCxnSpPr>
            <a:cxnSpLocks/>
          </p:cNvCxnSpPr>
          <p:nvPr/>
        </p:nvCxnSpPr>
        <p:spPr>
          <a:xfrm flipV="1">
            <a:off x="9023806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>
            <a:extLst>
              <a:ext uri="{FF2B5EF4-FFF2-40B4-BE49-F238E27FC236}">
                <a16:creationId xmlns:a16="http://schemas.microsoft.com/office/drawing/2014/main" id="{580626E3-DBB4-A6B6-7D22-853BEA79EFB2}"/>
              </a:ext>
            </a:extLst>
          </p:cNvPr>
          <p:cNvCxnSpPr>
            <a:cxnSpLocks/>
          </p:cNvCxnSpPr>
          <p:nvPr/>
        </p:nvCxnSpPr>
        <p:spPr>
          <a:xfrm>
            <a:off x="8994215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ángulo: esquinas redondeadas 224">
            <a:extLst>
              <a:ext uri="{FF2B5EF4-FFF2-40B4-BE49-F238E27FC236}">
                <a16:creationId xmlns:a16="http://schemas.microsoft.com/office/drawing/2014/main" id="{B2820622-508A-54DE-9A31-A8B757D80E9D}"/>
              </a:ext>
            </a:extLst>
          </p:cNvPr>
          <p:cNvSpPr/>
          <p:nvPr/>
        </p:nvSpPr>
        <p:spPr>
          <a:xfrm>
            <a:off x="11323271" y="465070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6" name="Rectángulo 225">
            <a:extLst>
              <a:ext uri="{FF2B5EF4-FFF2-40B4-BE49-F238E27FC236}">
                <a16:creationId xmlns:a16="http://schemas.microsoft.com/office/drawing/2014/main" id="{8C8B1317-50F1-8E17-14B6-D6FEE83EED10}"/>
              </a:ext>
            </a:extLst>
          </p:cNvPr>
          <p:cNvSpPr/>
          <p:nvPr/>
        </p:nvSpPr>
        <p:spPr>
          <a:xfrm>
            <a:off x="11323225" y="470282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7" name="Rectángulo: esquinas redondeadas 226">
            <a:extLst>
              <a:ext uri="{FF2B5EF4-FFF2-40B4-BE49-F238E27FC236}">
                <a16:creationId xmlns:a16="http://schemas.microsoft.com/office/drawing/2014/main" id="{FB4B5C13-6699-2C5E-ADE6-22098113FC10}"/>
              </a:ext>
            </a:extLst>
          </p:cNvPr>
          <p:cNvSpPr/>
          <p:nvPr/>
        </p:nvSpPr>
        <p:spPr>
          <a:xfrm>
            <a:off x="11356563" y="465798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3A7F1566-F47A-BCC9-9A13-F57F48F0B16B}"/>
              </a:ext>
            </a:extLst>
          </p:cNvPr>
          <p:cNvSpPr/>
          <p:nvPr/>
        </p:nvSpPr>
        <p:spPr>
          <a:xfrm>
            <a:off x="11304231" y="447276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30884403-DFE7-B808-E2E0-62C5939B2CB3}"/>
              </a:ext>
            </a:extLst>
          </p:cNvPr>
          <p:cNvCxnSpPr>
            <a:cxnSpLocks/>
          </p:cNvCxnSpPr>
          <p:nvPr/>
        </p:nvCxnSpPr>
        <p:spPr>
          <a:xfrm>
            <a:off x="11358993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7B2C7A0A-0F98-8377-C6E6-630687513BCB}"/>
              </a:ext>
            </a:extLst>
          </p:cNvPr>
          <p:cNvCxnSpPr>
            <a:cxnSpLocks/>
          </p:cNvCxnSpPr>
          <p:nvPr/>
        </p:nvCxnSpPr>
        <p:spPr>
          <a:xfrm flipV="1">
            <a:off x="11408231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B8D4C4F6-65CC-F4F7-6998-D118F9611BFF}"/>
              </a:ext>
            </a:extLst>
          </p:cNvPr>
          <p:cNvCxnSpPr>
            <a:cxnSpLocks/>
          </p:cNvCxnSpPr>
          <p:nvPr/>
        </p:nvCxnSpPr>
        <p:spPr>
          <a:xfrm>
            <a:off x="11378640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ángulo: esquinas redondeadas 231">
            <a:extLst>
              <a:ext uri="{FF2B5EF4-FFF2-40B4-BE49-F238E27FC236}">
                <a16:creationId xmlns:a16="http://schemas.microsoft.com/office/drawing/2014/main" id="{60B8F522-D5B9-49E3-B54E-9B122C7647EF}"/>
              </a:ext>
            </a:extLst>
          </p:cNvPr>
          <p:cNvSpPr/>
          <p:nvPr/>
        </p:nvSpPr>
        <p:spPr>
          <a:xfrm>
            <a:off x="6566793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3" name="Rectángulo 232">
            <a:extLst>
              <a:ext uri="{FF2B5EF4-FFF2-40B4-BE49-F238E27FC236}">
                <a16:creationId xmlns:a16="http://schemas.microsoft.com/office/drawing/2014/main" id="{7F60B637-4F91-3DE1-2B4B-E89F3CA13086}"/>
              </a:ext>
            </a:extLst>
          </p:cNvPr>
          <p:cNvSpPr/>
          <p:nvPr/>
        </p:nvSpPr>
        <p:spPr>
          <a:xfrm>
            <a:off x="6566747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07E8A2E6-A89D-8669-B1F2-78A026144ADC}"/>
              </a:ext>
            </a:extLst>
          </p:cNvPr>
          <p:cNvSpPr/>
          <p:nvPr/>
        </p:nvSpPr>
        <p:spPr>
          <a:xfrm>
            <a:off x="6600085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1" name="Rectángulo: esquinas redondeadas 240">
            <a:extLst>
              <a:ext uri="{FF2B5EF4-FFF2-40B4-BE49-F238E27FC236}">
                <a16:creationId xmlns:a16="http://schemas.microsoft.com/office/drawing/2014/main" id="{8257E182-0176-43DC-8AFF-273548E12C40}"/>
              </a:ext>
            </a:extLst>
          </p:cNvPr>
          <p:cNvSpPr/>
          <p:nvPr/>
        </p:nvSpPr>
        <p:spPr>
          <a:xfrm>
            <a:off x="7710034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2" name="Rectángulo 241">
            <a:extLst>
              <a:ext uri="{FF2B5EF4-FFF2-40B4-BE49-F238E27FC236}">
                <a16:creationId xmlns:a16="http://schemas.microsoft.com/office/drawing/2014/main" id="{3BF2F716-25F9-578D-6DAF-E93484BCF30B}"/>
              </a:ext>
            </a:extLst>
          </p:cNvPr>
          <p:cNvSpPr/>
          <p:nvPr/>
        </p:nvSpPr>
        <p:spPr>
          <a:xfrm>
            <a:off x="7709988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3" name="Rectángulo: esquinas redondeadas 242">
            <a:extLst>
              <a:ext uri="{FF2B5EF4-FFF2-40B4-BE49-F238E27FC236}">
                <a16:creationId xmlns:a16="http://schemas.microsoft.com/office/drawing/2014/main" id="{44060A5B-7FA7-05FD-9160-6756135909A5}"/>
              </a:ext>
            </a:extLst>
          </p:cNvPr>
          <p:cNvSpPr/>
          <p:nvPr/>
        </p:nvSpPr>
        <p:spPr>
          <a:xfrm>
            <a:off x="7743326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F04AEACF-B328-5DDD-4C0F-A0FE6E8287F8}"/>
              </a:ext>
            </a:extLst>
          </p:cNvPr>
          <p:cNvSpPr/>
          <p:nvPr/>
        </p:nvSpPr>
        <p:spPr>
          <a:xfrm>
            <a:off x="7690994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50A6EA4E-E262-1BB8-DAB3-7BE11819AE3B}"/>
              </a:ext>
            </a:extLst>
          </p:cNvPr>
          <p:cNvSpPr/>
          <p:nvPr/>
        </p:nvSpPr>
        <p:spPr>
          <a:xfrm rot="872776">
            <a:off x="7757788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7A6CF353-DF2B-38F2-EB29-FC088BA4CAC9}"/>
              </a:ext>
            </a:extLst>
          </p:cNvPr>
          <p:cNvCxnSpPr>
            <a:cxnSpLocks/>
          </p:cNvCxnSpPr>
          <p:nvPr/>
        </p:nvCxnSpPr>
        <p:spPr>
          <a:xfrm>
            <a:off x="7745756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89202892-186B-03ED-8959-B108B77F1189}"/>
              </a:ext>
            </a:extLst>
          </p:cNvPr>
          <p:cNvCxnSpPr>
            <a:cxnSpLocks/>
          </p:cNvCxnSpPr>
          <p:nvPr/>
        </p:nvCxnSpPr>
        <p:spPr>
          <a:xfrm flipV="1">
            <a:off x="7794994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Elipse 247">
            <a:extLst>
              <a:ext uri="{FF2B5EF4-FFF2-40B4-BE49-F238E27FC236}">
                <a16:creationId xmlns:a16="http://schemas.microsoft.com/office/drawing/2014/main" id="{65E86785-2727-77F5-092E-5D8E50954FEF}"/>
              </a:ext>
            </a:extLst>
          </p:cNvPr>
          <p:cNvSpPr/>
          <p:nvPr/>
        </p:nvSpPr>
        <p:spPr>
          <a:xfrm rot="19333876">
            <a:off x="7677329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27B5B839-5CD8-79E4-6E91-D38F2BF6EF19}"/>
              </a:ext>
            </a:extLst>
          </p:cNvPr>
          <p:cNvCxnSpPr>
            <a:cxnSpLocks/>
          </p:cNvCxnSpPr>
          <p:nvPr/>
        </p:nvCxnSpPr>
        <p:spPr>
          <a:xfrm>
            <a:off x="7765403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CDD2A567-CBBF-1588-118B-B767CBB9CA6F}"/>
              </a:ext>
            </a:extLst>
          </p:cNvPr>
          <p:cNvSpPr/>
          <p:nvPr/>
        </p:nvSpPr>
        <p:spPr>
          <a:xfrm>
            <a:off x="7991021" y="466297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1" name="Rectángulo 250">
            <a:extLst>
              <a:ext uri="{FF2B5EF4-FFF2-40B4-BE49-F238E27FC236}">
                <a16:creationId xmlns:a16="http://schemas.microsoft.com/office/drawing/2014/main" id="{00355393-0B1C-85A0-6AD0-1A9602A11BB0}"/>
              </a:ext>
            </a:extLst>
          </p:cNvPr>
          <p:cNvSpPr/>
          <p:nvPr/>
        </p:nvSpPr>
        <p:spPr>
          <a:xfrm>
            <a:off x="7990975" y="471509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2" name="Rectángulo: esquinas redondeadas 251">
            <a:extLst>
              <a:ext uri="{FF2B5EF4-FFF2-40B4-BE49-F238E27FC236}">
                <a16:creationId xmlns:a16="http://schemas.microsoft.com/office/drawing/2014/main" id="{7705E4C7-636E-2D40-3EB3-748451F81638}"/>
              </a:ext>
            </a:extLst>
          </p:cNvPr>
          <p:cNvSpPr/>
          <p:nvPr/>
        </p:nvSpPr>
        <p:spPr>
          <a:xfrm>
            <a:off x="8024313" y="467025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3" name="Elipse 252">
            <a:extLst>
              <a:ext uri="{FF2B5EF4-FFF2-40B4-BE49-F238E27FC236}">
                <a16:creationId xmlns:a16="http://schemas.microsoft.com/office/drawing/2014/main" id="{D6C2182D-7A6F-27FC-907F-D6CC8BB28646}"/>
              </a:ext>
            </a:extLst>
          </p:cNvPr>
          <p:cNvSpPr/>
          <p:nvPr/>
        </p:nvSpPr>
        <p:spPr>
          <a:xfrm>
            <a:off x="7971981" y="448503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4" name="Elipse 253">
            <a:extLst>
              <a:ext uri="{FF2B5EF4-FFF2-40B4-BE49-F238E27FC236}">
                <a16:creationId xmlns:a16="http://schemas.microsoft.com/office/drawing/2014/main" id="{B34B593F-9407-2E1E-F51E-4E4E877C6A10}"/>
              </a:ext>
            </a:extLst>
          </p:cNvPr>
          <p:cNvSpPr/>
          <p:nvPr/>
        </p:nvSpPr>
        <p:spPr>
          <a:xfrm rot="872776">
            <a:off x="8038775" y="446350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5" name="Conector recto 254">
            <a:extLst>
              <a:ext uri="{FF2B5EF4-FFF2-40B4-BE49-F238E27FC236}">
                <a16:creationId xmlns:a16="http://schemas.microsoft.com/office/drawing/2014/main" id="{09746DF5-76AE-0FD6-6641-8C30B3F4F8F7}"/>
              </a:ext>
            </a:extLst>
          </p:cNvPr>
          <p:cNvCxnSpPr>
            <a:cxnSpLocks/>
          </p:cNvCxnSpPr>
          <p:nvPr/>
        </p:nvCxnSpPr>
        <p:spPr>
          <a:xfrm>
            <a:off x="8026743" y="457011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6810BA32-B814-4F90-A014-446B3DFBD45D}"/>
              </a:ext>
            </a:extLst>
          </p:cNvPr>
          <p:cNvCxnSpPr>
            <a:cxnSpLocks/>
          </p:cNvCxnSpPr>
          <p:nvPr/>
        </p:nvCxnSpPr>
        <p:spPr>
          <a:xfrm flipV="1">
            <a:off x="8075981" y="457011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Elipse 256">
            <a:extLst>
              <a:ext uri="{FF2B5EF4-FFF2-40B4-BE49-F238E27FC236}">
                <a16:creationId xmlns:a16="http://schemas.microsoft.com/office/drawing/2014/main" id="{DF46BBBE-BB99-8B3E-4CDF-176B400E712E}"/>
              </a:ext>
            </a:extLst>
          </p:cNvPr>
          <p:cNvSpPr/>
          <p:nvPr/>
        </p:nvSpPr>
        <p:spPr>
          <a:xfrm rot="19333876">
            <a:off x="7958316" y="447676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8" name="Conector recto 257">
            <a:extLst>
              <a:ext uri="{FF2B5EF4-FFF2-40B4-BE49-F238E27FC236}">
                <a16:creationId xmlns:a16="http://schemas.microsoft.com/office/drawing/2014/main" id="{EADC7D68-4DEA-D1DC-5FDC-96DBA762FE8D}"/>
              </a:ext>
            </a:extLst>
          </p:cNvPr>
          <p:cNvCxnSpPr>
            <a:cxnSpLocks/>
          </p:cNvCxnSpPr>
          <p:nvPr/>
        </p:nvCxnSpPr>
        <p:spPr>
          <a:xfrm>
            <a:off x="8046390" y="465504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ángulo: esquinas redondeadas 258">
            <a:extLst>
              <a:ext uri="{FF2B5EF4-FFF2-40B4-BE49-F238E27FC236}">
                <a16:creationId xmlns:a16="http://schemas.microsoft.com/office/drawing/2014/main" id="{0CBAF26D-FDB3-13D8-1041-0C8C72F2DE6C}"/>
              </a:ext>
            </a:extLst>
          </p:cNvPr>
          <p:cNvSpPr/>
          <p:nvPr/>
        </p:nvSpPr>
        <p:spPr>
          <a:xfrm>
            <a:off x="3163106" y="466366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78C1AC57-93AA-72D7-7E5C-7D985276FF55}"/>
              </a:ext>
            </a:extLst>
          </p:cNvPr>
          <p:cNvSpPr/>
          <p:nvPr/>
        </p:nvSpPr>
        <p:spPr>
          <a:xfrm>
            <a:off x="3163060" y="471578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1" name="Rectángulo: esquinas redondeadas 260">
            <a:extLst>
              <a:ext uri="{FF2B5EF4-FFF2-40B4-BE49-F238E27FC236}">
                <a16:creationId xmlns:a16="http://schemas.microsoft.com/office/drawing/2014/main" id="{3CBE514E-E9FF-DB61-A2AD-1F32B37EF2FA}"/>
              </a:ext>
            </a:extLst>
          </p:cNvPr>
          <p:cNvSpPr/>
          <p:nvPr/>
        </p:nvSpPr>
        <p:spPr>
          <a:xfrm>
            <a:off x="3196398" y="467094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5B2A0F3B-6296-17DF-14CD-964448B6554F}"/>
              </a:ext>
            </a:extLst>
          </p:cNvPr>
          <p:cNvSpPr/>
          <p:nvPr/>
        </p:nvSpPr>
        <p:spPr>
          <a:xfrm>
            <a:off x="3144066" y="448572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3" name="Elipse 262">
            <a:extLst>
              <a:ext uri="{FF2B5EF4-FFF2-40B4-BE49-F238E27FC236}">
                <a16:creationId xmlns:a16="http://schemas.microsoft.com/office/drawing/2014/main" id="{7527ABC5-0C3C-9A30-AD5F-6E7DA7D317AF}"/>
              </a:ext>
            </a:extLst>
          </p:cNvPr>
          <p:cNvSpPr/>
          <p:nvPr/>
        </p:nvSpPr>
        <p:spPr>
          <a:xfrm rot="872776">
            <a:off x="3210860" y="446419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DF2CD3-A714-7024-7212-7A24962D715F}"/>
              </a:ext>
            </a:extLst>
          </p:cNvPr>
          <p:cNvCxnSpPr>
            <a:cxnSpLocks/>
          </p:cNvCxnSpPr>
          <p:nvPr/>
        </p:nvCxnSpPr>
        <p:spPr>
          <a:xfrm>
            <a:off x="3198828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7B622CD8-F294-DFBD-104C-B111FCDEB716}"/>
              </a:ext>
            </a:extLst>
          </p:cNvPr>
          <p:cNvCxnSpPr>
            <a:cxnSpLocks/>
          </p:cNvCxnSpPr>
          <p:nvPr/>
        </p:nvCxnSpPr>
        <p:spPr>
          <a:xfrm flipV="1">
            <a:off x="3248066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Elipse 301">
            <a:extLst>
              <a:ext uri="{FF2B5EF4-FFF2-40B4-BE49-F238E27FC236}">
                <a16:creationId xmlns:a16="http://schemas.microsoft.com/office/drawing/2014/main" id="{30CF0EE5-442A-E4FA-2AC1-5A1CFF7B42B6}"/>
              </a:ext>
            </a:extLst>
          </p:cNvPr>
          <p:cNvSpPr/>
          <p:nvPr/>
        </p:nvSpPr>
        <p:spPr>
          <a:xfrm rot="19333876">
            <a:off x="3130401" y="447745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3" name="Conector recto 302">
            <a:extLst>
              <a:ext uri="{FF2B5EF4-FFF2-40B4-BE49-F238E27FC236}">
                <a16:creationId xmlns:a16="http://schemas.microsoft.com/office/drawing/2014/main" id="{7842A8CB-2D9A-FC98-A025-E9A261BA4771}"/>
              </a:ext>
            </a:extLst>
          </p:cNvPr>
          <p:cNvCxnSpPr>
            <a:cxnSpLocks/>
          </p:cNvCxnSpPr>
          <p:nvPr/>
        </p:nvCxnSpPr>
        <p:spPr>
          <a:xfrm>
            <a:off x="3218475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tángulo: esquinas redondeadas 303">
            <a:extLst>
              <a:ext uri="{FF2B5EF4-FFF2-40B4-BE49-F238E27FC236}">
                <a16:creationId xmlns:a16="http://schemas.microsoft.com/office/drawing/2014/main" id="{42BC3137-AB23-D88C-FC3C-1F2AAB84756C}"/>
              </a:ext>
            </a:extLst>
          </p:cNvPr>
          <p:cNvSpPr/>
          <p:nvPr/>
        </p:nvSpPr>
        <p:spPr>
          <a:xfrm>
            <a:off x="2601117" y="4663663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113094A-FBAD-6496-C4C1-7DC65545A05E}"/>
              </a:ext>
            </a:extLst>
          </p:cNvPr>
          <p:cNvSpPr/>
          <p:nvPr/>
        </p:nvSpPr>
        <p:spPr>
          <a:xfrm>
            <a:off x="2601071" y="471578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6" name="Rectángulo: esquinas redondeadas 305">
            <a:extLst>
              <a:ext uri="{FF2B5EF4-FFF2-40B4-BE49-F238E27FC236}">
                <a16:creationId xmlns:a16="http://schemas.microsoft.com/office/drawing/2014/main" id="{98C61DA6-8150-5D06-DC54-02668F665AB3}"/>
              </a:ext>
            </a:extLst>
          </p:cNvPr>
          <p:cNvSpPr/>
          <p:nvPr/>
        </p:nvSpPr>
        <p:spPr>
          <a:xfrm>
            <a:off x="2634409" y="4670942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7" name="Elipse 306">
            <a:extLst>
              <a:ext uri="{FF2B5EF4-FFF2-40B4-BE49-F238E27FC236}">
                <a16:creationId xmlns:a16="http://schemas.microsoft.com/office/drawing/2014/main" id="{F4F40CB7-CD43-CE42-C4A9-F94B9D0FC94F}"/>
              </a:ext>
            </a:extLst>
          </p:cNvPr>
          <p:cNvSpPr/>
          <p:nvPr/>
        </p:nvSpPr>
        <p:spPr>
          <a:xfrm>
            <a:off x="2582077" y="448572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8" name="Elipse 307">
            <a:extLst>
              <a:ext uri="{FF2B5EF4-FFF2-40B4-BE49-F238E27FC236}">
                <a16:creationId xmlns:a16="http://schemas.microsoft.com/office/drawing/2014/main" id="{AC401EAE-EDA9-3BFA-D448-593A58E153C2}"/>
              </a:ext>
            </a:extLst>
          </p:cNvPr>
          <p:cNvSpPr/>
          <p:nvPr/>
        </p:nvSpPr>
        <p:spPr>
          <a:xfrm rot="872776">
            <a:off x="2648871" y="446419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9" name="Conector recto 308">
            <a:extLst>
              <a:ext uri="{FF2B5EF4-FFF2-40B4-BE49-F238E27FC236}">
                <a16:creationId xmlns:a16="http://schemas.microsoft.com/office/drawing/2014/main" id="{43A25920-16CD-E7A4-D4BB-9C9F1C3A0AB3}"/>
              </a:ext>
            </a:extLst>
          </p:cNvPr>
          <p:cNvCxnSpPr>
            <a:cxnSpLocks/>
          </p:cNvCxnSpPr>
          <p:nvPr/>
        </p:nvCxnSpPr>
        <p:spPr>
          <a:xfrm>
            <a:off x="2636839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ector recto 309">
            <a:extLst>
              <a:ext uri="{FF2B5EF4-FFF2-40B4-BE49-F238E27FC236}">
                <a16:creationId xmlns:a16="http://schemas.microsoft.com/office/drawing/2014/main" id="{A6C1CAF8-B138-66C2-E783-31E16D412B9B}"/>
              </a:ext>
            </a:extLst>
          </p:cNvPr>
          <p:cNvCxnSpPr>
            <a:cxnSpLocks/>
          </p:cNvCxnSpPr>
          <p:nvPr/>
        </p:nvCxnSpPr>
        <p:spPr>
          <a:xfrm flipV="1">
            <a:off x="2686077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Elipse 310">
            <a:extLst>
              <a:ext uri="{FF2B5EF4-FFF2-40B4-BE49-F238E27FC236}">
                <a16:creationId xmlns:a16="http://schemas.microsoft.com/office/drawing/2014/main" id="{EFDE359A-9AF0-A4D2-9104-D670BC6A6AE1}"/>
              </a:ext>
            </a:extLst>
          </p:cNvPr>
          <p:cNvSpPr/>
          <p:nvPr/>
        </p:nvSpPr>
        <p:spPr>
          <a:xfrm rot="19333876">
            <a:off x="2568412" y="447745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2A8076EB-E50F-7DBB-26C9-D87BF9E4FC27}"/>
              </a:ext>
            </a:extLst>
          </p:cNvPr>
          <p:cNvCxnSpPr>
            <a:cxnSpLocks/>
          </p:cNvCxnSpPr>
          <p:nvPr/>
        </p:nvCxnSpPr>
        <p:spPr>
          <a:xfrm>
            <a:off x="2656486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ángulo: esquinas redondeadas 312">
            <a:extLst>
              <a:ext uri="{FF2B5EF4-FFF2-40B4-BE49-F238E27FC236}">
                <a16:creationId xmlns:a16="http://schemas.microsoft.com/office/drawing/2014/main" id="{AA9D89CD-124F-3689-1DE8-9AFB500C1B4C}"/>
              </a:ext>
            </a:extLst>
          </p:cNvPr>
          <p:cNvSpPr/>
          <p:nvPr/>
        </p:nvSpPr>
        <p:spPr>
          <a:xfrm>
            <a:off x="2341004" y="465638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4" name="Rectángulo 313">
            <a:extLst>
              <a:ext uri="{FF2B5EF4-FFF2-40B4-BE49-F238E27FC236}">
                <a16:creationId xmlns:a16="http://schemas.microsoft.com/office/drawing/2014/main" id="{727E8012-8333-FE29-A9C7-E919BDCD728B}"/>
              </a:ext>
            </a:extLst>
          </p:cNvPr>
          <p:cNvSpPr/>
          <p:nvPr/>
        </p:nvSpPr>
        <p:spPr>
          <a:xfrm>
            <a:off x="2340958" y="470850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5" name="Rectángulo: esquinas redondeadas 314">
            <a:extLst>
              <a:ext uri="{FF2B5EF4-FFF2-40B4-BE49-F238E27FC236}">
                <a16:creationId xmlns:a16="http://schemas.microsoft.com/office/drawing/2014/main" id="{7BB9CE3A-3DE1-ADF6-1A30-83180E319AEC}"/>
              </a:ext>
            </a:extLst>
          </p:cNvPr>
          <p:cNvSpPr/>
          <p:nvPr/>
        </p:nvSpPr>
        <p:spPr>
          <a:xfrm>
            <a:off x="2374296" y="466366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6" name="Elipse 315">
            <a:extLst>
              <a:ext uri="{FF2B5EF4-FFF2-40B4-BE49-F238E27FC236}">
                <a16:creationId xmlns:a16="http://schemas.microsoft.com/office/drawing/2014/main" id="{661DE669-A75C-589B-203A-AB3A1F3633A7}"/>
              </a:ext>
            </a:extLst>
          </p:cNvPr>
          <p:cNvSpPr/>
          <p:nvPr/>
        </p:nvSpPr>
        <p:spPr>
          <a:xfrm>
            <a:off x="2321964" y="447844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7" name="Elipse 316">
            <a:extLst>
              <a:ext uri="{FF2B5EF4-FFF2-40B4-BE49-F238E27FC236}">
                <a16:creationId xmlns:a16="http://schemas.microsoft.com/office/drawing/2014/main" id="{EB5391DD-7013-5859-782F-99494820E209}"/>
              </a:ext>
            </a:extLst>
          </p:cNvPr>
          <p:cNvSpPr/>
          <p:nvPr/>
        </p:nvSpPr>
        <p:spPr>
          <a:xfrm rot="872776">
            <a:off x="2388758" y="445691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8" name="Conector recto 317">
            <a:extLst>
              <a:ext uri="{FF2B5EF4-FFF2-40B4-BE49-F238E27FC236}">
                <a16:creationId xmlns:a16="http://schemas.microsoft.com/office/drawing/2014/main" id="{7665BCFB-E375-E007-F3B4-AA9648AF15EE}"/>
              </a:ext>
            </a:extLst>
          </p:cNvPr>
          <p:cNvCxnSpPr>
            <a:cxnSpLocks/>
          </p:cNvCxnSpPr>
          <p:nvPr/>
        </p:nvCxnSpPr>
        <p:spPr>
          <a:xfrm>
            <a:off x="2376726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cto 318">
            <a:extLst>
              <a:ext uri="{FF2B5EF4-FFF2-40B4-BE49-F238E27FC236}">
                <a16:creationId xmlns:a16="http://schemas.microsoft.com/office/drawing/2014/main" id="{0328CCEA-456A-489E-2E10-DB0D381550CA}"/>
              </a:ext>
            </a:extLst>
          </p:cNvPr>
          <p:cNvCxnSpPr>
            <a:cxnSpLocks/>
          </p:cNvCxnSpPr>
          <p:nvPr/>
        </p:nvCxnSpPr>
        <p:spPr>
          <a:xfrm flipV="1">
            <a:off x="2425964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Elipse 319">
            <a:extLst>
              <a:ext uri="{FF2B5EF4-FFF2-40B4-BE49-F238E27FC236}">
                <a16:creationId xmlns:a16="http://schemas.microsoft.com/office/drawing/2014/main" id="{4F134437-E57F-216F-8B61-2CEBD3F18A37}"/>
              </a:ext>
            </a:extLst>
          </p:cNvPr>
          <p:cNvSpPr/>
          <p:nvPr/>
        </p:nvSpPr>
        <p:spPr>
          <a:xfrm rot="19333876">
            <a:off x="2308299" y="447017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2" name="Conector recto 321">
            <a:extLst>
              <a:ext uri="{FF2B5EF4-FFF2-40B4-BE49-F238E27FC236}">
                <a16:creationId xmlns:a16="http://schemas.microsoft.com/office/drawing/2014/main" id="{3244019A-F1E9-66B8-FF30-B98331CD9AD0}"/>
              </a:ext>
            </a:extLst>
          </p:cNvPr>
          <p:cNvCxnSpPr>
            <a:cxnSpLocks/>
          </p:cNvCxnSpPr>
          <p:nvPr/>
        </p:nvCxnSpPr>
        <p:spPr>
          <a:xfrm>
            <a:off x="2396373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Rectángulo: esquinas redondeadas 322">
            <a:extLst>
              <a:ext uri="{FF2B5EF4-FFF2-40B4-BE49-F238E27FC236}">
                <a16:creationId xmlns:a16="http://schemas.microsoft.com/office/drawing/2014/main" id="{92D6DEF4-0176-9F82-45CC-AAB91288D86C}"/>
              </a:ext>
            </a:extLst>
          </p:cNvPr>
          <p:cNvSpPr/>
          <p:nvPr/>
        </p:nvSpPr>
        <p:spPr>
          <a:xfrm>
            <a:off x="1495154" y="465157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4" name="Rectángulo 323">
            <a:extLst>
              <a:ext uri="{FF2B5EF4-FFF2-40B4-BE49-F238E27FC236}">
                <a16:creationId xmlns:a16="http://schemas.microsoft.com/office/drawing/2014/main" id="{17FFB74D-1BF8-1552-E980-C6C040FFD1F0}"/>
              </a:ext>
            </a:extLst>
          </p:cNvPr>
          <p:cNvSpPr/>
          <p:nvPr/>
        </p:nvSpPr>
        <p:spPr>
          <a:xfrm>
            <a:off x="1495108" y="470370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5" name="Rectángulo: esquinas redondeadas 324">
            <a:extLst>
              <a:ext uri="{FF2B5EF4-FFF2-40B4-BE49-F238E27FC236}">
                <a16:creationId xmlns:a16="http://schemas.microsoft.com/office/drawing/2014/main" id="{E8BB9FB6-6C92-AC6A-69A8-1B625F9FED42}"/>
              </a:ext>
            </a:extLst>
          </p:cNvPr>
          <p:cNvSpPr/>
          <p:nvPr/>
        </p:nvSpPr>
        <p:spPr>
          <a:xfrm>
            <a:off x="1528446" y="465885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6" name="Elipse 325">
            <a:extLst>
              <a:ext uri="{FF2B5EF4-FFF2-40B4-BE49-F238E27FC236}">
                <a16:creationId xmlns:a16="http://schemas.microsoft.com/office/drawing/2014/main" id="{A458822A-2CC5-8A96-C9F9-A5DBAEB6472A}"/>
              </a:ext>
            </a:extLst>
          </p:cNvPr>
          <p:cNvSpPr/>
          <p:nvPr/>
        </p:nvSpPr>
        <p:spPr>
          <a:xfrm>
            <a:off x="1476114" y="447364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2DC178F7-9EC0-11D3-7A06-DD4E6B76044D}"/>
              </a:ext>
            </a:extLst>
          </p:cNvPr>
          <p:cNvSpPr/>
          <p:nvPr/>
        </p:nvSpPr>
        <p:spPr>
          <a:xfrm rot="872776">
            <a:off x="1542908" y="445210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E863EB3C-47FF-6986-A754-64689CA7CACD}"/>
              </a:ext>
            </a:extLst>
          </p:cNvPr>
          <p:cNvCxnSpPr>
            <a:cxnSpLocks/>
          </p:cNvCxnSpPr>
          <p:nvPr/>
        </p:nvCxnSpPr>
        <p:spPr>
          <a:xfrm>
            <a:off x="1530876" y="45587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3EEC9E10-50C7-6518-1D35-6D9B532A1119}"/>
              </a:ext>
            </a:extLst>
          </p:cNvPr>
          <p:cNvCxnSpPr>
            <a:cxnSpLocks/>
          </p:cNvCxnSpPr>
          <p:nvPr/>
        </p:nvCxnSpPr>
        <p:spPr>
          <a:xfrm flipV="1">
            <a:off x="1580114" y="45587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Elipse 329">
            <a:extLst>
              <a:ext uri="{FF2B5EF4-FFF2-40B4-BE49-F238E27FC236}">
                <a16:creationId xmlns:a16="http://schemas.microsoft.com/office/drawing/2014/main" id="{66AF89D2-7098-2390-16CB-144A65C5B5A9}"/>
              </a:ext>
            </a:extLst>
          </p:cNvPr>
          <p:cNvSpPr/>
          <p:nvPr/>
        </p:nvSpPr>
        <p:spPr>
          <a:xfrm rot="19333876">
            <a:off x="1462449" y="446536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5DF4835D-9648-2F12-220D-C96BA6FD12DE}"/>
              </a:ext>
            </a:extLst>
          </p:cNvPr>
          <p:cNvCxnSpPr>
            <a:cxnSpLocks/>
          </p:cNvCxnSpPr>
          <p:nvPr/>
        </p:nvCxnSpPr>
        <p:spPr>
          <a:xfrm>
            <a:off x="1550523" y="46436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ángulo: esquinas redondeadas 331">
            <a:extLst>
              <a:ext uri="{FF2B5EF4-FFF2-40B4-BE49-F238E27FC236}">
                <a16:creationId xmlns:a16="http://schemas.microsoft.com/office/drawing/2014/main" id="{464B0513-6F9B-5BD2-3339-B67953922100}"/>
              </a:ext>
            </a:extLst>
          </p:cNvPr>
          <p:cNvSpPr/>
          <p:nvPr/>
        </p:nvSpPr>
        <p:spPr>
          <a:xfrm>
            <a:off x="780014" y="4663663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3E9E349D-30B8-0C01-B0F6-C03A0BCBC6F2}"/>
              </a:ext>
            </a:extLst>
          </p:cNvPr>
          <p:cNvSpPr/>
          <p:nvPr/>
        </p:nvSpPr>
        <p:spPr>
          <a:xfrm>
            <a:off x="779968" y="4715786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4" name="Rectángulo: esquinas redondeadas 333">
            <a:extLst>
              <a:ext uri="{FF2B5EF4-FFF2-40B4-BE49-F238E27FC236}">
                <a16:creationId xmlns:a16="http://schemas.microsoft.com/office/drawing/2014/main" id="{C7BCE73E-F0B7-0202-832D-E02671F745A9}"/>
              </a:ext>
            </a:extLst>
          </p:cNvPr>
          <p:cNvSpPr/>
          <p:nvPr/>
        </p:nvSpPr>
        <p:spPr>
          <a:xfrm>
            <a:off x="813306" y="4670942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5" name="Elipse 334">
            <a:extLst>
              <a:ext uri="{FF2B5EF4-FFF2-40B4-BE49-F238E27FC236}">
                <a16:creationId xmlns:a16="http://schemas.microsoft.com/office/drawing/2014/main" id="{1949DD9E-490E-0615-46B2-FF9B63D3595E}"/>
              </a:ext>
            </a:extLst>
          </p:cNvPr>
          <p:cNvSpPr/>
          <p:nvPr/>
        </p:nvSpPr>
        <p:spPr>
          <a:xfrm>
            <a:off x="760974" y="4485726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6" name="Elipse 335">
            <a:extLst>
              <a:ext uri="{FF2B5EF4-FFF2-40B4-BE49-F238E27FC236}">
                <a16:creationId xmlns:a16="http://schemas.microsoft.com/office/drawing/2014/main" id="{24632E42-A76F-1F47-7E36-1325C0A81D5A}"/>
              </a:ext>
            </a:extLst>
          </p:cNvPr>
          <p:cNvSpPr/>
          <p:nvPr/>
        </p:nvSpPr>
        <p:spPr>
          <a:xfrm rot="872776">
            <a:off x="827768" y="446419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1D3BB4F-18E8-7241-B2F7-A6B674D9AFB7}"/>
              </a:ext>
            </a:extLst>
          </p:cNvPr>
          <p:cNvCxnSpPr>
            <a:cxnSpLocks/>
          </p:cNvCxnSpPr>
          <p:nvPr/>
        </p:nvCxnSpPr>
        <p:spPr>
          <a:xfrm>
            <a:off x="815736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6A8007E5-E53E-719A-1AC4-180A71E228A4}"/>
              </a:ext>
            </a:extLst>
          </p:cNvPr>
          <p:cNvCxnSpPr>
            <a:cxnSpLocks/>
          </p:cNvCxnSpPr>
          <p:nvPr/>
        </p:nvCxnSpPr>
        <p:spPr>
          <a:xfrm flipV="1">
            <a:off x="864974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Elipse 338">
            <a:extLst>
              <a:ext uri="{FF2B5EF4-FFF2-40B4-BE49-F238E27FC236}">
                <a16:creationId xmlns:a16="http://schemas.microsoft.com/office/drawing/2014/main" id="{67B6A088-150C-675B-26B2-1E1D3A3FCD27}"/>
              </a:ext>
            </a:extLst>
          </p:cNvPr>
          <p:cNvSpPr/>
          <p:nvPr/>
        </p:nvSpPr>
        <p:spPr>
          <a:xfrm rot="19333876">
            <a:off x="747309" y="447745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C44289B0-E8F4-2417-0B7E-E5E8C9A45D5B}"/>
              </a:ext>
            </a:extLst>
          </p:cNvPr>
          <p:cNvCxnSpPr>
            <a:cxnSpLocks/>
          </p:cNvCxnSpPr>
          <p:nvPr/>
        </p:nvCxnSpPr>
        <p:spPr>
          <a:xfrm>
            <a:off x="835383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Rectángulo: esquinas redondeadas 340">
            <a:extLst>
              <a:ext uri="{FF2B5EF4-FFF2-40B4-BE49-F238E27FC236}">
                <a16:creationId xmlns:a16="http://schemas.microsoft.com/office/drawing/2014/main" id="{3A28D072-454C-979A-9DFB-446E4F70599F}"/>
              </a:ext>
            </a:extLst>
          </p:cNvPr>
          <p:cNvSpPr/>
          <p:nvPr/>
        </p:nvSpPr>
        <p:spPr>
          <a:xfrm>
            <a:off x="352106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2" name="Rectángulo 341">
            <a:extLst>
              <a:ext uri="{FF2B5EF4-FFF2-40B4-BE49-F238E27FC236}">
                <a16:creationId xmlns:a16="http://schemas.microsoft.com/office/drawing/2014/main" id="{CC30C143-2C52-CD5C-B950-D7A0B641381A}"/>
              </a:ext>
            </a:extLst>
          </p:cNvPr>
          <p:cNvSpPr/>
          <p:nvPr/>
        </p:nvSpPr>
        <p:spPr>
          <a:xfrm>
            <a:off x="352060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3" name="Rectángulo: esquinas redondeadas 342">
            <a:extLst>
              <a:ext uri="{FF2B5EF4-FFF2-40B4-BE49-F238E27FC236}">
                <a16:creationId xmlns:a16="http://schemas.microsoft.com/office/drawing/2014/main" id="{25CE6516-9CF2-9304-8B8D-8903CC5ADA1B}"/>
              </a:ext>
            </a:extLst>
          </p:cNvPr>
          <p:cNvSpPr/>
          <p:nvPr/>
        </p:nvSpPr>
        <p:spPr>
          <a:xfrm>
            <a:off x="385398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4" name="Elipse 343">
            <a:extLst>
              <a:ext uri="{FF2B5EF4-FFF2-40B4-BE49-F238E27FC236}">
                <a16:creationId xmlns:a16="http://schemas.microsoft.com/office/drawing/2014/main" id="{9CE61C70-6FD2-0E3A-C5D8-6BA111368C20}"/>
              </a:ext>
            </a:extLst>
          </p:cNvPr>
          <p:cNvSpPr/>
          <p:nvPr/>
        </p:nvSpPr>
        <p:spPr>
          <a:xfrm>
            <a:off x="333066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5" name="Elipse 344">
            <a:extLst>
              <a:ext uri="{FF2B5EF4-FFF2-40B4-BE49-F238E27FC236}">
                <a16:creationId xmlns:a16="http://schemas.microsoft.com/office/drawing/2014/main" id="{B5F04D13-553D-AD55-455B-B6E3CA9CE641}"/>
              </a:ext>
            </a:extLst>
          </p:cNvPr>
          <p:cNvSpPr/>
          <p:nvPr/>
        </p:nvSpPr>
        <p:spPr>
          <a:xfrm rot="872776">
            <a:off x="399860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668FED6-D2E5-F49A-40AC-2FA68035B398}"/>
              </a:ext>
            </a:extLst>
          </p:cNvPr>
          <p:cNvCxnSpPr>
            <a:cxnSpLocks/>
          </p:cNvCxnSpPr>
          <p:nvPr/>
        </p:nvCxnSpPr>
        <p:spPr>
          <a:xfrm>
            <a:off x="387828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8C845133-98FB-DC19-A111-7866E53FD732}"/>
              </a:ext>
            </a:extLst>
          </p:cNvPr>
          <p:cNvCxnSpPr>
            <a:cxnSpLocks/>
          </p:cNvCxnSpPr>
          <p:nvPr/>
        </p:nvCxnSpPr>
        <p:spPr>
          <a:xfrm flipV="1">
            <a:off x="437066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Elipse 347">
            <a:extLst>
              <a:ext uri="{FF2B5EF4-FFF2-40B4-BE49-F238E27FC236}">
                <a16:creationId xmlns:a16="http://schemas.microsoft.com/office/drawing/2014/main" id="{726CEEEA-812E-6289-9266-729B8827B3AA}"/>
              </a:ext>
            </a:extLst>
          </p:cNvPr>
          <p:cNvSpPr/>
          <p:nvPr/>
        </p:nvSpPr>
        <p:spPr>
          <a:xfrm rot="19333876">
            <a:off x="319401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E2C8DA46-9211-453B-B296-327B7322059A}"/>
              </a:ext>
            </a:extLst>
          </p:cNvPr>
          <p:cNvCxnSpPr>
            <a:cxnSpLocks/>
          </p:cNvCxnSpPr>
          <p:nvPr/>
        </p:nvCxnSpPr>
        <p:spPr>
          <a:xfrm>
            <a:off x="407475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ángulo: esquinas redondeadas 349">
            <a:extLst>
              <a:ext uri="{FF2B5EF4-FFF2-40B4-BE49-F238E27FC236}">
                <a16:creationId xmlns:a16="http://schemas.microsoft.com/office/drawing/2014/main" id="{5C4118F2-F8BD-9F1B-542D-DC6B32A30695}"/>
              </a:ext>
            </a:extLst>
          </p:cNvPr>
          <p:cNvSpPr/>
          <p:nvPr/>
        </p:nvSpPr>
        <p:spPr>
          <a:xfrm>
            <a:off x="1738721" y="4650016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1" name="Rectángulo 350">
            <a:extLst>
              <a:ext uri="{FF2B5EF4-FFF2-40B4-BE49-F238E27FC236}">
                <a16:creationId xmlns:a16="http://schemas.microsoft.com/office/drawing/2014/main" id="{30223917-2203-DF63-EBCE-7A94D0780852}"/>
              </a:ext>
            </a:extLst>
          </p:cNvPr>
          <p:cNvSpPr/>
          <p:nvPr/>
        </p:nvSpPr>
        <p:spPr>
          <a:xfrm>
            <a:off x="1738675" y="4702139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2" name="Rectángulo: esquinas redondeadas 351">
            <a:extLst>
              <a:ext uri="{FF2B5EF4-FFF2-40B4-BE49-F238E27FC236}">
                <a16:creationId xmlns:a16="http://schemas.microsoft.com/office/drawing/2014/main" id="{9B6ED5CC-0347-4039-1B04-34BD54DFC7A5}"/>
              </a:ext>
            </a:extLst>
          </p:cNvPr>
          <p:cNvSpPr/>
          <p:nvPr/>
        </p:nvSpPr>
        <p:spPr>
          <a:xfrm>
            <a:off x="1772013" y="4657295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3CDC268E-BEEE-29AF-8F21-7A8AD7AF6366}"/>
              </a:ext>
            </a:extLst>
          </p:cNvPr>
          <p:cNvSpPr/>
          <p:nvPr/>
        </p:nvSpPr>
        <p:spPr>
          <a:xfrm>
            <a:off x="1719681" y="4472079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54" name="Conector recto 353">
            <a:extLst>
              <a:ext uri="{FF2B5EF4-FFF2-40B4-BE49-F238E27FC236}">
                <a16:creationId xmlns:a16="http://schemas.microsoft.com/office/drawing/2014/main" id="{439DC251-21AC-F76D-3AD7-30A027AEFD26}"/>
              </a:ext>
            </a:extLst>
          </p:cNvPr>
          <p:cNvCxnSpPr>
            <a:cxnSpLocks/>
          </p:cNvCxnSpPr>
          <p:nvPr/>
        </p:nvCxnSpPr>
        <p:spPr>
          <a:xfrm>
            <a:off x="1774443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63067FD3-553A-793C-4988-83E20CC059C2}"/>
              </a:ext>
            </a:extLst>
          </p:cNvPr>
          <p:cNvCxnSpPr>
            <a:cxnSpLocks/>
          </p:cNvCxnSpPr>
          <p:nvPr/>
        </p:nvCxnSpPr>
        <p:spPr>
          <a:xfrm flipV="1">
            <a:off x="1823681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865A6FE5-F027-8B22-213E-8ACAA0BEB97A}"/>
              </a:ext>
            </a:extLst>
          </p:cNvPr>
          <p:cNvCxnSpPr>
            <a:cxnSpLocks/>
          </p:cNvCxnSpPr>
          <p:nvPr/>
        </p:nvCxnSpPr>
        <p:spPr>
          <a:xfrm>
            <a:off x="1794090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Rectángulo: esquinas redondeadas 356">
            <a:extLst>
              <a:ext uri="{FF2B5EF4-FFF2-40B4-BE49-F238E27FC236}">
                <a16:creationId xmlns:a16="http://schemas.microsoft.com/office/drawing/2014/main" id="{97852469-4BB0-19B1-2CFE-084833442D89}"/>
              </a:ext>
            </a:extLst>
          </p:cNvPr>
          <p:cNvSpPr/>
          <p:nvPr/>
        </p:nvSpPr>
        <p:spPr>
          <a:xfrm>
            <a:off x="2019890" y="4663663"/>
            <a:ext cx="165953" cy="163517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8" name="Rectángulo 357">
            <a:extLst>
              <a:ext uri="{FF2B5EF4-FFF2-40B4-BE49-F238E27FC236}">
                <a16:creationId xmlns:a16="http://schemas.microsoft.com/office/drawing/2014/main" id="{9D33CDB7-8C02-F30E-CD54-0B500771A69E}"/>
              </a:ext>
            </a:extLst>
          </p:cNvPr>
          <p:cNvSpPr/>
          <p:nvPr/>
        </p:nvSpPr>
        <p:spPr>
          <a:xfrm>
            <a:off x="2019844" y="4715786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9" name="Rectángulo: esquinas redondeadas 358">
            <a:extLst>
              <a:ext uri="{FF2B5EF4-FFF2-40B4-BE49-F238E27FC236}">
                <a16:creationId xmlns:a16="http://schemas.microsoft.com/office/drawing/2014/main" id="{844F0A9B-3873-65E9-0E08-4DB5762904BC}"/>
              </a:ext>
            </a:extLst>
          </p:cNvPr>
          <p:cNvSpPr/>
          <p:nvPr/>
        </p:nvSpPr>
        <p:spPr>
          <a:xfrm>
            <a:off x="2053182" y="4670942"/>
            <a:ext cx="104775" cy="165600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0" name="Elipse 359">
            <a:extLst>
              <a:ext uri="{FF2B5EF4-FFF2-40B4-BE49-F238E27FC236}">
                <a16:creationId xmlns:a16="http://schemas.microsoft.com/office/drawing/2014/main" id="{8BCD52FF-6E68-B23C-DCB8-1BD32F079A4E}"/>
              </a:ext>
            </a:extLst>
          </p:cNvPr>
          <p:cNvSpPr/>
          <p:nvPr/>
        </p:nvSpPr>
        <p:spPr>
          <a:xfrm>
            <a:off x="2000850" y="4485726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4D15011-7AB3-8C14-6803-1F9F86359237}"/>
              </a:ext>
            </a:extLst>
          </p:cNvPr>
          <p:cNvCxnSpPr>
            <a:cxnSpLocks/>
          </p:cNvCxnSpPr>
          <p:nvPr/>
        </p:nvCxnSpPr>
        <p:spPr>
          <a:xfrm>
            <a:off x="2055612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361">
            <a:extLst>
              <a:ext uri="{FF2B5EF4-FFF2-40B4-BE49-F238E27FC236}">
                <a16:creationId xmlns:a16="http://schemas.microsoft.com/office/drawing/2014/main" id="{5A7BA930-F828-B7C8-5B75-3D5B0C9DE1F4}"/>
              </a:ext>
            </a:extLst>
          </p:cNvPr>
          <p:cNvCxnSpPr>
            <a:cxnSpLocks/>
          </p:cNvCxnSpPr>
          <p:nvPr/>
        </p:nvCxnSpPr>
        <p:spPr>
          <a:xfrm flipV="1">
            <a:off x="2104850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4B031355-A5EF-34EF-D46E-717343DB469C}"/>
              </a:ext>
            </a:extLst>
          </p:cNvPr>
          <p:cNvCxnSpPr>
            <a:cxnSpLocks/>
          </p:cNvCxnSpPr>
          <p:nvPr/>
        </p:nvCxnSpPr>
        <p:spPr>
          <a:xfrm>
            <a:off x="2075259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ángulo: esquinas redondeadas 363">
            <a:extLst>
              <a:ext uri="{FF2B5EF4-FFF2-40B4-BE49-F238E27FC236}">
                <a16:creationId xmlns:a16="http://schemas.microsoft.com/office/drawing/2014/main" id="{45F7D1D1-D472-DB74-EB35-D5DBB776202D}"/>
              </a:ext>
            </a:extLst>
          </p:cNvPr>
          <p:cNvSpPr/>
          <p:nvPr/>
        </p:nvSpPr>
        <p:spPr>
          <a:xfrm>
            <a:off x="6818232" y="4656384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EDAA1261-2456-133F-BB52-07024AF5A1D2}"/>
              </a:ext>
            </a:extLst>
          </p:cNvPr>
          <p:cNvSpPr/>
          <p:nvPr/>
        </p:nvSpPr>
        <p:spPr>
          <a:xfrm>
            <a:off x="6818186" y="4708507"/>
            <a:ext cx="166688" cy="121444"/>
          </a:xfrm>
          <a:prstGeom prst="rect">
            <a:avLst/>
          </a:prstGeom>
          <a:solidFill>
            <a:srgbClr val="91744A"/>
          </a:solidFill>
          <a:ln>
            <a:solidFill>
              <a:srgbClr val="91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6" name="Rectángulo: esquinas redondeadas 365">
            <a:extLst>
              <a:ext uri="{FF2B5EF4-FFF2-40B4-BE49-F238E27FC236}">
                <a16:creationId xmlns:a16="http://schemas.microsoft.com/office/drawing/2014/main" id="{8EF71C8C-C673-104E-9B13-CCC232133295}"/>
              </a:ext>
            </a:extLst>
          </p:cNvPr>
          <p:cNvSpPr/>
          <p:nvPr/>
        </p:nvSpPr>
        <p:spPr>
          <a:xfrm>
            <a:off x="6851524" y="4663663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3" name="Rectángulo: esquinas redondeadas 372">
            <a:extLst>
              <a:ext uri="{FF2B5EF4-FFF2-40B4-BE49-F238E27FC236}">
                <a16:creationId xmlns:a16="http://schemas.microsoft.com/office/drawing/2014/main" id="{5ADEF521-D4C2-1EB0-D06E-93771AE62B94}"/>
              </a:ext>
            </a:extLst>
          </p:cNvPr>
          <p:cNvSpPr/>
          <p:nvPr/>
        </p:nvSpPr>
        <p:spPr>
          <a:xfrm>
            <a:off x="7096406" y="4662975"/>
            <a:ext cx="165953" cy="163517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4" name="Rectángulo 373">
            <a:extLst>
              <a:ext uri="{FF2B5EF4-FFF2-40B4-BE49-F238E27FC236}">
                <a16:creationId xmlns:a16="http://schemas.microsoft.com/office/drawing/2014/main" id="{B4B19BC6-C570-37D6-07E4-24E8D8E4C96B}"/>
              </a:ext>
            </a:extLst>
          </p:cNvPr>
          <p:cNvSpPr/>
          <p:nvPr/>
        </p:nvSpPr>
        <p:spPr>
          <a:xfrm>
            <a:off x="7096360" y="471509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5" name="Rectángulo: esquinas redondeadas 374">
            <a:extLst>
              <a:ext uri="{FF2B5EF4-FFF2-40B4-BE49-F238E27FC236}">
                <a16:creationId xmlns:a16="http://schemas.microsoft.com/office/drawing/2014/main" id="{E16542A9-5608-1A49-3515-071C82425284}"/>
              </a:ext>
            </a:extLst>
          </p:cNvPr>
          <p:cNvSpPr/>
          <p:nvPr/>
        </p:nvSpPr>
        <p:spPr>
          <a:xfrm>
            <a:off x="7129698" y="4670254"/>
            <a:ext cx="104775" cy="165600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Rectángulo 381">
            <a:extLst>
              <a:ext uri="{FF2B5EF4-FFF2-40B4-BE49-F238E27FC236}">
                <a16:creationId xmlns:a16="http://schemas.microsoft.com/office/drawing/2014/main" id="{554AEC8C-4FE8-243A-9A18-86DB8363AEE7}"/>
              </a:ext>
            </a:extLst>
          </p:cNvPr>
          <p:cNvSpPr/>
          <p:nvPr/>
        </p:nvSpPr>
        <p:spPr>
          <a:xfrm>
            <a:off x="6659485" y="4751271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Rectángulo: esquinas redondeadas 382">
            <a:extLst>
              <a:ext uri="{FF2B5EF4-FFF2-40B4-BE49-F238E27FC236}">
                <a16:creationId xmlns:a16="http://schemas.microsoft.com/office/drawing/2014/main" id="{EA8DD0E9-FF6B-0B19-059B-38FF2D77468C}"/>
              </a:ext>
            </a:extLst>
          </p:cNvPr>
          <p:cNvSpPr/>
          <p:nvPr/>
        </p:nvSpPr>
        <p:spPr>
          <a:xfrm>
            <a:off x="6686244" y="4884723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0" name="Rectángulo 639">
            <a:extLst>
              <a:ext uri="{FF2B5EF4-FFF2-40B4-BE49-F238E27FC236}">
                <a16:creationId xmlns:a16="http://schemas.microsoft.com/office/drawing/2014/main" id="{ADB9A04C-C374-AB68-D3BE-201F93479DB7}"/>
              </a:ext>
            </a:extLst>
          </p:cNvPr>
          <p:cNvSpPr/>
          <p:nvPr/>
        </p:nvSpPr>
        <p:spPr>
          <a:xfrm>
            <a:off x="6686198" y="493684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1" name="Rectángulo: esquinas redondeadas 640">
            <a:extLst>
              <a:ext uri="{FF2B5EF4-FFF2-40B4-BE49-F238E27FC236}">
                <a16:creationId xmlns:a16="http://schemas.microsoft.com/office/drawing/2014/main" id="{625206C6-6541-2757-F0BC-591925BB8951}"/>
              </a:ext>
            </a:extLst>
          </p:cNvPr>
          <p:cNvSpPr/>
          <p:nvPr/>
        </p:nvSpPr>
        <p:spPr>
          <a:xfrm>
            <a:off x="6719536" y="4892002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2" name="Elipse 641">
            <a:extLst>
              <a:ext uri="{FF2B5EF4-FFF2-40B4-BE49-F238E27FC236}">
                <a16:creationId xmlns:a16="http://schemas.microsoft.com/office/drawing/2014/main" id="{763F9379-EF2B-B30D-AD4C-713CB150C4C1}"/>
              </a:ext>
            </a:extLst>
          </p:cNvPr>
          <p:cNvSpPr/>
          <p:nvPr/>
        </p:nvSpPr>
        <p:spPr>
          <a:xfrm>
            <a:off x="6667204" y="470678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3" name="Elipse 642">
            <a:extLst>
              <a:ext uri="{FF2B5EF4-FFF2-40B4-BE49-F238E27FC236}">
                <a16:creationId xmlns:a16="http://schemas.microsoft.com/office/drawing/2014/main" id="{A2140C25-0ABA-E3CC-96C0-EB08BAF51C0C}"/>
              </a:ext>
            </a:extLst>
          </p:cNvPr>
          <p:cNvSpPr/>
          <p:nvPr/>
        </p:nvSpPr>
        <p:spPr>
          <a:xfrm rot="872776">
            <a:off x="6733998" y="468525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727A822F-9F4D-EAB6-A86A-C76269D1B4E0}"/>
              </a:ext>
            </a:extLst>
          </p:cNvPr>
          <p:cNvCxnSpPr>
            <a:cxnSpLocks/>
          </p:cNvCxnSpPr>
          <p:nvPr/>
        </p:nvCxnSpPr>
        <p:spPr>
          <a:xfrm>
            <a:off x="6721966" y="479186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onector recto 644">
            <a:extLst>
              <a:ext uri="{FF2B5EF4-FFF2-40B4-BE49-F238E27FC236}">
                <a16:creationId xmlns:a16="http://schemas.microsoft.com/office/drawing/2014/main" id="{DFAD64CD-FFF0-E9CA-BC6B-B36C8B85B53C}"/>
              </a:ext>
            </a:extLst>
          </p:cNvPr>
          <p:cNvCxnSpPr>
            <a:cxnSpLocks/>
          </p:cNvCxnSpPr>
          <p:nvPr/>
        </p:nvCxnSpPr>
        <p:spPr>
          <a:xfrm flipV="1">
            <a:off x="6771204" y="479186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Elipse 645">
            <a:extLst>
              <a:ext uri="{FF2B5EF4-FFF2-40B4-BE49-F238E27FC236}">
                <a16:creationId xmlns:a16="http://schemas.microsoft.com/office/drawing/2014/main" id="{4F9CD0CB-1F37-3641-38E0-3ADB75D36EDD}"/>
              </a:ext>
            </a:extLst>
          </p:cNvPr>
          <p:cNvSpPr/>
          <p:nvPr/>
        </p:nvSpPr>
        <p:spPr>
          <a:xfrm rot="19333876">
            <a:off x="6653539" y="469851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7" name="Conector recto 646">
            <a:extLst>
              <a:ext uri="{FF2B5EF4-FFF2-40B4-BE49-F238E27FC236}">
                <a16:creationId xmlns:a16="http://schemas.microsoft.com/office/drawing/2014/main" id="{92A0EC3A-3B53-8AA2-8352-B28C11115DC3}"/>
              </a:ext>
            </a:extLst>
          </p:cNvPr>
          <p:cNvCxnSpPr>
            <a:cxnSpLocks/>
          </p:cNvCxnSpPr>
          <p:nvPr/>
        </p:nvCxnSpPr>
        <p:spPr>
          <a:xfrm>
            <a:off x="6741613" y="487679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Rectángulo 647">
            <a:extLst>
              <a:ext uri="{FF2B5EF4-FFF2-40B4-BE49-F238E27FC236}">
                <a16:creationId xmlns:a16="http://schemas.microsoft.com/office/drawing/2014/main" id="{DC692A8C-1152-E3FE-1CE3-B767D5DC1088}"/>
              </a:ext>
            </a:extLst>
          </p:cNvPr>
          <p:cNvSpPr/>
          <p:nvPr/>
        </p:nvSpPr>
        <p:spPr>
          <a:xfrm>
            <a:off x="5555830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9" name="Rectángulo: esquinas redondeadas 648">
            <a:extLst>
              <a:ext uri="{FF2B5EF4-FFF2-40B4-BE49-F238E27FC236}">
                <a16:creationId xmlns:a16="http://schemas.microsoft.com/office/drawing/2014/main" id="{3928C41A-0A2B-BCDC-049B-396E54B2243E}"/>
              </a:ext>
            </a:extLst>
          </p:cNvPr>
          <p:cNvSpPr/>
          <p:nvPr/>
        </p:nvSpPr>
        <p:spPr>
          <a:xfrm>
            <a:off x="5582589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0" name="Rectángulo 649">
            <a:extLst>
              <a:ext uri="{FF2B5EF4-FFF2-40B4-BE49-F238E27FC236}">
                <a16:creationId xmlns:a16="http://schemas.microsoft.com/office/drawing/2014/main" id="{BA4C11A7-97B2-EE38-240B-080BE527FEE6}"/>
              </a:ext>
            </a:extLst>
          </p:cNvPr>
          <p:cNvSpPr/>
          <p:nvPr/>
        </p:nvSpPr>
        <p:spPr>
          <a:xfrm>
            <a:off x="5582543" y="4937738"/>
            <a:ext cx="166688" cy="121444"/>
          </a:xfrm>
          <a:prstGeom prst="rect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1" name="Rectángulo: esquinas redondeadas 650">
            <a:extLst>
              <a:ext uri="{FF2B5EF4-FFF2-40B4-BE49-F238E27FC236}">
                <a16:creationId xmlns:a16="http://schemas.microsoft.com/office/drawing/2014/main" id="{C2AACB66-F9A5-EAC8-241C-9F87985AF068}"/>
              </a:ext>
            </a:extLst>
          </p:cNvPr>
          <p:cNvSpPr/>
          <p:nvPr/>
        </p:nvSpPr>
        <p:spPr>
          <a:xfrm>
            <a:off x="5615881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2" name="Elipse 651">
            <a:extLst>
              <a:ext uri="{FF2B5EF4-FFF2-40B4-BE49-F238E27FC236}">
                <a16:creationId xmlns:a16="http://schemas.microsoft.com/office/drawing/2014/main" id="{CD2EEBEA-75F1-035F-A021-A1FC0E1FA6A9}"/>
              </a:ext>
            </a:extLst>
          </p:cNvPr>
          <p:cNvSpPr/>
          <p:nvPr/>
        </p:nvSpPr>
        <p:spPr>
          <a:xfrm>
            <a:off x="5563549" y="4707678"/>
            <a:ext cx="209551" cy="198175"/>
          </a:xfrm>
          <a:prstGeom prst="ellipse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3" name="Elipse 652">
            <a:extLst>
              <a:ext uri="{FF2B5EF4-FFF2-40B4-BE49-F238E27FC236}">
                <a16:creationId xmlns:a16="http://schemas.microsoft.com/office/drawing/2014/main" id="{F18E9B2D-0CEB-8B54-A890-DD08BE99CF5A}"/>
              </a:ext>
            </a:extLst>
          </p:cNvPr>
          <p:cNvSpPr/>
          <p:nvPr/>
        </p:nvSpPr>
        <p:spPr>
          <a:xfrm rot="872776">
            <a:off x="5630343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4" name="Conector recto 653">
            <a:extLst>
              <a:ext uri="{FF2B5EF4-FFF2-40B4-BE49-F238E27FC236}">
                <a16:creationId xmlns:a16="http://schemas.microsoft.com/office/drawing/2014/main" id="{80787589-16F6-7856-6DFC-D01D64E391FF}"/>
              </a:ext>
            </a:extLst>
          </p:cNvPr>
          <p:cNvCxnSpPr>
            <a:cxnSpLocks/>
          </p:cNvCxnSpPr>
          <p:nvPr/>
        </p:nvCxnSpPr>
        <p:spPr>
          <a:xfrm>
            <a:off x="5618311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ector recto 654">
            <a:extLst>
              <a:ext uri="{FF2B5EF4-FFF2-40B4-BE49-F238E27FC236}">
                <a16:creationId xmlns:a16="http://schemas.microsoft.com/office/drawing/2014/main" id="{70589DE6-B5B7-F476-8DAB-4CD771B0AC52}"/>
              </a:ext>
            </a:extLst>
          </p:cNvPr>
          <p:cNvCxnSpPr>
            <a:cxnSpLocks/>
          </p:cNvCxnSpPr>
          <p:nvPr/>
        </p:nvCxnSpPr>
        <p:spPr>
          <a:xfrm flipV="1">
            <a:off x="5667549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Elipse 655">
            <a:extLst>
              <a:ext uri="{FF2B5EF4-FFF2-40B4-BE49-F238E27FC236}">
                <a16:creationId xmlns:a16="http://schemas.microsoft.com/office/drawing/2014/main" id="{EE0F1315-70D5-D380-5CC0-B3C5BC12F7C7}"/>
              </a:ext>
            </a:extLst>
          </p:cNvPr>
          <p:cNvSpPr/>
          <p:nvPr/>
        </p:nvSpPr>
        <p:spPr>
          <a:xfrm rot="19333876">
            <a:off x="5549884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91A9E885-50BB-43AD-C2D3-C29972545DBF}"/>
              </a:ext>
            </a:extLst>
          </p:cNvPr>
          <p:cNvCxnSpPr>
            <a:cxnSpLocks/>
          </p:cNvCxnSpPr>
          <p:nvPr/>
        </p:nvCxnSpPr>
        <p:spPr>
          <a:xfrm>
            <a:off x="5637958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8" name="Rectángulo 657">
            <a:extLst>
              <a:ext uri="{FF2B5EF4-FFF2-40B4-BE49-F238E27FC236}">
                <a16:creationId xmlns:a16="http://schemas.microsoft.com/office/drawing/2014/main" id="{7D21364F-48C1-122B-57D8-65904F7C6F2B}"/>
              </a:ext>
            </a:extLst>
          </p:cNvPr>
          <p:cNvSpPr/>
          <p:nvPr/>
        </p:nvSpPr>
        <p:spPr>
          <a:xfrm>
            <a:off x="2470303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9" name="Rectángulo: esquinas redondeadas 658">
            <a:extLst>
              <a:ext uri="{FF2B5EF4-FFF2-40B4-BE49-F238E27FC236}">
                <a16:creationId xmlns:a16="http://schemas.microsoft.com/office/drawing/2014/main" id="{7942F000-EF00-2823-E019-F13741C8FC4A}"/>
              </a:ext>
            </a:extLst>
          </p:cNvPr>
          <p:cNvSpPr/>
          <p:nvPr/>
        </p:nvSpPr>
        <p:spPr>
          <a:xfrm>
            <a:off x="2497062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0" name="Rectángulo 659">
            <a:extLst>
              <a:ext uri="{FF2B5EF4-FFF2-40B4-BE49-F238E27FC236}">
                <a16:creationId xmlns:a16="http://schemas.microsoft.com/office/drawing/2014/main" id="{2B880562-CB47-797D-BB27-A8DCDC3AA832}"/>
              </a:ext>
            </a:extLst>
          </p:cNvPr>
          <p:cNvSpPr/>
          <p:nvPr/>
        </p:nvSpPr>
        <p:spPr>
          <a:xfrm>
            <a:off x="2497016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1" name="Rectángulo: esquinas redondeadas 660">
            <a:extLst>
              <a:ext uri="{FF2B5EF4-FFF2-40B4-BE49-F238E27FC236}">
                <a16:creationId xmlns:a16="http://schemas.microsoft.com/office/drawing/2014/main" id="{496AB01B-50EC-7FA9-C991-B4C94FF6E5FD}"/>
              </a:ext>
            </a:extLst>
          </p:cNvPr>
          <p:cNvSpPr/>
          <p:nvPr/>
        </p:nvSpPr>
        <p:spPr>
          <a:xfrm>
            <a:off x="2530354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2" name="Elipse 661">
            <a:extLst>
              <a:ext uri="{FF2B5EF4-FFF2-40B4-BE49-F238E27FC236}">
                <a16:creationId xmlns:a16="http://schemas.microsoft.com/office/drawing/2014/main" id="{6078CD29-5BD8-B1A5-1173-00B1FEE0B654}"/>
              </a:ext>
            </a:extLst>
          </p:cNvPr>
          <p:cNvSpPr/>
          <p:nvPr/>
        </p:nvSpPr>
        <p:spPr>
          <a:xfrm>
            <a:off x="2478022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3" name="Elipse 662">
            <a:extLst>
              <a:ext uri="{FF2B5EF4-FFF2-40B4-BE49-F238E27FC236}">
                <a16:creationId xmlns:a16="http://schemas.microsoft.com/office/drawing/2014/main" id="{C48479DA-E021-80D5-F404-72AD9CB2429A}"/>
              </a:ext>
            </a:extLst>
          </p:cNvPr>
          <p:cNvSpPr/>
          <p:nvPr/>
        </p:nvSpPr>
        <p:spPr>
          <a:xfrm rot="872776">
            <a:off x="2544816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286ABB6C-AD35-1175-CC01-98FCA949EABB}"/>
              </a:ext>
            </a:extLst>
          </p:cNvPr>
          <p:cNvCxnSpPr>
            <a:cxnSpLocks/>
          </p:cNvCxnSpPr>
          <p:nvPr/>
        </p:nvCxnSpPr>
        <p:spPr>
          <a:xfrm>
            <a:off x="2532784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2FEC76B9-4816-53F0-09DC-1FFC3B2E6918}"/>
              </a:ext>
            </a:extLst>
          </p:cNvPr>
          <p:cNvCxnSpPr>
            <a:cxnSpLocks/>
          </p:cNvCxnSpPr>
          <p:nvPr/>
        </p:nvCxnSpPr>
        <p:spPr>
          <a:xfrm flipV="1">
            <a:off x="2582022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6" name="Elipse 665">
            <a:extLst>
              <a:ext uri="{FF2B5EF4-FFF2-40B4-BE49-F238E27FC236}">
                <a16:creationId xmlns:a16="http://schemas.microsoft.com/office/drawing/2014/main" id="{B3607FF8-93FF-0A4F-3519-E30474E33673}"/>
              </a:ext>
            </a:extLst>
          </p:cNvPr>
          <p:cNvSpPr/>
          <p:nvPr/>
        </p:nvSpPr>
        <p:spPr>
          <a:xfrm rot="19333876">
            <a:off x="2464357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7" name="Conector recto 666">
            <a:extLst>
              <a:ext uri="{FF2B5EF4-FFF2-40B4-BE49-F238E27FC236}">
                <a16:creationId xmlns:a16="http://schemas.microsoft.com/office/drawing/2014/main" id="{DAA50BC5-2FB8-F00E-1E4B-3FF83F3121AE}"/>
              </a:ext>
            </a:extLst>
          </p:cNvPr>
          <p:cNvCxnSpPr>
            <a:cxnSpLocks/>
          </p:cNvCxnSpPr>
          <p:nvPr/>
        </p:nvCxnSpPr>
        <p:spPr>
          <a:xfrm>
            <a:off x="2552431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Rectángulo 667">
            <a:extLst>
              <a:ext uri="{FF2B5EF4-FFF2-40B4-BE49-F238E27FC236}">
                <a16:creationId xmlns:a16="http://schemas.microsoft.com/office/drawing/2014/main" id="{08A7BE05-BC4E-176E-008E-74DB62407E30}"/>
              </a:ext>
            </a:extLst>
          </p:cNvPr>
          <p:cNvSpPr/>
          <p:nvPr/>
        </p:nvSpPr>
        <p:spPr>
          <a:xfrm>
            <a:off x="9669712" y="4971238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9" name="Rectángulo: esquinas redondeadas 668">
            <a:extLst>
              <a:ext uri="{FF2B5EF4-FFF2-40B4-BE49-F238E27FC236}">
                <a16:creationId xmlns:a16="http://schemas.microsoft.com/office/drawing/2014/main" id="{FE034A4F-14B6-C25A-8912-3A6B4983968A}"/>
              </a:ext>
            </a:extLst>
          </p:cNvPr>
          <p:cNvSpPr/>
          <p:nvPr/>
        </p:nvSpPr>
        <p:spPr>
          <a:xfrm>
            <a:off x="9696471" y="5104690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0" name="Rectángulo 669">
            <a:extLst>
              <a:ext uri="{FF2B5EF4-FFF2-40B4-BE49-F238E27FC236}">
                <a16:creationId xmlns:a16="http://schemas.microsoft.com/office/drawing/2014/main" id="{3DDB3AD3-19B2-7E59-DB72-6ACF621997A3}"/>
              </a:ext>
            </a:extLst>
          </p:cNvPr>
          <p:cNvSpPr/>
          <p:nvPr/>
        </p:nvSpPr>
        <p:spPr>
          <a:xfrm>
            <a:off x="9696425" y="5156813"/>
            <a:ext cx="166688" cy="121444"/>
          </a:xfrm>
          <a:prstGeom prst="rect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1" name="Rectángulo: esquinas redondeadas 670">
            <a:extLst>
              <a:ext uri="{FF2B5EF4-FFF2-40B4-BE49-F238E27FC236}">
                <a16:creationId xmlns:a16="http://schemas.microsoft.com/office/drawing/2014/main" id="{A42571AE-AB64-DD81-AEAC-D02ED1BE374E}"/>
              </a:ext>
            </a:extLst>
          </p:cNvPr>
          <p:cNvSpPr/>
          <p:nvPr/>
        </p:nvSpPr>
        <p:spPr>
          <a:xfrm>
            <a:off x="9729763" y="5111969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2" name="Elipse 671">
            <a:extLst>
              <a:ext uri="{FF2B5EF4-FFF2-40B4-BE49-F238E27FC236}">
                <a16:creationId xmlns:a16="http://schemas.microsoft.com/office/drawing/2014/main" id="{BAA4BEEA-9CA6-1610-C7AB-993853899FAE}"/>
              </a:ext>
            </a:extLst>
          </p:cNvPr>
          <p:cNvSpPr/>
          <p:nvPr/>
        </p:nvSpPr>
        <p:spPr>
          <a:xfrm>
            <a:off x="9677431" y="4926753"/>
            <a:ext cx="209551" cy="198175"/>
          </a:xfrm>
          <a:prstGeom prst="ellipse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3" name="Elipse 672">
            <a:extLst>
              <a:ext uri="{FF2B5EF4-FFF2-40B4-BE49-F238E27FC236}">
                <a16:creationId xmlns:a16="http://schemas.microsoft.com/office/drawing/2014/main" id="{F42EF84C-1F61-EFA3-D57C-10F3B722C6E6}"/>
              </a:ext>
            </a:extLst>
          </p:cNvPr>
          <p:cNvSpPr/>
          <p:nvPr/>
        </p:nvSpPr>
        <p:spPr>
          <a:xfrm rot="872776">
            <a:off x="9744225" y="4905220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4" name="Conector recto 673">
            <a:extLst>
              <a:ext uri="{FF2B5EF4-FFF2-40B4-BE49-F238E27FC236}">
                <a16:creationId xmlns:a16="http://schemas.microsoft.com/office/drawing/2014/main" id="{EAB0173E-F954-94DF-2881-74CBEE438FF4}"/>
              </a:ext>
            </a:extLst>
          </p:cNvPr>
          <p:cNvCxnSpPr>
            <a:cxnSpLocks/>
          </p:cNvCxnSpPr>
          <p:nvPr/>
        </p:nvCxnSpPr>
        <p:spPr>
          <a:xfrm>
            <a:off x="9732193" y="501182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onector recto 674">
            <a:extLst>
              <a:ext uri="{FF2B5EF4-FFF2-40B4-BE49-F238E27FC236}">
                <a16:creationId xmlns:a16="http://schemas.microsoft.com/office/drawing/2014/main" id="{84ED549B-3043-3A9B-BAE5-4DF7AECED90E}"/>
              </a:ext>
            </a:extLst>
          </p:cNvPr>
          <p:cNvCxnSpPr>
            <a:cxnSpLocks/>
          </p:cNvCxnSpPr>
          <p:nvPr/>
        </p:nvCxnSpPr>
        <p:spPr>
          <a:xfrm flipV="1">
            <a:off x="9781431" y="501182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Elipse 675">
            <a:extLst>
              <a:ext uri="{FF2B5EF4-FFF2-40B4-BE49-F238E27FC236}">
                <a16:creationId xmlns:a16="http://schemas.microsoft.com/office/drawing/2014/main" id="{618E7C30-340D-BF46-615C-297BAB4A68DC}"/>
              </a:ext>
            </a:extLst>
          </p:cNvPr>
          <p:cNvSpPr/>
          <p:nvPr/>
        </p:nvSpPr>
        <p:spPr>
          <a:xfrm rot="19333876">
            <a:off x="9663766" y="4918481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7" name="Conector recto 676">
            <a:extLst>
              <a:ext uri="{FF2B5EF4-FFF2-40B4-BE49-F238E27FC236}">
                <a16:creationId xmlns:a16="http://schemas.microsoft.com/office/drawing/2014/main" id="{1E59DCDA-F580-F686-2A3B-1408BCA87028}"/>
              </a:ext>
            </a:extLst>
          </p:cNvPr>
          <p:cNvCxnSpPr>
            <a:cxnSpLocks/>
          </p:cNvCxnSpPr>
          <p:nvPr/>
        </p:nvCxnSpPr>
        <p:spPr>
          <a:xfrm>
            <a:off x="9751840" y="509675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ángulo: esquinas redondeadas 391">
            <a:extLst>
              <a:ext uri="{FF2B5EF4-FFF2-40B4-BE49-F238E27FC236}">
                <a16:creationId xmlns:a16="http://schemas.microsoft.com/office/drawing/2014/main" id="{CD3D62B8-1E98-F2F7-AF08-0866D002BAA5}"/>
              </a:ext>
            </a:extLst>
          </p:cNvPr>
          <p:cNvSpPr/>
          <p:nvPr/>
        </p:nvSpPr>
        <p:spPr>
          <a:xfrm>
            <a:off x="7839789" y="4892248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3F39B22C-B7BA-B610-E12C-E5FD26AD42C8}"/>
              </a:ext>
            </a:extLst>
          </p:cNvPr>
          <p:cNvSpPr/>
          <p:nvPr/>
        </p:nvSpPr>
        <p:spPr>
          <a:xfrm>
            <a:off x="7839743" y="494437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Rectángulo: esquinas redondeadas 393">
            <a:extLst>
              <a:ext uri="{FF2B5EF4-FFF2-40B4-BE49-F238E27FC236}">
                <a16:creationId xmlns:a16="http://schemas.microsoft.com/office/drawing/2014/main" id="{C963870F-D17B-8765-AE55-39A65323A4DF}"/>
              </a:ext>
            </a:extLst>
          </p:cNvPr>
          <p:cNvSpPr/>
          <p:nvPr/>
        </p:nvSpPr>
        <p:spPr>
          <a:xfrm>
            <a:off x="7873081" y="4899527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Elipse 394">
            <a:extLst>
              <a:ext uri="{FF2B5EF4-FFF2-40B4-BE49-F238E27FC236}">
                <a16:creationId xmlns:a16="http://schemas.microsoft.com/office/drawing/2014/main" id="{2AD3F04F-BB9D-1CE2-36EA-8598ED4A1D15}"/>
              </a:ext>
            </a:extLst>
          </p:cNvPr>
          <p:cNvSpPr/>
          <p:nvPr/>
        </p:nvSpPr>
        <p:spPr>
          <a:xfrm>
            <a:off x="7820749" y="471431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3CA3F0A6-4747-425F-1C53-1F95D5F97037}"/>
              </a:ext>
            </a:extLst>
          </p:cNvPr>
          <p:cNvSpPr/>
          <p:nvPr/>
        </p:nvSpPr>
        <p:spPr>
          <a:xfrm rot="872776">
            <a:off x="7887543" y="469277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15B6395-AC7A-0F8C-7E98-8DF87274E2AD}"/>
              </a:ext>
            </a:extLst>
          </p:cNvPr>
          <p:cNvCxnSpPr>
            <a:cxnSpLocks/>
          </p:cNvCxnSpPr>
          <p:nvPr/>
        </p:nvCxnSpPr>
        <p:spPr>
          <a:xfrm>
            <a:off x="7875511" y="479938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ector recto 397">
            <a:extLst>
              <a:ext uri="{FF2B5EF4-FFF2-40B4-BE49-F238E27FC236}">
                <a16:creationId xmlns:a16="http://schemas.microsoft.com/office/drawing/2014/main" id="{BFF1A7D6-62D7-EFA8-F72B-D5CB7800664B}"/>
              </a:ext>
            </a:extLst>
          </p:cNvPr>
          <p:cNvCxnSpPr>
            <a:cxnSpLocks/>
          </p:cNvCxnSpPr>
          <p:nvPr/>
        </p:nvCxnSpPr>
        <p:spPr>
          <a:xfrm flipV="1">
            <a:off x="7924749" y="479938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Elipse 398">
            <a:extLst>
              <a:ext uri="{FF2B5EF4-FFF2-40B4-BE49-F238E27FC236}">
                <a16:creationId xmlns:a16="http://schemas.microsoft.com/office/drawing/2014/main" id="{3E65E1C5-ADC2-8AA6-7C90-353C290D6A41}"/>
              </a:ext>
            </a:extLst>
          </p:cNvPr>
          <p:cNvSpPr/>
          <p:nvPr/>
        </p:nvSpPr>
        <p:spPr>
          <a:xfrm rot="19333876">
            <a:off x="7807084" y="470603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0" name="Conector recto 399">
            <a:extLst>
              <a:ext uri="{FF2B5EF4-FFF2-40B4-BE49-F238E27FC236}">
                <a16:creationId xmlns:a16="http://schemas.microsoft.com/office/drawing/2014/main" id="{AEFF2E35-FED1-9E1F-995D-8E65C28346C0}"/>
              </a:ext>
            </a:extLst>
          </p:cNvPr>
          <p:cNvCxnSpPr>
            <a:cxnSpLocks/>
          </p:cNvCxnSpPr>
          <p:nvPr/>
        </p:nvCxnSpPr>
        <p:spPr>
          <a:xfrm>
            <a:off x="7895158" y="488431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Rectángulo: esquinas redondeadas 409">
            <a:extLst>
              <a:ext uri="{FF2B5EF4-FFF2-40B4-BE49-F238E27FC236}">
                <a16:creationId xmlns:a16="http://schemas.microsoft.com/office/drawing/2014/main" id="{A956E1E7-C5EB-A629-E730-649A9F6F761F}"/>
              </a:ext>
            </a:extLst>
          </p:cNvPr>
          <p:cNvSpPr/>
          <p:nvPr/>
        </p:nvSpPr>
        <p:spPr>
          <a:xfrm>
            <a:off x="6981656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1" name="Rectángulo 410">
            <a:extLst>
              <a:ext uri="{FF2B5EF4-FFF2-40B4-BE49-F238E27FC236}">
                <a16:creationId xmlns:a16="http://schemas.microsoft.com/office/drawing/2014/main" id="{098DC239-26D9-5002-DCB2-77D97D259318}"/>
              </a:ext>
            </a:extLst>
          </p:cNvPr>
          <p:cNvSpPr/>
          <p:nvPr/>
        </p:nvSpPr>
        <p:spPr>
          <a:xfrm>
            <a:off x="6981610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2" name="Rectángulo: esquinas redondeadas 411">
            <a:extLst>
              <a:ext uri="{FF2B5EF4-FFF2-40B4-BE49-F238E27FC236}">
                <a16:creationId xmlns:a16="http://schemas.microsoft.com/office/drawing/2014/main" id="{93E6031E-D91A-3743-5D70-A2A7FF025817}"/>
              </a:ext>
            </a:extLst>
          </p:cNvPr>
          <p:cNvSpPr/>
          <p:nvPr/>
        </p:nvSpPr>
        <p:spPr>
          <a:xfrm>
            <a:off x="7014948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3" name="Elipse 412">
            <a:extLst>
              <a:ext uri="{FF2B5EF4-FFF2-40B4-BE49-F238E27FC236}">
                <a16:creationId xmlns:a16="http://schemas.microsoft.com/office/drawing/2014/main" id="{34A0C327-C703-7485-3157-C8B6BBD971A1}"/>
              </a:ext>
            </a:extLst>
          </p:cNvPr>
          <p:cNvSpPr/>
          <p:nvPr/>
        </p:nvSpPr>
        <p:spPr>
          <a:xfrm>
            <a:off x="6962616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4" name="Elipse 413">
            <a:extLst>
              <a:ext uri="{FF2B5EF4-FFF2-40B4-BE49-F238E27FC236}">
                <a16:creationId xmlns:a16="http://schemas.microsoft.com/office/drawing/2014/main" id="{7AFE08C1-8255-D84E-6860-BAA7C76E4C59}"/>
              </a:ext>
            </a:extLst>
          </p:cNvPr>
          <p:cNvSpPr/>
          <p:nvPr/>
        </p:nvSpPr>
        <p:spPr>
          <a:xfrm rot="872776">
            <a:off x="7029410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5" name="Conector recto 414">
            <a:extLst>
              <a:ext uri="{FF2B5EF4-FFF2-40B4-BE49-F238E27FC236}">
                <a16:creationId xmlns:a16="http://schemas.microsoft.com/office/drawing/2014/main" id="{2EB11944-D213-42BE-1EBB-C02CFAB77118}"/>
              </a:ext>
            </a:extLst>
          </p:cNvPr>
          <p:cNvCxnSpPr>
            <a:cxnSpLocks/>
          </p:cNvCxnSpPr>
          <p:nvPr/>
        </p:nvCxnSpPr>
        <p:spPr>
          <a:xfrm>
            <a:off x="7017378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ector recto 415">
            <a:extLst>
              <a:ext uri="{FF2B5EF4-FFF2-40B4-BE49-F238E27FC236}">
                <a16:creationId xmlns:a16="http://schemas.microsoft.com/office/drawing/2014/main" id="{33715577-C8A2-1239-4D74-EEA9535416A1}"/>
              </a:ext>
            </a:extLst>
          </p:cNvPr>
          <p:cNvCxnSpPr>
            <a:cxnSpLocks/>
          </p:cNvCxnSpPr>
          <p:nvPr/>
        </p:nvCxnSpPr>
        <p:spPr>
          <a:xfrm flipV="1">
            <a:off x="7066616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Elipse 416">
            <a:extLst>
              <a:ext uri="{FF2B5EF4-FFF2-40B4-BE49-F238E27FC236}">
                <a16:creationId xmlns:a16="http://schemas.microsoft.com/office/drawing/2014/main" id="{71CD5E68-23EC-6863-D840-6E76B3960460}"/>
              </a:ext>
            </a:extLst>
          </p:cNvPr>
          <p:cNvSpPr/>
          <p:nvPr/>
        </p:nvSpPr>
        <p:spPr>
          <a:xfrm rot="19333876">
            <a:off x="6948951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8" name="Conector recto 417">
            <a:extLst>
              <a:ext uri="{FF2B5EF4-FFF2-40B4-BE49-F238E27FC236}">
                <a16:creationId xmlns:a16="http://schemas.microsoft.com/office/drawing/2014/main" id="{08EF6068-E20C-450A-EA2F-CA32C089516B}"/>
              </a:ext>
            </a:extLst>
          </p:cNvPr>
          <p:cNvCxnSpPr>
            <a:cxnSpLocks/>
          </p:cNvCxnSpPr>
          <p:nvPr/>
        </p:nvCxnSpPr>
        <p:spPr>
          <a:xfrm>
            <a:off x="7037025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Rectángulo: esquinas redondeadas 418">
            <a:extLst>
              <a:ext uri="{FF2B5EF4-FFF2-40B4-BE49-F238E27FC236}">
                <a16:creationId xmlns:a16="http://schemas.microsoft.com/office/drawing/2014/main" id="{C421808B-9DD2-D97A-D65B-53BE0FFF6A4D}"/>
              </a:ext>
            </a:extLst>
          </p:cNvPr>
          <p:cNvSpPr/>
          <p:nvPr/>
        </p:nvSpPr>
        <p:spPr>
          <a:xfrm>
            <a:off x="1802425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0" name="Rectángulo 419">
            <a:extLst>
              <a:ext uri="{FF2B5EF4-FFF2-40B4-BE49-F238E27FC236}">
                <a16:creationId xmlns:a16="http://schemas.microsoft.com/office/drawing/2014/main" id="{4D33C88C-DEB2-99C3-DF93-5532D423DBCA}"/>
              </a:ext>
            </a:extLst>
          </p:cNvPr>
          <p:cNvSpPr/>
          <p:nvPr/>
        </p:nvSpPr>
        <p:spPr>
          <a:xfrm>
            <a:off x="1802379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1" name="Rectángulo: esquinas redondeadas 420">
            <a:extLst>
              <a:ext uri="{FF2B5EF4-FFF2-40B4-BE49-F238E27FC236}">
                <a16:creationId xmlns:a16="http://schemas.microsoft.com/office/drawing/2014/main" id="{CE5DDCAF-76B9-6787-E023-9D7886DECE06}"/>
              </a:ext>
            </a:extLst>
          </p:cNvPr>
          <p:cNvSpPr/>
          <p:nvPr/>
        </p:nvSpPr>
        <p:spPr>
          <a:xfrm>
            <a:off x="1835717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2" name="Elipse 421">
            <a:extLst>
              <a:ext uri="{FF2B5EF4-FFF2-40B4-BE49-F238E27FC236}">
                <a16:creationId xmlns:a16="http://schemas.microsoft.com/office/drawing/2014/main" id="{5F90CE25-A7B4-AAFB-E9B3-A396878412B5}"/>
              </a:ext>
            </a:extLst>
          </p:cNvPr>
          <p:cNvSpPr/>
          <p:nvPr/>
        </p:nvSpPr>
        <p:spPr>
          <a:xfrm>
            <a:off x="1783385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3" name="Elipse 422">
            <a:extLst>
              <a:ext uri="{FF2B5EF4-FFF2-40B4-BE49-F238E27FC236}">
                <a16:creationId xmlns:a16="http://schemas.microsoft.com/office/drawing/2014/main" id="{2CCB5F7C-B3F4-E89A-253F-9377DF3CA7DD}"/>
              </a:ext>
            </a:extLst>
          </p:cNvPr>
          <p:cNvSpPr/>
          <p:nvPr/>
        </p:nvSpPr>
        <p:spPr>
          <a:xfrm rot="872776">
            <a:off x="1850179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4" name="Conector recto 423">
            <a:extLst>
              <a:ext uri="{FF2B5EF4-FFF2-40B4-BE49-F238E27FC236}">
                <a16:creationId xmlns:a16="http://schemas.microsoft.com/office/drawing/2014/main" id="{FC116604-FE7B-FEB9-CCC1-7654B2D8CCC3}"/>
              </a:ext>
            </a:extLst>
          </p:cNvPr>
          <p:cNvCxnSpPr>
            <a:cxnSpLocks/>
          </p:cNvCxnSpPr>
          <p:nvPr/>
        </p:nvCxnSpPr>
        <p:spPr>
          <a:xfrm>
            <a:off x="1838147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ector recto 424">
            <a:extLst>
              <a:ext uri="{FF2B5EF4-FFF2-40B4-BE49-F238E27FC236}">
                <a16:creationId xmlns:a16="http://schemas.microsoft.com/office/drawing/2014/main" id="{D66DA86A-EA58-4BC0-2863-4FAA8861B2E4}"/>
              </a:ext>
            </a:extLst>
          </p:cNvPr>
          <p:cNvCxnSpPr>
            <a:cxnSpLocks/>
          </p:cNvCxnSpPr>
          <p:nvPr/>
        </p:nvCxnSpPr>
        <p:spPr>
          <a:xfrm flipV="1">
            <a:off x="1887385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Elipse 425">
            <a:extLst>
              <a:ext uri="{FF2B5EF4-FFF2-40B4-BE49-F238E27FC236}">
                <a16:creationId xmlns:a16="http://schemas.microsoft.com/office/drawing/2014/main" id="{B68A0246-6CBC-CB8D-5750-B4649B3C1EF2}"/>
              </a:ext>
            </a:extLst>
          </p:cNvPr>
          <p:cNvSpPr/>
          <p:nvPr/>
        </p:nvSpPr>
        <p:spPr>
          <a:xfrm rot="19333876">
            <a:off x="1769720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7" name="Conector recto 426">
            <a:extLst>
              <a:ext uri="{FF2B5EF4-FFF2-40B4-BE49-F238E27FC236}">
                <a16:creationId xmlns:a16="http://schemas.microsoft.com/office/drawing/2014/main" id="{782BF78B-401B-BC4A-7473-64C61EF3896E}"/>
              </a:ext>
            </a:extLst>
          </p:cNvPr>
          <p:cNvCxnSpPr>
            <a:cxnSpLocks/>
          </p:cNvCxnSpPr>
          <p:nvPr/>
        </p:nvCxnSpPr>
        <p:spPr>
          <a:xfrm>
            <a:off x="1857794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ectángulo: esquinas redondeadas 427">
            <a:extLst>
              <a:ext uri="{FF2B5EF4-FFF2-40B4-BE49-F238E27FC236}">
                <a16:creationId xmlns:a16="http://schemas.microsoft.com/office/drawing/2014/main" id="{B4CBC279-7D19-86BD-1046-36E9A8145269}"/>
              </a:ext>
            </a:extLst>
          </p:cNvPr>
          <p:cNvSpPr/>
          <p:nvPr/>
        </p:nvSpPr>
        <p:spPr>
          <a:xfrm>
            <a:off x="573613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9" name="Rectángulo 428">
            <a:extLst>
              <a:ext uri="{FF2B5EF4-FFF2-40B4-BE49-F238E27FC236}">
                <a16:creationId xmlns:a16="http://schemas.microsoft.com/office/drawing/2014/main" id="{4BD1D343-95AE-0A0E-0000-1A6AFAFE0EAD}"/>
              </a:ext>
            </a:extLst>
          </p:cNvPr>
          <p:cNvSpPr/>
          <p:nvPr/>
        </p:nvSpPr>
        <p:spPr>
          <a:xfrm>
            <a:off x="573567" y="4937738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0" name="Rectángulo: esquinas redondeadas 429">
            <a:extLst>
              <a:ext uri="{FF2B5EF4-FFF2-40B4-BE49-F238E27FC236}">
                <a16:creationId xmlns:a16="http://schemas.microsoft.com/office/drawing/2014/main" id="{9F574BE2-E0E1-DC11-2D30-DB78D76FDAA8}"/>
              </a:ext>
            </a:extLst>
          </p:cNvPr>
          <p:cNvSpPr/>
          <p:nvPr/>
        </p:nvSpPr>
        <p:spPr>
          <a:xfrm>
            <a:off x="606905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1" name="Elipse 430">
            <a:extLst>
              <a:ext uri="{FF2B5EF4-FFF2-40B4-BE49-F238E27FC236}">
                <a16:creationId xmlns:a16="http://schemas.microsoft.com/office/drawing/2014/main" id="{F301A9D8-B927-8709-9CA6-4D2EBED9FD6F}"/>
              </a:ext>
            </a:extLst>
          </p:cNvPr>
          <p:cNvSpPr/>
          <p:nvPr/>
        </p:nvSpPr>
        <p:spPr>
          <a:xfrm>
            <a:off x="554573" y="4707678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2" name="Elipse 431">
            <a:extLst>
              <a:ext uri="{FF2B5EF4-FFF2-40B4-BE49-F238E27FC236}">
                <a16:creationId xmlns:a16="http://schemas.microsoft.com/office/drawing/2014/main" id="{D369CEA1-18AA-5DF0-3A1E-5F6BDA9798CD}"/>
              </a:ext>
            </a:extLst>
          </p:cNvPr>
          <p:cNvSpPr/>
          <p:nvPr/>
        </p:nvSpPr>
        <p:spPr>
          <a:xfrm rot="872776">
            <a:off x="621367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3" name="Conector recto 432">
            <a:extLst>
              <a:ext uri="{FF2B5EF4-FFF2-40B4-BE49-F238E27FC236}">
                <a16:creationId xmlns:a16="http://schemas.microsoft.com/office/drawing/2014/main" id="{5988B44F-8933-6DBA-3B37-574EEA89E369}"/>
              </a:ext>
            </a:extLst>
          </p:cNvPr>
          <p:cNvCxnSpPr>
            <a:cxnSpLocks/>
          </p:cNvCxnSpPr>
          <p:nvPr/>
        </p:nvCxnSpPr>
        <p:spPr>
          <a:xfrm>
            <a:off x="609335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ector recto 433">
            <a:extLst>
              <a:ext uri="{FF2B5EF4-FFF2-40B4-BE49-F238E27FC236}">
                <a16:creationId xmlns:a16="http://schemas.microsoft.com/office/drawing/2014/main" id="{AF8D6AAD-3A8A-F604-1FD4-51F943E3CAD0}"/>
              </a:ext>
            </a:extLst>
          </p:cNvPr>
          <p:cNvCxnSpPr>
            <a:cxnSpLocks/>
          </p:cNvCxnSpPr>
          <p:nvPr/>
        </p:nvCxnSpPr>
        <p:spPr>
          <a:xfrm flipV="1">
            <a:off x="658573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Elipse 434">
            <a:extLst>
              <a:ext uri="{FF2B5EF4-FFF2-40B4-BE49-F238E27FC236}">
                <a16:creationId xmlns:a16="http://schemas.microsoft.com/office/drawing/2014/main" id="{F9EAFAB0-E937-1A70-080E-E997B39E51DC}"/>
              </a:ext>
            </a:extLst>
          </p:cNvPr>
          <p:cNvSpPr/>
          <p:nvPr/>
        </p:nvSpPr>
        <p:spPr>
          <a:xfrm rot="19333876">
            <a:off x="540908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6" name="Conector recto 435">
            <a:extLst>
              <a:ext uri="{FF2B5EF4-FFF2-40B4-BE49-F238E27FC236}">
                <a16:creationId xmlns:a16="http://schemas.microsoft.com/office/drawing/2014/main" id="{A5603BB0-EAA3-B08A-59E7-722AA50BFA82}"/>
              </a:ext>
            </a:extLst>
          </p:cNvPr>
          <p:cNvCxnSpPr>
            <a:cxnSpLocks/>
          </p:cNvCxnSpPr>
          <p:nvPr/>
        </p:nvCxnSpPr>
        <p:spPr>
          <a:xfrm>
            <a:off x="628982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6" name="Rectángulo: esquinas redondeadas 445">
            <a:extLst>
              <a:ext uri="{FF2B5EF4-FFF2-40B4-BE49-F238E27FC236}">
                <a16:creationId xmlns:a16="http://schemas.microsoft.com/office/drawing/2014/main" id="{0BCDAD96-0940-70E2-1F67-F531FE85A455}"/>
              </a:ext>
            </a:extLst>
          </p:cNvPr>
          <p:cNvSpPr/>
          <p:nvPr/>
        </p:nvSpPr>
        <p:spPr>
          <a:xfrm>
            <a:off x="11218551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7" name="Rectángulo 446">
            <a:extLst>
              <a:ext uri="{FF2B5EF4-FFF2-40B4-BE49-F238E27FC236}">
                <a16:creationId xmlns:a16="http://schemas.microsoft.com/office/drawing/2014/main" id="{BE6F8D63-77DF-DAB3-3585-3B16DEB10D3A}"/>
              </a:ext>
            </a:extLst>
          </p:cNvPr>
          <p:cNvSpPr/>
          <p:nvPr/>
        </p:nvSpPr>
        <p:spPr>
          <a:xfrm>
            <a:off x="11218505" y="4937738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8" name="Rectángulo: esquinas redondeadas 447">
            <a:extLst>
              <a:ext uri="{FF2B5EF4-FFF2-40B4-BE49-F238E27FC236}">
                <a16:creationId xmlns:a16="http://schemas.microsoft.com/office/drawing/2014/main" id="{619FE6BC-A3D8-01DA-0D78-7374EE2969DC}"/>
              </a:ext>
            </a:extLst>
          </p:cNvPr>
          <p:cNvSpPr/>
          <p:nvPr/>
        </p:nvSpPr>
        <p:spPr>
          <a:xfrm>
            <a:off x="11251843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E6169780-8351-B342-3E9E-6AEF2927476A}"/>
              </a:ext>
            </a:extLst>
          </p:cNvPr>
          <p:cNvSpPr/>
          <p:nvPr/>
        </p:nvSpPr>
        <p:spPr>
          <a:xfrm>
            <a:off x="11199511" y="4707678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246654E2-5607-C5E7-15A7-0928B8CE8483}"/>
              </a:ext>
            </a:extLst>
          </p:cNvPr>
          <p:cNvSpPr/>
          <p:nvPr/>
        </p:nvSpPr>
        <p:spPr>
          <a:xfrm rot="872776">
            <a:off x="11266305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1" name="Conector recto 450">
            <a:extLst>
              <a:ext uri="{FF2B5EF4-FFF2-40B4-BE49-F238E27FC236}">
                <a16:creationId xmlns:a16="http://schemas.microsoft.com/office/drawing/2014/main" id="{E9C7C304-0852-A3E9-A070-4B7D08317AD7}"/>
              </a:ext>
            </a:extLst>
          </p:cNvPr>
          <p:cNvCxnSpPr>
            <a:cxnSpLocks/>
          </p:cNvCxnSpPr>
          <p:nvPr/>
        </p:nvCxnSpPr>
        <p:spPr>
          <a:xfrm>
            <a:off x="11254273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451">
            <a:extLst>
              <a:ext uri="{FF2B5EF4-FFF2-40B4-BE49-F238E27FC236}">
                <a16:creationId xmlns:a16="http://schemas.microsoft.com/office/drawing/2014/main" id="{0570381D-33B1-BB56-3608-2F7B03A3B42B}"/>
              </a:ext>
            </a:extLst>
          </p:cNvPr>
          <p:cNvCxnSpPr>
            <a:cxnSpLocks/>
          </p:cNvCxnSpPr>
          <p:nvPr/>
        </p:nvCxnSpPr>
        <p:spPr>
          <a:xfrm flipV="1">
            <a:off x="11303511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Elipse 452">
            <a:extLst>
              <a:ext uri="{FF2B5EF4-FFF2-40B4-BE49-F238E27FC236}">
                <a16:creationId xmlns:a16="http://schemas.microsoft.com/office/drawing/2014/main" id="{6824CB53-B7C2-1080-0252-BFA4910F1152}"/>
              </a:ext>
            </a:extLst>
          </p:cNvPr>
          <p:cNvSpPr/>
          <p:nvPr/>
        </p:nvSpPr>
        <p:spPr>
          <a:xfrm rot="19333876">
            <a:off x="11185846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4" name="Conector recto 453">
            <a:extLst>
              <a:ext uri="{FF2B5EF4-FFF2-40B4-BE49-F238E27FC236}">
                <a16:creationId xmlns:a16="http://schemas.microsoft.com/office/drawing/2014/main" id="{92C7DD36-C993-080A-545D-CF785B77709C}"/>
              </a:ext>
            </a:extLst>
          </p:cNvPr>
          <p:cNvCxnSpPr>
            <a:cxnSpLocks/>
          </p:cNvCxnSpPr>
          <p:nvPr/>
        </p:nvCxnSpPr>
        <p:spPr>
          <a:xfrm>
            <a:off x="11273920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Rectángulo: esquinas redondeadas 454">
            <a:extLst>
              <a:ext uri="{FF2B5EF4-FFF2-40B4-BE49-F238E27FC236}">
                <a16:creationId xmlns:a16="http://schemas.microsoft.com/office/drawing/2014/main" id="{8A0C65E9-92EF-B373-292C-3BF66EDED71B}"/>
              </a:ext>
            </a:extLst>
          </p:cNvPr>
          <p:cNvSpPr/>
          <p:nvPr/>
        </p:nvSpPr>
        <p:spPr>
          <a:xfrm>
            <a:off x="9807643" y="463480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6" name="Rectángulo 455">
            <a:extLst>
              <a:ext uri="{FF2B5EF4-FFF2-40B4-BE49-F238E27FC236}">
                <a16:creationId xmlns:a16="http://schemas.microsoft.com/office/drawing/2014/main" id="{E76FB396-8FE9-9E0B-72C7-B9FEAFBB3CB9}"/>
              </a:ext>
            </a:extLst>
          </p:cNvPr>
          <p:cNvSpPr/>
          <p:nvPr/>
        </p:nvSpPr>
        <p:spPr>
          <a:xfrm>
            <a:off x="9807597" y="468692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7" name="Rectángulo: esquinas redondeadas 456">
            <a:extLst>
              <a:ext uri="{FF2B5EF4-FFF2-40B4-BE49-F238E27FC236}">
                <a16:creationId xmlns:a16="http://schemas.microsoft.com/office/drawing/2014/main" id="{AAFDCA05-1CA0-A93D-2674-11BE6A8B2ADA}"/>
              </a:ext>
            </a:extLst>
          </p:cNvPr>
          <p:cNvSpPr/>
          <p:nvPr/>
        </p:nvSpPr>
        <p:spPr>
          <a:xfrm>
            <a:off x="9840935" y="464208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4266059C-EFA0-F420-BFD5-86E32F407BDB}"/>
              </a:ext>
            </a:extLst>
          </p:cNvPr>
          <p:cNvSpPr/>
          <p:nvPr/>
        </p:nvSpPr>
        <p:spPr>
          <a:xfrm>
            <a:off x="9788603" y="445686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95CE2FE4-F423-663E-4C66-E5F0E94D9E20}"/>
              </a:ext>
            </a:extLst>
          </p:cNvPr>
          <p:cNvSpPr/>
          <p:nvPr/>
        </p:nvSpPr>
        <p:spPr>
          <a:xfrm rot="872776">
            <a:off x="9855397" y="443533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0" name="Conector recto 459">
            <a:extLst>
              <a:ext uri="{FF2B5EF4-FFF2-40B4-BE49-F238E27FC236}">
                <a16:creationId xmlns:a16="http://schemas.microsoft.com/office/drawing/2014/main" id="{1AAAB05D-E8CD-0104-FE61-0CA6441A8FD3}"/>
              </a:ext>
            </a:extLst>
          </p:cNvPr>
          <p:cNvCxnSpPr>
            <a:cxnSpLocks/>
          </p:cNvCxnSpPr>
          <p:nvPr/>
        </p:nvCxnSpPr>
        <p:spPr>
          <a:xfrm>
            <a:off x="9843365" y="454194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460">
            <a:extLst>
              <a:ext uri="{FF2B5EF4-FFF2-40B4-BE49-F238E27FC236}">
                <a16:creationId xmlns:a16="http://schemas.microsoft.com/office/drawing/2014/main" id="{41D284D0-03CA-4016-734B-F9A4C2275654}"/>
              </a:ext>
            </a:extLst>
          </p:cNvPr>
          <p:cNvCxnSpPr>
            <a:cxnSpLocks/>
          </p:cNvCxnSpPr>
          <p:nvPr/>
        </p:nvCxnSpPr>
        <p:spPr>
          <a:xfrm flipV="1">
            <a:off x="9892603" y="454194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Elipse 461">
            <a:extLst>
              <a:ext uri="{FF2B5EF4-FFF2-40B4-BE49-F238E27FC236}">
                <a16:creationId xmlns:a16="http://schemas.microsoft.com/office/drawing/2014/main" id="{5C90D075-CC77-445C-8DA6-9E70EC905EAF}"/>
              </a:ext>
            </a:extLst>
          </p:cNvPr>
          <p:cNvSpPr/>
          <p:nvPr/>
        </p:nvSpPr>
        <p:spPr>
          <a:xfrm rot="19333876">
            <a:off x="9774938" y="444859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B0A3B33F-BE17-ADCB-D668-4E75AB816C2A}"/>
              </a:ext>
            </a:extLst>
          </p:cNvPr>
          <p:cNvCxnSpPr>
            <a:cxnSpLocks/>
          </p:cNvCxnSpPr>
          <p:nvPr/>
        </p:nvCxnSpPr>
        <p:spPr>
          <a:xfrm>
            <a:off x="9863012" y="462687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Rectángulo: esquinas redondeadas 463">
            <a:extLst>
              <a:ext uri="{FF2B5EF4-FFF2-40B4-BE49-F238E27FC236}">
                <a16:creationId xmlns:a16="http://schemas.microsoft.com/office/drawing/2014/main" id="{0FFB12CA-111B-8A6A-E66E-4A51F0F5564A}"/>
              </a:ext>
            </a:extLst>
          </p:cNvPr>
          <p:cNvSpPr/>
          <p:nvPr/>
        </p:nvSpPr>
        <p:spPr>
          <a:xfrm>
            <a:off x="10060432" y="4650016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5" name="Rectángulo 464">
            <a:extLst>
              <a:ext uri="{FF2B5EF4-FFF2-40B4-BE49-F238E27FC236}">
                <a16:creationId xmlns:a16="http://schemas.microsoft.com/office/drawing/2014/main" id="{801F5160-088F-6E46-7553-2BE5A06DB9D8}"/>
              </a:ext>
            </a:extLst>
          </p:cNvPr>
          <p:cNvSpPr/>
          <p:nvPr/>
        </p:nvSpPr>
        <p:spPr>
          <a:xfrm>
            <a:off x="10060386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6" name="Rectángulo: esquinas redondeadas 465">
            <a:extLst>
              <a:ext uri="{FF2B5EF4-FFF2-40B4-BE49-F238E27FC236}">
                <a16:creationId xmlns:a16="http://schemas.microsoft.com/office/drawing/2014/main" id="{D91E3583-276D-CC82-225C-81FD04B50AB5}"/>
              </a:ext>
            </a:extLst>
          </p:cNvPr>
          <p:cNvSpPr/>
          <p:nvPr/>
        </p:nvSpPr>
        <p:spPr>
          <a:xfrm>
            <a:off x="10093724" y="4657295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7" name="Elipse 466">
            <a:extLst>
              <a:ext uri="{FF2B5EF4-FFF2-40B4-BE49-F238E27FC236}">
                <a16:creationId xmlns:a16="http://schemas.microsoft.com/office/drawing/2014/main" id="{6A2EB1AF-8DB0-D5D6-B366-4D04D9130EB5}"/>
              </a:ext>
            </a:extLst>
          </p:cNvPr>
          <p:cNvSpPr/>
          <p:nvPr/>
        </p:nvSpPr>
        <p:spPr>
          <a:xfrm>
            <a:off x="10041392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3EAB3536-70AA-7523-144E-3DE781A75E56}"/>
              </a:ext>
            </a:extLst>
          </p:cNvPr>
          <p:cNvSpPr/>
          <p:nvPr/>
        </p:nvSpPr>
        <p:spPr>
          <a:xfrm rot="872776">
            <a:off x="10108186" y="4450546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9" name="Conector recto 468">
            <a:extLst>
              <a:ext uri="{FF2B5EF4-FFF2-40B4-BE49-F238E27FC236}">
                <a16:creationId xmlns:a16="http://schemas.microsoft.com/office/drawing/2014/main" id="{624B5C3E-0116-5E52-F98F-9685E9CCC484}"/>
              </a:ext>
            </a:extLst>
          </p:cNvPr>
          <p:cNvCxnSpPr>
            <a:cxnSpLocks/>
          </p:cNvCxnSpPr>
          <p:nvPr/>
        </p:nvCxnSpPr>
        <p:spPr>
          <a:xfrm>
            <a:off x="10096154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ector recto 469">
            <a:extLst>
              <a:ext uri="{FF2B5EF4-FFF2-40B4-BE49-F238E27FC236}">
                <a16:creationId xmlns:a16="http://schemas.microsoft.com/office/drawing/2014/main" id="{C4BBCE08-3F5A-753C-F9E2-74ECEA08D80C}"/>
              </a:ext>
            </a:extLst>
          </p:cNvPr>
          <p:cNvCxnSpPr>
            <a:cxnSpLocks/>
          </p:cNvCxnSpPr>
          <p:nvPr/>
        </p:nvCxnSpPr>
        <p:spPr>
          <a:xfrm flipV="1">
            <a:off x="10145392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Elipse 470">
            <a:extLst>
              <a:ext uri="{FF2B5EF4-FFF2-40B4-BE49-F238E27FC236}">
                <a16:creationId xmlns:a16="http://schemas.microsoft.com/office/drawing/2014/main" id="{F0031FF2-E45B-DAA2-09D5-FB780A99C83E}"/>
              </a:ext>
            </a:extLst>
          </p:cNvPr>
          <p:cNvSpPr/>
          <p:nvPr/>
        </p:nvSpPr>
        <p:spPr>
          <a:xfrm rot="19333876">
            <a:off x="10027727" y="4463807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2" name="Conector recto 471">
            <a:extLst>
              <a:ext uri="{FF2B5EF4-FFF2-40B4-BE49-F238E27FC236}">
                <a16:creationId xmlns:a16="http://schemas.microsoft.com/office/drawing/2014/main" id="{3D51A745-11BA-0F16-EE88-75DBCD6E3C24}"/>
              </a:ext>
            </a:extLst>
          </p:cNvPr>
          <p:cNvCxnSpPr>
            <a:cxnSpLocks/>
          </p:cNvCxnSpPr>
          <p:nvPr/>
        </p:nvCxnSpPr>
        <p:spPr>
          <a:xfrm>
            <a:off x="10115801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Rectángulo: esquinas redondeadas 472">
            <a:extLst>
              <a:ext uri="{FF2B5EF4-FFF2-40B4-BE49-F238E27FC236}">
                <a16:creationId xmlns:a16="http://schemas.microsoft.com/office/drawing/2014/main" id="{C97DCDA7-C556-18EF-30EA-74F319611B70}"/>
              </a:ext>
            </a:extLst>
          </p:cNvPr>
          <p:cNvSpPr/>
          <p:nvPr/>
        </p:nvSpPr>
        <p:spPr>
          <a:xfrm>
            <a:off x="10783486" y="4649328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4" name="Rectángulo 473">
            <a:extLst>
              <a:ext uri="{FF2B5EF4-FFF2-40B4-BE49-F238E27FC236}">
                <a16:creationId xmlns:a16="http://schemas.microsoft.com/office/drawing/2014/main" id="{808B0227-7B50-C73F-71F6-A368348E33E2}"/>
              </a:ext>
            </a:extLst>
          </p:cNvPr>
          <p:cNvSpPr/>
          <p:nvPr/>
        </p:nvSpPr>
        <p:spPr>
          <a:xfrm>
            <a:off x="10783440" y="4701451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5" name="Rectángulo: esquinas redondeadas 474">
            <a:extLst>
              <a:ext uri="{FF2B5EF4-FFF2-40B4-BE49-F238E27FC236}">
                <a16:creationId xmlns:a16="http://schemas.microsoft.com/office/drawing/2014/main" id="{A3136BDC-A2B9-77C0-D008-FAB2D8B7DBC5}"/>
              </a:ext>
            </a:extLst>
          </p:cNvPr>
          <p:cNvSpPr/>
          <p:nvPr/>
        </p:nvSpPr>
        <p:spPr>
          <a:xfrm>
            <a:off x="10816778" y="4656607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0316FA31-09E0-8584-9E30-E2D03AFD28FE}"/>
              </a:ext>
            </a:extLst>
          </p:cNvPr>
          <p:cNvSpPr/>
          <p:nvPr/>
        </p:nvSpPr>
        <p:spPr>
          <a:xfrm>
            <a:off x="10764446" y="4471391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87831DC8-C6BD-3C3C-3B94-EEC1C4F2BAB3}"/>
              </a:ext>
            </a:extLst>
          </p:cNvPr>
          <p:cNvSpPr/>
          <p:nvPr/>
        </p:nvSpPr>
        <p:spPr>
          <a:xfrm rot="872776">
            <a:off x="10831240" y="444985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8" name="Conector recto 477">
            <a:extLst>
              <a:ext uri="{FF2B5EF4-FFF2-40B4-BE49-F238E27FC236}">
                <a16:creationId xmlns:a16="http://schemas.microsoft.com/office/drawing/2014/main" id="{09A714FB-730B-FD7D-DF97-CF7AC4AD7AE1}"/>
              </a:ext>
            </a:extLst>
          </p:cNvPr>
          <p:cNvCxnSpPr>
            <a:cxnSpLocks/>
          </p:cNvCxnSpPr>
          <p:nvPr/>
        </p:nvCxnSpPr>
        <p:spPr>
          <a:xfrm>
            <a:off x="10819208" y="455646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478">
            <a:extLst>
              <a:ext uri="{FF2B5EF4-FFF2-40B4-BE49-F238E27FC236}">
                <a16:creationId xmlns:a16="http://schemas.microsoft.com/office/drawing/2014/main" id="{1ED1609E-E0B3-4E41-67CE-FFB125889CB4}"/>
              </a:ext>
            </a:extLst>
          </p:cNvPr>
          <p:cNvCxnSpPr>
            <a:cxnSpLocks/>
          </p:cNvCxnSpPr>
          <p:nvPr/>
        </p:nvCxnSpPr>
        <p:spPr>
          <a:xfrm flipV="1">
            <a:off x="10868446" y="455646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Elipse 479">
            <a:extLst>
              <a:ext uri="{FF2B5EF4-FFF2-40B4-BE49-F238E27FC236}">
                <a16:creationId xmlns:a16="http://schemas.microsoft.com/office/drawing/2014/main" id="{7136365E-4FDB-BA35-E917-B46EE4EAED60}"/>
              </a:ext>
            </a:extLst>
          </p:cNvPr>
          <p:cNvSpPr/>
          <p:nvPr/>
        </p:nvSpPr>
        <p:spPr>
          <a:xfrm rot="19333876">
            <a:off x="10750781" y="446311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1" name="Conector recto 480">
            <a:extLst>
              <a:ext uri="{FF2B5EF4-FFF2-40B4-BE49-F238E27FC236}">
                <a16:creationId xmlns:a16="http://schemas.microsoft.com/office/drawing/2014/main" id="{17638B62-87B5-4982-FEAB-89F85DB5AE23}"/>
              </a:ext>
            </a:extLst>
          </p:cNvPr>
          <p:cNvCxnSpPr>
            <a:cxnSpLocks/>
          </p:cNvCxnSpPr>
          <p:nvPr/>
        </p:nvCxnSpPr>
        <p:spPr>
          <a:xfrm>
            <a:off x="10838855" y="464139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Rectángulo: esquinas redondeadas 677">
            <a:extLst>
              <a:ext uri="{FF2B5EF4-FFF2-40B4-BE49-F238E27FC236}">
                <a16:creationId xmlns:a16="http://schemas.microsoft.com/office/drawing/2014/main" id="{095B7711-47C5-0C44-0582-153AC117BBCC}"/>
              </a:ext>
            </a:extLst>
          </p:cNvPr>
          <p:cNvSpPr/>
          <p:nvPr/>
        </p:nvSpPr>
        <p:spPr>
          <a:xfrm>
            <a:off x="2154861" y="487902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9" name="Rectángulo 678">
            <a:extLst>
              <a:ext uri="{FF2B5EF4-FFF2-40B4-BE49-F238E27FC236}">
                <a16:creationId xmlns:a16="http://schemas.microsoft.com/office/drawing/2014/main" id="{6D6BCE64-6415-0949-DEA9-3901436C1B7B}"/>
              </a:ext>
            </a:extLst>
          </p:cNvPr>
          <p:cNvSpPr/>
          <p:nvPr/>
        </p:nvSpPr>
        <p:spPr>
          <a:xfrm>
            <a:off x="2154815" y="493114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0" name="Rectángulo: esquinas redondeadas 679">
            <a:extLst>
              <a:ext uri="{FF2B5EF4-FFF2-40B4-BE49-F238E27FC236}">
                <a16:creationId xmlns:a16="http://schemas.microsoft.com/office/drawing/2014/main" id="{CA516ED1-320C-5C02-6491-04C88E0D3BD9}"/>
              </a:ext>
            </a:extLst>
          </p:cNvPr>
          <p:cNvSpPr/>
          <p:nvPr/>
        </p:nvSpPr>
        <p:spPr>
          <a:xfrm>
            <a:off x="2188153" y="488630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1" name="Elipse 680">
            <a:extLst>
              <a:ext uri="{FF2B5EF4-FFF2-40B4-BE49-F238E27FC236}">
                <a16:creationId xmlns:a16="http://schemas.microsoft.com/office/drawing/2014/main" id="{47E25AA9-9719-2B52-8543-0403E315328D}"/>
              </a:ext>
            </a:extLst>
          </p:cNvPr>
          <p:cNvSpPr/>
          <p:nvPr/>
        </p:nvSpPr>
        <p:spPr>
          <a:xfrm>
            <a:off x="2135821" y="47010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2" name="Elipse 681">
            <a:extLst>
              <a:ext uri="{FF2B5EF4-FFF2-40B4-BE49-F238E27FC236}">
                <a16:creationId xmlns:a16="http://schemas.microsoft.com/office/drawing/2014/main" id="{9687871D-261B-8C2C-D438-FEE7D6CDA218}"/>
              </a:ext>
            </a:extLst>
          </p:cNvPr>
          <p:cNvSpPr/>
          <p:nvPr/>
        </p:nvSpPr>
        <p:spPr>
          <a:xfrm rot="872776">
            <a:off x="2202615" y="467955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3" name="Conector recto 682">
            <a:extLst>
              <a:ext uri="{FF2B5EF4-FFF2-40B4-BE49-F238E27FC236}">
                <a16:creationId xmlns:a16="http://schemas.microsoft.com/office/drawing/2014/main" id="{A7B6864D-1091-8AE7-7930-EF4F7E3AB4EF}"/>
              </a:ext>
            </a:extLst>
          </p:cNvPr>
          <p:cNvCxnSpPr>
            <a:cxnSpLocks/>
          </p:cNvCxnSpPr>
          <p:nvPr/>
        </p:nvCxnSpPr>
        <p:spPr>
          <a:xfrm>
            <a:off x="2190583" y="47861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onector recto 683">
            <a:extLst>
              <a:ext uri="{FF2B5EF4-FFF2-40B4-BE49-F238E27FC236}">
                <a16:creationId xmlns:a16="http://schemas.microsoft.com/office/drawing/2014/main" id="{B34B50BC-0FB8-B763-0944-26369F8CE92B}"/>
              </a:ext>
            </a:extLst>
          </p:cNvPr>
          <p:cNvCxnSpPr>
            <a:cxnSpLocks/>
          </p:cNvCxnSpPr>
          <p:nvPr/>
        </p:nvCxnSpPr>
        <p:spPr>
          <a:xfrm flipV="1">
            <a:off x="2239821" y="47861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5" name="Elipse 684">
            <a:extLst>
              <a:ext uri="{FF2B5EF4-FFF2-40B4-BE49-F238E27FC236}">
                <a16:creationId xmlns:a16="http://schemas.microsoft.com/office/drawing/2014/main" id="{56A8F402-8478-E9DF-7AA8-53000783553A}"/>
              </a:ext>
            </a:extLst>
          </p:cNvPr>
          <p:cNvSpPr/>
          <p:nvPr/>
        </p:nvSpPr>
        <p:spPr>
          <a:xfrm rot="19333876">
            <a:off x="2122156" y="469281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6" name="Conector recto 685">
            <a:extLst>
              <a:ext uri="{FF2B5EF4-FFF2-40B4-BE49-F238E27FC236}">
                <a16:creationId xmlns:a16="http://schemas.microsoft.com/office/drawing/2014/main" id="{AB72A84D-8404-DD14-2C5C-F2B3D2D7477A}"/>
              </a:ext>
            </a:extLst>
          </p:cNvPr>
          <p:cNvCxnSpPr>
            <a:cxnSpLocks/>
          </p:cNvCxnSpPr>
          <p:nvPr/>
        </p:nvCxnSpPr>
        <p:spPr>
          <a:xfrm>
            <a:off x="2210230" y="48710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ángulo: esquinas redondeadas 686">
            <a:extLst>
              <a:ext uri="{FF2B5EF4-FFF2-40B4-BE49-F238E27FC236}">
                <a16:creationId xmlns:a16="http://schemas.microsoft.com/office/drawing/2014/main" id="{36C8A7BD-E4C6-235F-C48B-1D96B44CAA1D}"/>
              </a:ext>
            </a:extLst>
          </p:cNvPr>
          <p:cNvSpPr/>
          <p:nvPr/>
        </p:nvSpPr>
        <p:spPr>
          <a:xfrm>
            <a:off x="1416505" y="490840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8" name="Rectángulo 687">
            <a:extLst>
              <a:ext uri="{FF2B5EF4-FFF2-40B4-BE49-F238E27FC236}">
                <a16:creationId xmlns:a16="http://schemas.microsoft.com/office/drawing/2014/main" id="{34E2A11A-5A4F-FD29-118B-8CA57B0ACC7C}"/>
              </a:ext>
            </a:extLst>
          </p:cNvPr>
          <p:cNvSpPr/>
          <p:nvPr/>
        </p:nvSpPr>
        <p:spPr>
          <a:xfrm>
            <a:off x="1416459" y="496052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9" name="Rectángulo: esquinas redondeadas 688">
            <a:extLst>
              <a:ext uri="{FF2B5EF4-FFF2-40B4-BE49-F238E27FC236}">
                <a16:creationId xmlns:a16="http://schemas.microsoft.com/office/drawing/2014/main" id="{3EE1866B-9D9A-E8B8-FF1F-E5404BB6CAD3}"/>
              </a:ext>
            </a:extLst>
          </p:cNvPr>
          <p:cNvSpPr/>
          <p:nvPr/>
        </p:nvSpPr>
        <p:spPr>
          <a:xfrm>
            <a:off x="1449797" y="491568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0" name="Elipse 689">
            <a:extLst>
              <a:ext uri="{FF2B5EF4-FFF2-40B4-BE49-F238E27FC236}">
                <a16:creationId xmlns:a16="http://schemas.microsoft.com/office/drawing/2014/main" id="{419BFE8B-F25A-F535-0228-411C0F3D56E9}"/>
              </a:ext>
            </a:extLst>
          </p:cNvPr>
          <p:cNvSpPr/>
          <p:nvPr/>
        </p:nvSpPr>
        <p:spPr>
          <a:xfrm>
            <a:off x="1397465" y="473046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1" name="Elipse 690">
            <a:extLst>
              <a:ext uri="{FF2B5EF4-FFF2-40B4-BE49-F238E27FC236}">
                <a16:creationId xmlns:a16="http://schemas.microsoft.com/office/drawing/2014/main" id="{756C2920-81BE-8203-035B-5DE57A2AFBB4}"/>
              </a:ext>
            </a:extLst>
          </p:cNvPr>
          <p:cNvSpPr/>
          <p:nvPr/>
        </p:nvSpPr>
        <p:spPr>
          <a:xfrm rot="872776">
            <a:off x="1464259" y="470893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2" name="Conector recto 691">
            <a:extLst>
              <a:ext uri="{FF2B5EF4-FFF2-40B4-BE49-F238E27FC236}">
                <a16:creationId xmlns:a16="http://schemas.microsoft.com/office/drawing/2014/main" id="{B0A167B5-593F-E869-7169-08AA2B4707E5}"/>
              </a:ext>
            </a:extLst>
          </p:cNvPr>
          <p:cNvCxnSpPr>
            <a:cxnSpLocks/>
          </p:cNvCxnSpPr>
          <p:nvPr/>
        </p:nvCxnSpPr>
        <p:spPr>
          <a:xfrm>
            <a:off x="1452227" y="481553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onector recto 692">
            <a:extLst>
              <a:ext uri="{FF2B5EF4-FFF2-40B4-BE49-F238E27FC236}">
                <a16:creationId xmlns:a16="http://schemas.microsoft.com/office/drawing/2014/main" id="{8DF02959-F550-815B-C288-BAAC85F3B819}"/>
              </a:ext>
            </a:extLst>
          </p:cNvPr>
          <p:cNvCxnSpPr>
            <a:cxnSpLocks/>
          </p:cNvCxnSpPr>
          <p:nvPr/>
        </p:nvCxnSpPr>
        <p:spPr>
          <a:xfrm flipV="1">
            <a:off x="1501465" y="481553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4" name="Elipse 693">
            <a:extLst>
              <a:ext uri="{FF2B5EF4-FFF2-40B4-BE49-F238E27FC236}">
                <a16:creationId xmlns:a16="http://schemas.microsoft.com/office/drawing/2014/main" id="{8647E069-359D-F829-3B94-83048071709B}"/>
              </a:ext>
            </a:extLst>
          </p:cNvPr>
          <p:cNvSpPr/>
          <p:nvPr/>
        </p:nvSpPr>
        <p:spPr>
          <a:xfrm rot="19333876">
            <a:off x="1383800" y="472219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5" name="Conector recto 694">
            <a:extLst>
              <a:ext uri="{FF2B5EF4-FFF2-40B4-BE49-F238E27FC236}">
                <a16:creationId xmlns:a16="http://schemas.microsoft.com/office/drawing/2014/main" id="{BF1E9228-2DBE-FCD8-2FB1-E06B600FEA91}"/>
              </a:ext>
            </a:extLst>
          </p:cNvPr>
          <p:cNvCxnSpPr>
            <a:cxnSpLocks/>
          </p:cNvCxnSpPr>
          <p:nvPr/>
        </p:nvCxnSpPr>
        <p:spPr>
          <a:xfrm>
            <a:off x="1471874" y="490046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Rectángulo: esquinas redondeadas 481">
            <a:extLst>
              <a:ext uri="{FF2B5EF4-FFF2-40B4-BE49-F238E27FC236}">
                <a16:creationId xmlns:a16="http://schemas.microsoft.com/office/drawing/2014/main" id="{CC831451-1841-053E-917F-86CC75962985}"/>
              </a:ext>
            </a:extLst>
          </p:cNvPr>
          <p:cNvSpPr/>
          <p:nvPr/>
        </p:nvSpPr>
        <p:spPr>
          <a:xfrm>
            <a:off x="1603195" y="509509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3" name="Rectángulo 482">
            <a:extLst>
              <a:ext uri="{FF2B5EF4-FFF2-40B4-BE49-F238E27FC236}">
                <a16:creationId xmlns:a16="http://schemas.microsoft.com/office/drawing/2014/main" id="{CDDEAA23-29EF-6172-8B53-CD4AFD2088DD}"/>
              </a:ext>
            </a:extLst>
          </p:cNvPr>
          <p:cNvSpPr/>
          <p:nvPr/>
        </p:nvSpPr>
        <p:spPr>
          <a:xfrm>
            <a:off x="1603149" y="514721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4" name="Rectángulo: esquinas redondeadas 483">
            <a:extLst>
              <a:ext uri="{FF2B5EF4-FFF2-40B4-BE49-F238E27FC236}">
                <a16:creationId xmlns:a16="http://schemas.microsoft.com/office/drawing/2014/main" id="{23E3D9D8-BF8B-2B48-0FF4-828FD4DD09A0}"/>
              </a:ext>
            </a:extLst>
          </p:cNvPr>
          <p:cNvSpPr/>
          <p:nvPr/>
        </p:nvSpPr>
        <p:spPr>
          <a:xfrm>
            <a:off x="1636487" y="510237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5" name="Elipse 484">
            <a:extLst>
              <a:ext uri="{FF2B5EF4-FFF2-40B4-BE49-F238E27FC236}">
                <a16:creationId xmlns:a16="http://schemas.microsoft.com/office/drawing/2014/main" id="{E029F0EA-C6B0-5AE3-6BC0-F15C243544A2}"/>
              </a:ext>
            </a:extLst>
          </p:cNvPr>
          <p:cNvSpPr/>
          <p:nvPr/>
        </p:nvSpPr>
        <p:spPr>
          <a:xfrm>
            <a:off x="1584155" y="491715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CB6D3A63-7DA6-817D-292F-119DDF112D68}"/>
              </a:ext>
            </a:extLst>
          </p:cNvPr>
          <p:cNvSpPr/>
          <p:nvPr/>
        </p:nvSpPr>
        <p:spPr>
          <a:xfrm rot="872776">
            <a:off x="1650949" y="489562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7" name="Conector recto 486">
            <a:extLst>
              <a:ext uri="{FF2B5EF4-FFF2-40B4-BE49-F238E27FC236}">
                <a16:creationId xmlns:a16="http://schemas.microsoft.com/office/drawing/2014/main" id="{07A1B914-ED42-B9BA-9C94-CF444033FC63}"/>
              </a:ext>
            </a:extLst>
          </p:cNvPr>
          <p:cNvCxnSpPr>
            <a:cxnSpLocks/>
          </p:cNvCxnSpPr>
          <p:nvPr/>
        </p:nvCxnSpPr>
        <p:spPr>
          <a:xfrm>
            <a:off x="1638917" y="500222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ector recto 487">
            <a:extLst>
              <a:ext uri="{FF2B5EF4-FFF2-40B4-BE49-F238E27FC236}">
                <a16:creationId xmlns:a16="http://schemas.microsoft.com/office/drawing/2014/main" id="{D0BC3FD3-612F-3629-EF82-CE2A15529E4C}"/>
              </a:ext>
            </a:extLst>
          </p:cNvPr>
          <p:cNvCxnSpPr>
            <a:cxnSpLocks/>
          </p:cNvCxnSpPr>
          <p:nvPr/>
        </p:nvCxnSpPr>
        <p:spPr>
          <a:xfrm flipV="1">
            <a:off x="1688155" y="500222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Elipse 488">
            <a:extLst>
              <a:ext uri="{FF2B5EF4-FFF2-40B4-BE49-F238E27FC236}">
                <a16:creationId xmlns:a16="http://schemas.microsoft.com/office/drawing/2014/main" id="{7D8ADBAE-DF4F-2E1F-93F3-5F8F349CA4D1}"/>
              </a:ext>
            </a:extLst>
          </p:cNvPr>
          <p:cNvSpPr/>
          <p:nvPr/>
        </p:nvSpPr>
        <p:spPr>
          <a:xfrm rot="19333876">
            <a:off x="1570490" y="490888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0" name="Conector recto 489">
            <a:extLst>
              <a:ext uri="{FF2B5EF4-FFF2-40B4-BE49-F238E27FC236}">
                <a16:creationId xmlns:a16="http://schemas.microsoft.com/office/drawing/2014/main" id="{C3B8ABAE-AAEC-B97C-1F1B-CC78B734F113}"/>
              </a:ext>
            </a:extLst>
          </p:cNvPr>
          <p:cNvCxnSpPr>
            <a:cxnSpLocks/>
          </p:cNvCxnSpPr>
          <p:nvPr/>
        </p:nvCxnSpPr>
        <p:spPr>
          <a:xfrm>
            <a:off x="1658564" y="508715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ángulo 498">
            <a:extLst>
              <a:ext uri="{FF2B5EF4-FFF2-40B4-BE49-F238E27FC236}">
                <a16:creationId xmlns:a16="http://schemas.microsoft.com/office/drawing/2014/main" id="{8DCF2CBB-F992-F309-9EC4-6665991A8FFC}"/>
              </a:ext>
            </a:extLst>
          </p:cNvPr>
          <p:cNvSpPr/>
          <p:nvPr/>
        </p:nvSpPr>
        <p:spPr>
          <a:xfrm>
            <a:off x="1900708" y="4963618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0" name="Rectángulo: esquinas redondeadas 499">
            <a:extLst>
              <a:ext uri="{FF2B5EF4-FFF2-40B4-BE49-F238E27FC236}">
                <a16:creationId xmlns:a16="http://schemas.microsoft.com/office/drawing/2014/main" id="{5995C763-C982-3DEE-6C65-4B38F24B43AF}"/>
              </a:ext>
            </a:extLst>
          </p:cNvPr>
          <p:cNvSpPr/>
          <p:nvPr/>
        </p:nvSpPr>
        <p:spPr>
          <a:xfrm>
            <a:off x="1927467" y="5097070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1" name="Rectángulo 500">
            <a:extLst>
              <a:ext uri="{FF2B5EF4-FFF2-40B4-BE49-F238E27FC236}">
                <a16:creationId xmlns:a16="http://schemas.microsoft.com/office/drawing/2014/main" id="{6B6E343D-279F-5BD4-3430-B3033D973599}"/>
              </a:ext>
            </a:extLst>
          </p:cNvPr>
          <p:cNvSpPr/>
          <p:nvPr/>
        </p:nvSpPr>
        <p:spPr>
          <a:xfrm>
            <a:off x="1927421" y="5149193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2" name="Rectángulo: esquinas redondeadas 501">
            <a:extLst>
              <a:ext uri="{FF2B5EF4-FFF2-40B4-BE49-F238E27FC236}">
                <a16:creationId xmlns:a16="http://schemas.microsoft.com/office/drawing/2014/main" id="{2B86D766-3DFF-D3FC-96BC-CD0F2BA22DAE}"/>
              </a:ext>
            </a:extLst>
          </p:cNvPr>
          <p:cNvSpPr/>
          <p:nvPr/>
        </p:nvSpPr>
        <p:spPr>
          <a:xfrm>
            <a:off x="1960759" y="5104349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3" name="Elipse 502">
            <a:extLst>
              <a:ext uri="{FF2B5EF4-FFF2-40B4-BE49-F238E27FC236}">
                <a16:creationId xmlns:a16="http://schemas.microsoft.com/office/drawing/2014/main" id="{1E4AA382-6C73-CEB9-2B4B-56824EEBC8C7}"/>
              </a:ext>
            </a:extLst>
          </p:cNvPr>
          <p:cNvSpPr/>
          <p:nvPr/>
        </p:nvSpPr>
        <p:spPr>
          <a:xfrm>
            <a:off x="1908427" y="4919133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4" name="Elipse 503">
            <a:extLst>
              <a:ext uri="{FF2B5EF4-FFF2-40B4-BE49-F238E27FC236}">
                <a16:creationId xmlns:a16="http://schemas.microsoft.com/office/drawing/2014/main" id="{38AD73D0-A642-0860-D757-C0A6E9204A6C}"/>
              </a:ext>
            </a:extLst>
          </p:cNvPr>
          <p:cNvSpPr/>
          <p:nvPr/>
        </p:nvSpPr>
        <p:spPr>
          <a:xfrm rot="872776">
            <a:off x="1975221" y="4897600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5" name="Conector recto 504">
            <a:extLst>
              <a:ext uri="{FF2B5EF4-FFF2-40B4-BE49-F238E27FC236}">
                <a16:creationId xmlns:a16="http://schemas.microsoft.com/office/drawing/2014/main" id="{C1EE50A8-1D9B-7239-604D-0D5558624AE8}"/>
              </a:ext>
            </a:extLst>
          </p:cNvPr>
          <p:cNvCxnSpPr>
            <a:cxnSpLocks/>
          </p:cNvCxnSpPr>
          <p:nvPr/>
        </p:nvCxnSpPr>
        <p:spPr>
          <a:xfrm>
            <a:off x="1963189" y="500420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ector recto 505">
            <a:extLst>
              <a:ext uri="{FF2B5EF4-FFF2-40B4-BE49-F238E27FC236}">
                <a16:creationId xmlns:a16="http://schemas.microsoft.com/office/drawing/2014/main" id="{7B018C53-0A53-6C4B-2618-6595E718F325}"/>
              </a:ext>
            </a:extLst>
          </p:cNvPr>
          <p:cNvCxnSpPr>
            <a:cxnSpLocks/>
          </p:cNvCxnSpPr>
          <p:nvPr/>
        </p:nvCxnSpPr>
        <p:spPr>
          <a:xfrm flipV="1">
            <a:off x="2012427" y="500420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Elipse 506">
            <a:extLst>
              <a:ext uri="{FF2B5EF4-FFF2-40B4-BE49-F238E27FC236}">
                <a16:creationId xmlns:a16="http://schemas.microsoft.com/office/drawing/2014/main" id="{EA7E0EF7-0275-CF1E-2A01-1ADB5FB927A8}"/>
              </a:ext>
            </a:extLst>
          </p:cNvPr>
          <p:cNvSpPr/>
          <p:nvPr/>
        </p:nvSpPr>
        <p:spPr>
          <a:xfrm rot="19333876">
            <a:off x="1894762" y="4910861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8" name="Conector recto 507">
            <a:extLst>
              <a:ext uri="{FF2B5EF4-FFF2-40B4-BE49-F238E27FC236}">
                <a16:creationId xmlns:a16="http://schemas.microsoft.com/office/drawing/2014/main" id="{54372F81-CC11-38BB-EE05-619530CDE71C}"/>
              </a:ext>
            </a:extLst>
          </p:cNvPr>
          <p:cNvCxnSpPr>
            <a:cxnSpLocks/>
          </p:cNvCxnSpPr>
          <p:nvPr/>
        </p:nvCxnSpPr>
        <p:spPr>
          <a:xfrm>
            <a:off x="1982836" y="508913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Rectángulo: esquinas redondeadas 509">
            <a:extLst>
              <a:ext uri="{FF2B5EF4-FFF2-40B4-BE49-F238E27FC236}">
                <a16:creationId xmlns:a16="http://schemas.microsoft.com/office/drawing/2014/main" id="{20CE6464-3FCA-43E6-7BA6-4C1D7D6D61C3}"/>
              </a:ext>
            </a:extLst>
          </p:cNvPr>
          <p:cNvSpPr/>
          <p:nvPr/>
        </p:nvSpPr>
        <p:spPr>
          <a:xfrm>
            <a:off x="2396097" y="5106595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1" name="Rectángulo 510">
            <a:extLst>
              <a:ext uri="{FF2B5EF4-FFF2-40B4-BE49-F238E27FC236}">
                <a16:creationId xmlns:a16="http://schemas.microsoft.com/office/drawing/2014/main" id="{3B260C8F-56B0-1D5B-0DDD-455DC20CE7F7}"/>
              </a:ext>
            </a:extLst>
          </p:cNvPr>
          <p:cNvSpPr/>
          <p:nvPr/>
        </p:nvSpPr>
        <p:spPr>
          <a:xfrm>
            <a:off x="2396051" y="5158718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6" name="Rectángulo: esquinas redondeadas 695">
            <a:extLst>
              <a:ext uri="{FF2B5EF4-FFF2-40B4-BE49-F238E27FC236}">
                <a16:creationId xmlns:a16="http://schemas.microsoft.com/office/drawing/2014/main" id="{FC9389C9-752F-841D-7F85-2D7A4E6151F9}"/>
              </a:ext>
            </a:extLst>
          </p:cNvPr>
          <p:cNvSpPr/>
          <p:nvPr/>
        </p:nvSpPr>
        <p:spPr>
          <a:xfrm>
            <a:off x="2429389" y="5113874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7" name="Elipse 696">
            <a:extLst>
              <a:ext uri="{FF2B5EF4-FFF2-40B4-BE49-F238E27FC236}">
                <a16:creationId xmlns:a16="http://schemas.microsoft.com/office/drawing/2014/main" id="{77182EAA-868B-F605-704C-2FC2DB1CBD95}"/>
              </a:ext>
            </a:extLst>
          </p:cNvPr>
          <p:cNvSpPr/>
          <p:nvPr/>
        </p:nvSpPr>
        <p:spPr>
          <a:xfrm>
            <a:off x="2377057" y="4928658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8" name="Conector recto 697">
            <a:extLst>
              <a:ext uri="{FF2B5EF4-FFF2-40B4-BE49-F238E27FC236}">
                <a16:creationId xmlns:a16="http://schemas.microsoft.com/office/drawing/2014/main" id="{C2AE91DB-A420-20FD-41A5-E78543A6A6A0}"/>
              </a:ext>
            </a:extLst>
          </p:cNvPr>
          <p:cNvCxnSpPr>
            <a:cxnSpLocks/>
          </p:cNvCxnSpPr>
          <p:nvPr/>
        </p:nvCxnSpPr>
        <p:spPr>
          <a:xfrm>
            <a:off x="2431819" y="50137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onector recto 698">
            <a:extLst>
              <a:ext uri="{FF2B5EF4-FFF2-40B4-BE49-F238E27FC236}">
                <a16:creationId xmlns:a16="http://schemas.microsoft.com/office/drawing/2014/main" id="{94CFA81C-88D6-E706-36E9-7491CD89CC3E}"/>
              </a:ext>
            </a:extLst>
          </p:cNvPr>
          <p:cNvCxnSpPr>
            <a:cxnSpLocks/>
          </p:cNvCxnSpPr>
          <p:nvPr/>
        </p:nvCxnSpPr>
        <p:spPr>
          <a:xfrm flipV="1">
            <a:off x="2481057" y="50137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onector recto 699">
            <a:extLst>
              <a:ext uri="{FF2B5EF4-FFF2-40B4-BE49-F238E27FC236}">
                <a16:creationId xmlns:a16="http://schemas.microsoft.com/office/drawing/2014/main" id="{FF47AEB9-8BA0-83DD-6285-B0E8BEA6D47A}"/>
              </a:ext>
            </a:extLst>
          </p:cNvPr>
          <p:cNvCxnSpPr>
            <a:cxnSpLocks/>
          </p:cNvCxnSpPr>
          <p:nvPr/>
        </p:nvCxnSpPr>
        <p:spPr>
          <a:xfrm>
            <a:off x="2451466" y="50986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ángulo: esquinas redondeadas 700">
            <a:extLst>
              <a:ext uri="{FF2B5EF4-FFF2-40B4-BE49-F238E27FC236}">
                <a16:creationId xmlns:a16="http://schemas.microsoft.com/office/drawing/2014/main" id="{19E7F390-AAA6-F521-49C1-F4117BC0E269}"/>
              </a:ext>
            </a:extLst>
          </p:cNvPr>
          <p:cNvSpPr/>
          <p:nvPr/>
        </p:nvSpPr>
        <p:spPr>
          <a:xfrm>
            <a:off x="216777" y="4870977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2" name="Rectángulo 701">
            <a:extLst>
              <a:ext uri="{FF2B5EF4-FFF2-40B4-BE49-F238E27FC236}">
                <a16:creationId xmlns:a16="http://schemas.microsoft.com/office/drawing/2014/main" id="{4AE32C58-3409-676F-6840-5AE48ED55167}"/>
              </a:ext>
            </a:extLst>
          </p:cNvPr>
          <p:cNvSpPr/>
          <p:nvPr/>
        </p:nvSpPr>
        <p:spPr>
          <a:xfrm>
            <a:off x="216731" y="4923100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3" name="Rectángulo: esquinas redondeadas 702">
            <a:extLst>
              <a:ext uri="{FF2B5EF4-FFF2-40B4-BE49-F238E27FC236}">
                <a16:creationId xmlns:a16="http://schemas.microsoft.com/office/drawing/2014/main" id="{022999E5-EF9D-C8FF-0B74-4B787BF8DE51}"/>
              </a:ext>
            </a:extLst>
          </p:cNvPr>
          <p:cNvSpPr/>
          <p:nvPr/>
        </p:nvSpPr>
        <p:spPr>
          <a:xfrm>
            <a:off x="250069" y="4878256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1" name="Elipse 490">
            <a:extLst>
              <a:ext uri="{FF2B5EF4-FFF2-40B4-BE49-F238E27FC236}">
                <a16:creationId xmlns:a16="http://schemas.microsoft.com/office/drawing/2014/main" id="{5D6EF399-71EC-28E1-EB8B-BD4437C1C86C}"/>
              </a:ext>
            </a:extLst>
          </p:cNvPr>
          <p:cNvSpPr/>
          <p:nvPr/>
        </p:nvSpPr>
        <p:spPr>
          <a:xfrm>
            <a:off x="197737" y="4693040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2" name="Conector recto 491">
            <a:extLst>
              <a:ext uri="{FF2B5EF4-FFF2-40B4-BE49-F238E27FC236}">
                <a16:creationId xmlns:a16="http://schemas.microsoft.com/office/drawing/2014/main" id="{AE68228E-DCC4-FDA4-2443-87FB084214DA}"/>
              </a:ext>
            </a:extLst>
          </p:cNvPr>
          <p:cNvCxnSpPr>
            <a:cxnSpLocks/>
          </p:cNvCxnSpPr>
          <p:nvPr/>
        </p:nvCxnSpPr>
        <p:spPr>
          <a:xfrm>
            <a:off x="252499" y="47781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492">
            <a:extLst>
              <a:ext uri="{FF2B5EF4-FFF2-40B4-BE49-F238E27FC236}">
                <a16:creationId xmlns:a16="http://schemas.microsoft.com/office/drawing/2014/main" id="{BBAFB31C-6E75-8583-3576-11C4B2D75AC5}"/>
              </a:ext>
            </a:extLst>
          </p:cNvPr>
          <p:cNvCxnSpPr>
            <a:cxnSpLocks/>
          </p:cNvCxnSpPr>
          <p:nvPr/>
        </p:nvCxnSpPr>
        <p:spPr>
          <a:xfrm flipV="1">
            <a:off x="301737" y="47781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493">
            <a:extLst>
              <a:ext uri="{FF2B5EF4-FFF2-40B4-BE49-F238E27FC236}">
                <a16:creationId xmlns:a16="http://schemas.microsoft.com/office/drawing/2014/main" id="{1E83D689-698B-E4E3-FDBE-AD82E7867018}"/>
              </a:ext>
            </a:extLst>
          </p:cNvPr>
          <p:cNvCxnSpPr>
            <a:cxnSpLocks/>
          </p:cNvCxnSpPr>
          <p:nvPr/>
        </p:nvCxnSpPr>
        <p:spPr>
          <a:xfrm>
            <a:off x="272146" y="48630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Rectángulo: esquinas redondeadas 494">
            <a:extLst>
              <a:ext uri="{FF2B5EF4-FFF2-40B4-BE49-F238E27FC236}">
                <a16:creationId xmlns:a16="http://schemas.microsoft.com/office/drawing/2014/main" id="{2CB5DC29-D664-8541-8876-D585EDF93C24}"/>
              </a:ext>
            </a:extLst>
          </p:cNvPr>
          <p:cNvSpPr/>
          <p:nvPr/>
        </p:nvSpPr>
        <p:spPr>
          <a:xfrm>
            <a:off x="7117666" y="5095204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6" name="Rectángulo 495">
            <a:extLst>
              <a:ext uri="{FF2B5EF4-FFF2-40B4-BE49-F238E27FC236}">
                <a16:creationId xmlns:a16="http://schemas.microsoft.com/office/drawing/2014/main" id="{DF11B59D-E4BF-8860-5AA5-6288D803FC1E}"/>
              </a:ext>
            </a:extLst>
          </p:cNvPr>
          <p:cNvSpPr/>
          <p:nvPr/>
        </p:nvSpPr>
        <p:spPr>
          <a:xfrm>
            <a:off x="7117620" y="5147327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7" name="Rectángulo: esquinas redondeadas 496">
            <a:extLst>
              <a:ext uri="{FF2B5EF4-FFF2-40B4-BE49-F238E27FC236}">
                <a16:creationId xmlns:a16="http://schemas.microsoft.com/office/drawing/2014/main" id="{21BD99D7-357A-9E4F-8C98-F1724840808D}"/>
              </a:ext>
            </a:extLst>
          </p:cNvPr>
          <p:cNvSpPr/>
          <p:nvPr/>
        </p:nvSpPr>
        <p:spPr>
          <a:xfrm>
            <a:off x="7150958" y="5102483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8" name="Elipse 497">
            <a:extLst>
              <a:ext uri="{FF2B5EF4-FFF2-40B4-BE49-F238E27FC236}">
                <a16:creationId xmlns:a16="http://schemas.microsoft.com/office/drawing/2014/main" id="{012A1845-37C7-A9E9-1DC3-BD275DE124A2}"/>
              </a:ext>
            </a:extLst>
          </p:cNvPr>
          <p:cNvSpPr/>
          <p:nvPr/>
        </p:nvSpPr>
        <p:spPr>
          <a:xfrm>
            <a:off x="7098626" y="4917267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9" name="Conector recto 508">
            <a:extLst>
              <a:ext uri="{FF2B5EF4-FFF2-40B4-BE49-F238E27FC236}">
                <a16:creationId xmlns:a16="http://schemas.microsoft.com/office/drawing/2014/main" id="{1BF5607A-1246-2614-0DDD-D53D8301B526}"/>
              </a:ext>
            </a:extLst>
          </p:cNvPr>
          <p:cNvCxnSpPr>
            <a:cxnSpLocks/>
          </p:cNvCxnSpPr>
          <p:nvPr/>
        </p:nvCxnSpPr>
        <p:spPr>
          <a:xfrm>
            <a:off x="7153388" y="50023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ector recto 383">
            <a:extLst>
              <a:ext uri="{FF2B5EF4-FFF2-40B4-BE49-F238E27FC236}">
                <a16:creationId xmlns:a16="http://schemas.microsoft.com/office/drawing/2014/main" id="{21036F68-58C4-F614-8BE3-FCA05C7BA667}"/>
              </a:ext>
            </a:extLst>
          </p:cNvPr>
          <p:cNvCxnSpPr>
            <a:cxnSpLocks/>
          </p:cNvCxnSpPr>
          <p:nvPr/>
        </p:nvCxnSpPr>
        <p:spPr>
          <a:xfrm flipV="1">
            <a:off x="7202626" y="50023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384">
            <a:extLst>
              <a:ext uri="{FF2B5EF4-FFF2-40B4-BE49-F238E27FC236}">
                <a16:creationId xmlns:a16="http://schemas.microsoft.com/office/drawing/2014/main" id="{7EE2D52D-9EEA-5EAF-9475-32CBFB94CAE9}"/>
              </a:ext>
            </a:extLst>
          </p:cNvPr>
          <p:cNvCxnSpPr>
            <a:cxnSpLocks/>
          </p:cNvCxnSpPr>
          <p:nvPr/>
        </p:nvCxnSpPr>
        <p:spPr>
          <a:xfrm>
            <a:off x="7173035" y="50872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ángulo: esquinas redondeadas 385">
            <a:extLst>
              <a:ext uri="{FF2B5EF4-FFF2-40B4-BE49-F238E27FC236}">
                <a16:creationId xmlns:a16="http://schemas.microsoft.com/office/drawing/2014/main" id="{BCE03792-7E98-CD37-0EB6-93CF9F6E18FA}"/>
              </a:ext>
            </a:extLst>
          </p:cNvPr>
          <p:cNvSpPr/>
          <p:nvPr/>
        </p:nvSpPr>
        <p:spPr>
          <a:xfrm>
            <a:off x="6566073" y="506498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616E8D18-5CCB-D875-B248-1D0441C800CC}"/>
              </a:ext>
            </a:extLst>
          </p:cNvPr>
          <p:cNvSpPr/>
          <p:nvPr/>
        </p:nvSpPr>
        <p:spPr>
          <a:xfrm>
            <a:off x="6566027" y="511710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Rectángulo: esquinas redondeadas 387">
            <a:extLst>
              <a:ext uri="{FF2B5EF4-FFF2-40B4-BE49-F238E27FC236}">
                <a16:creationId xmlns:a16="http://schemas.microsoft.com/office/drawing/2014/main" id="{AB499D66-FA9A-DE39-7B77-7D0CC1E03165}"/>
              </a:ext>
            </a:extLst>
          </p:cNvPr>
          <p:cNvSpPr/>
          <p:nvPr/>
        </p:nvSpPr>
        <p:spPr>
          <a:xfrm>
            <a:off x="6599365" y="507226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Elipse 388">
            <a:extLst>
              <a:ext uri="{FF2B5EF4-FFF2-40B4-BE49-F238E27FC236}">
                <a16:creationId xmlns:a16="http://schemas.microsoft.com/office/drawing/2014/main" id="{2AE72D2C-B262-1B04-3E0A-1553B8EDF885}"/>
              </a:ext>
            </a:extLst>
          </p:cNvPr>
          <p:cNvSpPr/>
          <p:nvPr/>
        </p:nvSpPr>
        <p:spPr>
          <a:xfrm>
            <a:off x="6547033" y="488704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BC1E6569-0FA0-0541-A099-467B4A69BD4F}"/>
              </a:ext>
            </a:extLst>
          </p:cNvPr>
          <p:cNvCxnSpPr>
            <a:cxnSpLocks/>
          </p:cNvCxnSpPr>
          <p:nvPr/>
        </p:nvCxnSpPr>
        <p:spPr>
          <a:xfrm>
            <a:off x="6601795" y="497212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390">
            <a:extLst>
              <a:ext uri="{FF2B5EF4-FFF2-40B4-BE49-F238E27FC236}">
                <a16:creationId xmlns:a16="http://schemas.microsoft.com/office/drawing/2014/main" id="{501CC6AC-4553-CE71-C4CC-BF55015CB6FB}"/>
              </a:ext>
            </a:extLst>
          </p:cNvPr>
          <p:cNvCxnSpPr>
            <a:cxnSpLocks/>
          </p:cNvCxnSpPr>
          <p:nvPr/>
        </p:nvCxnSpPr>
        <p:spPr>
          <a:xfrm flipV="1">
            <a:off x="6651033" y="497212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79F921BA-5692-2DF4-0BD1-7F8764368848}"/>
              </a:ext>
            </a:extLst>
          </p:cNvPr>
          <p:cNvCxnSpPr>
            <a:cxnSpLocks/>
          </p:cNvCxnSpPr>
          <p:nvPr/>
        </p:nvCxnSpPr>
        <p:spPr>
          <a:xfrm>
            <a:off x="6621442" y="505705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Rectángulo: esquinas redondeadas 401">
            <a:extLst>
              <a:ext uri="{FF2B5EF4-FFF2-40B4-BE49-F238E27FC236}">
                <a16:creationId xmlns:a16="http://schemas.microsoft.com/office/drawing/2014/main" id="{65CCA4F8-6564-E2BB-00C5-6ED18844B458}"/>
              </a:ext>
            </a:extLst>
          </p:cNvPr>
          <p:cNvSpPr/>
          <p:nvPr/>
        </p:nvSpPr>
        <p:spPr>
          <a:xfrm>
            <a:off x="8873661" y="489198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3" name="Rectángulo 402">
            <a:extLst>
              <a:ext uri="{FF2B5EF4-FFF2-40B4-BE49-F238E27FC236}">
                <a16:creationId xmlns:a16="http://schemas.microsoft.com/office/drawing/2014/main" id="{C3538678-A303-3B6A-4E2B-F96FBBE873C8}"/>
              </a:ext>
            </a:extLst>
          </p:cNvPr>
          <p:cNvSpPr/>
          <p:nvPr/>
        </p:nvSpPr>
        <p:spPr>
          <a:xfrm>
            <a:off x="8873615" y="494410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4" name="Rectángulo: esquinas redondeadas 403">
            <a:extLst>
              <a:ext uri="{FF2B5EF4-FFF2-40B4-BE49-F238E27FC236}">
                <a16:creationId xmlns:a16="http://schemas.microsoft.com/office/drawing/2014/main" id="{0188EEF4-EBD2-6213-21B4-B79F5C8AEE89}"/>
              </a:ext>
            </a:extLst>
          </p:cNvPr>
          <p:cNvSpPr/>
          <p:nvPr/>
        </p:nvSpPr>
        <p:spPr>
          <a:xfrm>
            <a:off x="8906953" y="489926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5" name="Elipse 404">
            <a:extLst>
              <a:ext uri="{FF2B5EF4-FFF2-40B4-BE49-F238E27FC236}">
                <a16:creationId xmlns:a16="http://schemas.microsoft.com/office/drawing/2014/main" id="{E4675364-5605-C86E-4AC6-2E7DBD0E5A86}"/>
              </a:ext>
            </a:extLst>
          </p:cNvPr>
          <p:cNvSpPr/>
          <p:nvPr/>
        </p:nvSpPr>
        <p:spPr>
          <a:xfrm>
            <a:off x="8854621" y="471404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56C86FC6-852D-17D1-1AB0-D38C693F913D}"/>
              </a:ext>
            </a:extLst>
          </p:cNvPr>
          <p:cNvSpPr/>
          <p:nvPr/>
        </p:nvSpPr>
        <p:spPr>
          <a:xfrm rot="872776">
            <a:off x="8921415" y="469251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7" name="Conector recto 406">
            <a:extLst>
              <a:ext uri="{FF2B5EF4-FFF2-40B4-BE49-F238E27FC236}">
                <a16:creationId xmlns:a16="http://schemas.microsoft.com/office/drawing/2014/main" id="{E4CC108B-9E6C-39C5-8668-9714ED57B523}"/>
              </a:ext>
            </a:extLst>
          </p:cNvPr>
          <p:cNvCxnSpPr>
            <a:cxnSpLocks/>
          </p:cNvCxnSpPr>
          <p:nvPr/>
        </p:nvCxnSpPr>
        <p:spPr>
          <a:xfrm>
            <a:off x="8909383" y="479912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407">
            <a:extLst>
              <a:ext uri="{FF2B5EF4-FFF2-40B4-BE49-F238E27FC236}">
                <a16:creationId xmlns:a16="http://schemas.microsoft.com/office/drawing/2014/main" id="{B5182629-5D19-15B0-81E2-B33A08854375}"/>
              </a:ext>
            </a:extLst>
          </p:cNvPr>
          <p:cNvCxnSpPr>
            <a:cxnSpLocks/>
          </p:cNvCxnSpPr>
          <p:nvPr/>
        </p:nvCxnSpPr>
        <p:spPr>
          <a:xfrm flipV="1">
            <a:off x="8958621" y="479912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Elipse 408">
            <a:extLst>
              <a:ext uri="{FF2B5EF4-FFF2-40B4-BE49-F238E27FC236}">
                <a16:creationId xmlns:a16="http://schemas.microsoft.com/office/drawing/2014/main" id="{B675DC54-656A-E04B-FC81-42EFC0C5580C}"/>
              </a:ext>
            </a:extLst>
          </p:cNvPr>
          <p:cNvSpPr/>
          <p:nvPr/>
        </p:nvSpPr>
        <p:spPr>
          <a:xfrm rot="19333876">
            <a:off x="8840956" y="470577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7" name="Conector recto 436">
            <a:extLst>
              <a:ext uri="{FF2B5EF4-FFF2-40B4-BE49-F238E27FC236}">
                <a16:creationId xmlns:a16="http://schemas.microsoft.com/office/drawing/2014/main" id="{5681F345-8FC2-12C2-364D-0E98EC797D07}"/>
              </a:ext>
            </a:extLst>
          </p:cNvPr>
          <p:cNvCxnSpPr>
            <a:cxnSpLocks/>
          </p:cNvCxnSpPr>
          <p:nvPr/>
        </p:nvCxnSpPr>
        <p:spPr>
          <a:xfrm>
            <a:off x="8929030" y="488405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ángulo: esquinas redondeadas 437">
            <a:extLst>
              <a:ext uri="{FF2B5EF4-FFF2-40B4-BE49-F238E27FC236}">
                <a16:creationId xmlns:a16="http://schemas.microsoft.com/office/drawing/2014/main" id="{BBA74909-3324-7D76-74DE-D164DD9582B8}"/>
              </a:ext>
            </a:extLst>
          </p:cNvPr>
          <p:cNvSpPr/>
          <p:nvPr/>
        </p:nvSpPr>
        <p:spPr>
          <a:xfrm>
            <a:off x="5228264" y="4879809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9" name="Rectángulo 438">
            <a:extLst>
              <a:ext uri="{FF2B5EF4-FFF2-40B4-BE49-F238E27FC236}">
                <a16:creationId xmlns:a16="http://schemas.microsoft.com/office/drawing/2014/main" id="{FF392321-0157-DE70-B925-860DD9A4BDFA}"/>
              </a:ext>
            </a:extLst>
          </p:cNvPr>
          <p:cNvSpPr/>
          <p:nvPr/>
        </p:nvSpPr>
        <p:spPr>
          <a:xfrm>
            <a:off x="5228218" y="493193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0" name="Rectángulo: esquinas redondeadas 439">
            <a:extLst>
              <a:ext uri="{FF2B5EF4-FFF2-40B4-BE49-F238E27FC236}">
                <a16:creationId xmlns:a16="http://schemas.microsoft.com/office/drawing/2014/main" id="{8E5ABFA6-8712-E5F4-FB97-0EFFFA0A8097}"/>
              </a:ext>
            </a:extLst>
          </p:cNvPr>
          <p:cNvSpPr/>
          <p:nvPr/>
        </p:nvSpPr>
        <p:spPr>
          <a:xfrm>
            <a:off x="5261556" y="4887088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1" name="Elipse 440">
            <a:extLst>
              <a:ext uri="{FF2B5EF4-FFF2-40B4-BE49-F238E27FC236}">
                <a16:creationId xmlns:a16="http://schemas.microsoft.com/office/drawing/2014/main" id="{2B8653DF-BBA5-E351-3673-35DB0A8F297D}"/>
              </a:ext>
            </a:extLst>
          </p:cNvPr>
          <p:cNvSpPr/>
          <p:nvPr/>
        </p:nvSpPr>
        <p:spPr>
          <a:xfrm>
            <a:off x="5209224" y="470187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42" name="Conector recto 441">
            <a:extLst>
              <a:ext uri="{FF2B5EF4-FFF2-40B4-BE49-F238E27FC236}">
                <a16:creationId xmlns:a16="http://schemas.microsoft.com/office/drawing/2014/main" id="{22235395-4726-69EB-018F-828F27319525}"/>
              </a:ext>
            </a:extLst>
          </p:cNvPr>
          <p:cNvCxnSpPr>
            <a:cxnSpLocks/>
          </p:cNvCxnSpPr>
          <p:nvPr/>
        </p:nvCxnSpPr>
        <p:spPr>
          <a:xfrm>
            <a:off x="5263986" y="478694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ector recto 442">
            <a:extLst>
              <a:ext uri="{FF2B5EF4-FFF2-40B4-BE49-F238E27FC236}">
                <a16:creationId xmlns:a16="http://schemas.microsoft.com/office/drawing/2014/main" id="{36E2C2D4-87F2-8B96-4CAC-7F90AB6780CD}"/>
              </a:ext>
            </a:extLst>
          </p:cNvPr>
          <p:cNvCxnSpPr>
            <a:cxnSpLocks/>
          </p:cNvCxnSpPr>
          <p:nvPr/>
        </p:nvCxnSpPr>
        <p:spPr>
          <a:xfrm flipV="1">
            <a:off x="5313224" y="478694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ector recto 443">
            <a:extLst>
              <a:ext uri="{FF2B5EF4-FFF2-40B4-BE49-F238E27FC236}">
                <a16:creationId xmlns:a16="http://schemas.microsoft.com/office/drawing/2014/main" id="{7280417D-A9C7-892E-456D-52F0530E1B4D}"/>
              </a:ext>
            </a:extLst>
          </p:cNvPr>
          <p:cNvCxnSpPr>
            <a:cxnSpLocks/>
          </p:cNvCxnSpPr>
          <p:nvPr/>
        </p:nvCxnSpPr>
        <p:spPr>
          <a:xfrm>
            <a:off x="5283633" y="487187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ectángulo: esquinas redondeadas 444">
            <a:extLst>
              <a:ext uri="{FF2B5EF4-FFF2-40B4-BE49-F238E27FC236}">
                <a16:creationId xmlns:a16="http://schemas.microsoft.com/office/drawing/2014/main" id="{68F152E8-E2C5-53AE-7A65-EE442D915121}"/>
              </a:ext>
            </a:extLst>
          </p:cNvPr>
          <p:cNvSpPr/>
          <p:nvPr/>
        </p:nvSpPr>
        <p:spPr>
          <a:xfrm>
            <a:off x="5475220" y="5122443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EC10A79F-C6AD-75AD-40D8-53C3EF027A68}"/>
              </a:ext>
            </a:extLst>
          </p:cNvPr>
          <p:cNvSpPr/>
          <p:nvPr/>
        </p:nvSpPr>
        <p:spPr>
          <a:xfrm>
            <a:off x="5475174" y="517456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5" name="Rectángulo: esquinas redondeadas 704">
            <a:extLst>
              <a:ext uri="{FF2B5EF4-FFF2-40B4-BE49-F238E27FC236}">
                <a16:creationId xmlns:a16="http://schemas.microsoft.com/office/drawing/2014/main" id="{C0274237-FA02-396D-E043-86FABC17B0B6}"/>
              </a:ext>
            </a:extLst>
          </p:cNvPr>
          <p:cNvSpPr/>
          <p:nvPr/>
        </p:nvSpPr>
        <p:spPr>
          <a:xfrm>
            <a:off x="5508512" y="5129722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6" name="Elipse 705">
            <a:extLst>
              <a:ext uri="{FF2B5EF4-FFF2-40B4-BE49-F238E27FC236}">
                <a16:creationId xmlns:a16="http://schemas.microsoft.com/office/drawing/2014/main" id="{5BB73095-FC51-8B63-39F1-06C86B8C8FBC}"/>
              </a:ext>
            </a:extLst>
          </p:cNvPr>
          <p:cNvSpPr/>
          <p:nvPr/>
        </p:nvSpPr>
        <p:spPr>
          <a:xfrm>
            <a:off x="5456180" y="494450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7" name="Elipse 706">
            <a:extLst>
              <a:ext uri="{FF2B5EF4-FFF2-40B4-BE49-F238E27FC236}">
                <a16:creationId xmlns:a16="http://schemas.microsoft.com/office/drawing/2014/main" id="{865F733E-419C-1070-9742-2502895D2C6D}"/>
              </a:ext>
            </a:extLst>
          </p:cNvPr>
          <p:cNvSpPr/>
          <p:nvPr/>
        </p:nvSpPr>
        <p:spPr>
          <a:xfrm rot="872776">
            <a:off x="5522974" y="4922973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EA1D67BE-1DCD-D046-9A7D-E262DEEED98D}"/>
              </a:ext>
            </a:extLst>
          </p:cNvPr>
          <p:cNvCxnSpPr>
            <a:cxnSpLocks/>
          </p:cNvCxnSpPr>
          <p:nvPr/>
        </p:nvCxnSpPr>
        <p:spPr>
          <a:xfrm>
            <a:off x="5510942" y="502958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F38E0D3-8B4E-12C5-D618-BC132D8745DF}"/>
              </a:ext>
            </a:extLst>
          </p:cNvPr>
          <p:cNvCxnSpPr>
            <a:cxnSpLocks/>
          </p:cNvCxnSpPr>
          <p:nvPr/>
        </p:nvCxnSpPr>
        <p:spPr>
          <a:xfrm flipV="1">
            <a:off x="5560180" y="502958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Elipse 709">
            <a:extLst>
              <a:ext uri="{FF2B5EF4-FFF2-40B4-BE49-F238E27FC236}">
                <a16:creationId xmlns:a16="http://schemas.microsoft.com/office/drawing/2014/main" id="{91629783-63F7-FF48-EDDE-B78F6A64AAB5}"/>
              </a:ext>
            </a:extLst>
          </p:cNvPr>
          <p:cNvSpPr/>
          <p:nvPr/>
        </p:nvSpPr>
        <p:spPr>
          <a:xfrm rot="19333876">
            <a:off x="5442515" y="4936234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1" name="Conector recto 710">
            <a:extLst>
              <a:ext uri="{FF2B5EF4-FFF2-40B4-BE49-F238E27FC236}">
                <a16:creationId xmlns:a16="http://schemas.microsoft.com/office/drawing/2014/main" id="{623F3022-8A9E-939A-3C31-D4D6334D1453}"/>
              </a:ext>
            </a:extLst>
          </p:cNvPr>
          <p:cNvCxnSpPr>
            <a:cxnSpLocks/>
          </p:cNvCxnSpPr>
          <p:nvPr/>
        </p:nvCxnSpPr>
        <p:spPr>
          <a:xfrm>
            <a:off x="5530589" y="511451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Rectángulo: esquinas redondeadas 711">
            <a:extLst>
              <a:ext uri="{FF2B5EF4-FFF2-40B4-BE49-F238E27FC236}">
                <a16:creationId xmlns:a16="http://schemas.microsoft.com/office/drawing/2014/main" id="{C8DD6B4E-9944-7132-1B09-4B3531A4A9DA}"/>
              </a:ext>
            </a:extLst>
          </p:cNvPr>
          <p:cNvSpPr/>
          <p:nvPr/>
        </p:nvSpPr>
        <p:spPr>
          <a:xfrm>
            <a:off x="4950554" y="4872599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3" name="Rectángulo 712">
            <a:extLst>
              <a:ext uri="{FF2B5EF4-FFF2-40B4-BE49-F238E27FC236}">
                <a16:creationId xmlns:a16="http://schemas.microsoft.com/office/drawing/2014/main" id="{EF4AA0E3-626E-2D4E-3199-5B6799F42889}"/>
              </a:ext>
            </a:extLst>
          </p:cNvPr>
          <p:cNvSpPr/>
          <p:nvPr/>
        </p:nvSpPr>
        <p:spPr>
          <a:xfrm>
            <a:off x="4950508" y="492472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4" name="Rectángulo: esquinas redondeadas 713">
            <a:extLst>
              <a:ext uri="{FF2B5EF4-FFF2-40B4-BE49-F238E27FC236}">
                <a16:creationId xmlns:a16="http://schemas.microsoft.com/office/drawing/2014/main" id="{A77D9E59-0B31-F240-7C37-F5646183F397}"/>
              </a:ext>
            </a:extLst>
          </p:cNvPr>
          <p:cNvSpPr/>
          <p:nvPr/>
        </p:nvSpPr>
        <p:spPr>
          <a:xfrm>
            <a:off x="4983846" y="4879878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Elipse 714">
            <a:extLst>
              <a:ext uri="{FF2B5EF4-FFF2-40B4-BE49-F238E27FC236}">
                <a16:creationId xmlns:a16="http://schemas.microsoft.com/office/drawing/2014/main" id="{70F8BAA0-59B5-49A4-98A6-F6737CB724E6}"/>
              </a:ext>
            </a:extLst>
          </p:cNvPr>
          <p:cNvSpPr/>
          <p:nvPr/>
        </p:nvSpPr>
        <p:spPr>
          <a:xfrm>
            <a:off x="4931514" y="469466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6" name="Elipse 715">
            <a:extLst>
              <a:ext uri="{FF2B5EF4-FFF2-40B4-BE49-F238E27FC236}">
                <a16:creationId xmlns:a16="http://schemas.microsoft.com/office/drawing/2014/main" id="{9E964D91-A252-DF14-3C14-3AAB640560DF}"/>
              </a:ext>
            </a:extLst>
          </p:cNvPr>
          <p:cNvSpPr/>
          <p:nvPr/>
        </p:nvSpPr>
        <p:spPr>
          <a:xfrm rot="872776">
            <a:off x="4998308" y="4673129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7" name="Conector recto 716">
            <a:extLst>
              <a:ext uri="{FF2B5EF4-FFF2-40B4-BE49-F238E27FC236}">
                <a16:creationId xmlns:a16="http://schemas.microsoft.com/office/drawing/2014/main" id="{F5F34CB2-56F7-93FC-0349-E1638CDFF767}"/>
              </a:ext>
            </a:extLst>
          </p:cNvPr>
          <p:cNvCxnSpPr>
            <a:cxnSpLocks/>
          </p:cNvCxnSpPr>
          <p:nvPr/>
        </p:nvCxnSpPr>
        <p:spPr>
          <a:xfrm>
            <a:off x="4986276" y="477973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5BA6C332-9C77-A71E-A8D1-4C29887A7BC0}"/>
              </a:ext>
            </a:extLst>
          </p:cNvPr>
          <p:cNvCxnSpPr>
            <a:cxnSpLocks/>
          </p:cNvCxnSpPr>
          <p:nvPr/>
        </p:nvCxnSpPr>
        <p:spPr>
          <a:xfrm flipV="1">
            <a:off x="5035514" y="477973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Elipse 718">
            <a:extLst>
              <a:ext uri="{FF2B5EF4-FFF2-40B4-BE49-F238E27FC236}">
                <a16:creationId xmlns:a16="http://schemas.microsoft.com/office/drawing/2014/main" id="{69A4CB5B-FC3E-5D1D-4976-087AFB901598}"/>
              </a:ext>
            </a:extLst>
          </p:cNvPr>
          <p:cNvSpPr/>
          <p:nvPr/>
        </p:nvSpPr>
        <p:spPr>
          <a:xfrm rot="19333876">
            <a:off x="4917849" y="4686390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E053DBFF-28B5-1679-A979-29501C423333}"/>
              </a:ext>
            </a:extLst>
          </p:cNvPr>
          <p:cNvCxnSpPr>
            <a:cxnSpLocks/>
          </p:cNvCxnSpPr>
          <p:nvPr/>
        </p:nvCxnSpPr>
        <p:spPr>
          <a:xfrm>
            <a:off x="5005923" y="486466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Rectángulo 720">
            <a:extLst>
              <a:ext uri="{FF2B5EF4-FFF2-40B4-BE49-F238E27FC236}">
                <a16:creationId xmlns:a16="http://schemas.microsoft.com/office/drawing/2014/main" id="{5E027DFB-AE23-C5EA-D4FB-4C6865A48E95}"/>
              </a:ext>
            </a:extLst>
          </p:cNvPr>
          <p:cNvSpPr/>
          <p:nvPr/>
        </p:nvSpPr>
        <p:spPr>
          <a:xfrm>
            <a:off x="5090100" y="4969645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2" name="Rectángulo: esquinas redondeadas 721">
            <a:extLst>
              <a:ext uri="{FF2B5EF4-FFF2-40B4-BE49-F238E27FC236}">
                <a16:creationId xmlns:a16="http://schemas.microsoft.com/office/drawing/2014/main" id="{7A90B752-DC10-C074-07AB-245654456FD4}"/>
              </a:ext>
            </a:extLst>
          </p:cNvPr>
          <p:cNvSpPr/>
          <p:nvPr/>
        </p:nvSpPr>
        <p:spPr>
          <a:xfrm>
            <a:off x="5116859" y="5103097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3" name="Rectángulo 722">
            <a:extLst>
              <a:ext uri="{FF2B5EF4-FFF2-40B4-BE49-F238E27FC236}">
                <a16:creationId xmlns:a16="http://schemas.microsoft.com/office/drawing/2014/main" id="{3DD125DC-6101-D49E-DEF6-C2FA945AE9F2}"/>
              </a:ext>
            </a:extLst>
          </p:cNvPr>
          <p:cNvSpPr/>
          <p:nvPr/>
        </p:nvSpPr>
        <p:spPr>
          <a:xfrm>
            <a:off x="5116813" y="515522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4" name="Rectángulo: esquinas redondeadas 723">
            <a:extLst>
              <a:ext uri="{FF2B5EF4-FFF2-40B4-BE49-F238E27FC236}">
                <a16:creationId xmlns:a16="http://schemas.microsoft.com/office/drawing/2014/main" id="{CD2E45B2-CD89-756C-BE0C-D2476E7E2DB5}"/>
              </a:ext>
            </a:extLst>
          </p:cNvPr>
          <p:cNvSpPr/>
          <p:nvPr/>
        </p:nvSpPr>
        <p:spPr>
          <a:xfrm>
            <a:off x="5150151" y="5110376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5" name="Elipse 724">
            <a:extLst>
              <a:ext uri="{FF2B5EF4-FFF2-40B4-BE49-F238E27FC236}">
                <a16:creationId xmlns:a16="http://schemas.microsoft.com/office/drawing/2014/main" id="{D6EE7040-14E0-0B82-C05A-1845A3A09E94}"/>
              </a:ext>
            </a:extLst>
          </p:cNvPr>
          <p:cNvSpPr/>
          <p:nvPr/>
        </p:nvSpPr>
        <p:spPr>
          <a:xfrm>
            <a:off x="5097819" y="492516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6" name="Elipse 725">
            <a:extLst>
              <a:ext uri="{FF2B5EF4-FFF2-40B4-BE49-F238E27FC236}">
                <a16:creationId xmlns:a16="http://schemas.microsoft.com/office/drawing/2014/main" id="{4A066223-FD7A-A3D5-2250-2EAC6C6E6499}"/>
              </a:ext>
            </a:extLst>
          </p:cNvPr>
          <p:cNvSpPr/>
          <p:nvPr/>
        </p:nvSpPr>
        <p:spPr>
          <a:xfrm rot="872776">
            <a:off x="5164613" y="4903627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65DFF321-6911-F86F-2DA6-68275A01FA3D}"/>
              </a:ext>
            </a:extLst>
          </p:cNvPr>
          <p:cNvCxnSpPr>
            <a:cxnSpLocks/>
          </p:cNvCxnSpPr>
          <p:nvPr/>
        </p:nvCxnSpPr>
        <p:spPr>
          <a:xfrm>
            <a:off x="5152581" y="501023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DE69933D-9461-E817-A7ED-1EA1C5899FB8}"/>
              </a:ext>
            </a:extLst>
          </p:cNvPr>
          <p:cNvCxnSpPr>
            <a:cxnSpLocks/>
          </p:cNvCxnSpPr>
          <p:nvPr/>
        </p:nvCxnSpPr>
        <p:spPr>
          <a:xfrm flipV="1">
            <a:off x="5201819" y="501023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9" name="Elipse 728">
            <a:extLst>
              <a:ext uri="{FF2B5EF4-FFF2-40B4-BE49-F238E27FC236}">
                <a16:creationId xmlns:a16="http://schemas.microsoft.com/office/drawing/2014/main" id="{D00E6425-ABBF-4464-F0BB-FD949670709A}"/>
              </a:ext>
            </a:extLst>
          </p:cNvPr>
          <p:cNvSpPr/>
          <p:nvPr/>
        </p:nvSpPr>
        <p:spPr>
          <a:xfrm rot="19333876">
            <a:off x="5084154" y="4916888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0588A483-951D-CA14-C5CD-194F55F937E8}"/>
              </a:ext>
            </a:extLst>
          </p:cNvPr>
          <p:cNvCxnSpPr>
            <a:cxnSpLocks/>
          </p:cNvCxnSpPr>
          <p:nvPr/>
        </p:nvCxnSpPr>
        <p:spPr>
          <a:xfrm>
            <a:off x="5172228" y="509516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1" name="Rectángulo: esquinas redondeadas 730">
            <a:extLst>
              <a:ext uri="{FF2B5EF4-FFF2-40B4-BE49-F238E27FC236}">
                <a16:creationId xmlns:a16="http://schemas.microsoft.com/office/drawing/2014/main" id="{16BAB519-D28F-9DDA-AAAC-E4E7D208B6C3}"/>
              </a:ext>
            </a:extLst>
          </p:cNvPr>
          <p:cNvSpPr/>
          <p:nvPr/>
        </p:nvSpPr>
        <p:spPr>
          <a:xfrm>
            <a:off x="4822038" y="510691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BFDC4E46-DB42-C6B7-38D0-78DBDE4CA4F1}"/>
              </a:ext>
            </a:extLst>
          </p:cNvPr>
          <p:cNvSpPr/>
          <p:nvPr/>
        </p:nvSpPr>
        <p:spPr>
          <a:xfrm>
            <a:off x="4821992" y="515903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3" name="Rectángulo: esquinas redondeadas 732">
            <a:extLst>
              <a:ext uri="{FF2B5EF4-FFF2-40B4-BE49-F238E27FC236}">
                <a16:creationId xmlns:a16="http://schemas.microsoft.com/office/drawing/2014/main" id="{0A70E015-8CDF-4AEC-4E63-D5CAC65BD848}"/>
              </a:ext>
            </a:extLst>
          </p:cNvPr>
          <p:cNvSpPr/>
          <p:nvPr/>
        </p:nvSpPr>
        <p:spPr>
          <a:xfrm>
            <a:off x="4855330" y="511419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Elipse 733">
            <a:extLst>
              <a:ext uri="{FF2B5EF4-FFF2-40B4-BE49-F238E27FC236}">
                <a16:creationId xmlns:a16="http://schemas.microsoft.com/office/drawing/2014/main" id="{24EDF0D4-7BCD-F030-69B9-8CB24E6295ED}"/>
              </a:ext>
            </a:extLst>
          </p:cNvPr>
          <p:cNvSpPr/>
          <p:nvPr/>
        </p:nvSpPr>
        <p:spPr>
          <a:xfrm>
            <a:off x="4802998" y="492897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5" name="Elipse 734">
            <a:extLst>
              <a:ext uri="{FF2B5EF4-FFF2-40B4-BE49-F238E27FC236}">
                <a16:creationId xmlns:a16="http://schemas.microsoft.com/office/drawing/2014/main" id="{60146B8F-628A-8ADC-CEBC-CC04EB25438F}"/>
              </a:ext>
            </a:extLst>
          </p:cNvPr>
          <p:cNvSpPr/>
          <p:nvPr/>
        </p:nvSpPr>
        <p:spPr>
          <a:xfrm rot="872776">
            <a:off x="4869792" y="490744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6" name="Conector recto 735">
            <a:extLst>
              <a:ext uri="{FF2B5EF4-FFF2-40B4-BE49-F238E27FC236}">
                <a16:creationId xmlns:a16="http://schemas.microsoft.com/office/drawing/2014/main" id="{9B5C01BD-D2F0-2F06-58ED-5C88095AE1B9}"/>
              </a:ext>
            </a:extLst>
          </p:cNvPr>
          <p:cNvCxnSpPr>
            <a:cxnSpLocks/>
          </p:cNvCxnSpPr>
          <p:nvPr/>
        </p:nvCxnSpPr>
        <p:spPr>
          <a:xfrm>
            <a:off x="4857760" y="501405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onector recto 736">
            <a:extLst>
              <a:ext uri="{FF2B5EF4-FFF2-40B4-BE49-F238E27FC236}">
                <a16:creationId xmlns:a16="http://schemas.microsoft.com/office/drawing/2014/main" id="{ACF88F09-79EE-4BE2-BC3A-756C0465542D}"/>
              </a:ext>
            </a:extLst>
          </p:cNvPr>
          <p:cNvCxnSpPr>
            <a:cxnSpLocks/>
          </p:cNvCxnSpPr>
          <p:nvPr/>
        </p:nvCxnSpPr>
        <p:spPr>
          <a:xfrm flipV="1">
            <a:off x="4906998" y="501405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Elipse 737">
            <a:extLst>
              <a:ext uri="{FF2B5EF4-FFF2-40B4-BE49-F238E27FC236}">
                <a16:creationId xmlns:a16="http://schemas.microsoft.com/office/drawing/2014/main" id="{9C3C8E59-E873-F244-0377-793BEE5DF336}"/>
              </a:ext>
            </a:extLst>
          </p:cNvPr>
          <p:cNvSpPr/>
          <p:nvPr/>
        </p:nvSpPr>
        <p:spPr>
          <a:xfrm rot="19333876">
            <a:off x="4789333" y="492070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9" name="Conector recto 738">
            <a:extLst>
              <a:ext uri="{FF2B5EF4-FFF2-40B4-BE49-F238E27FC236}">
                <a16:creationId xmlns:a16="http://schemas.microsoft.com/office/drawing/2014/main" id="{3F660FCB-21B3-30BE-40CF-CD2216AB6091}"/>
              </a:ext>
            </a:extLst>
          </p:cNvPr>
          <p:cNvCxnSpPr>
            <a:cxnSpLocks/>
          </p:cNvCxnSpPr>
          <p:nvPr/>
        </p:nvCxnSpPr>
        <p:spPr>
          <a:xfrm>
            <a:off x="4877407" y="509898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" name="Rectángulo: esquinas redondeadas 739">
            <a:extLst>
              <a:ext uri="{FF2B5EF4-FFF2-40B4-BE49-F238E27FC236}">
                <a16:creationId xmlns:a16="http://schemas.microsoft.com/office/drawing/2014/main" id="{392486C8-A736-C0CD-89EE-137D1E684D12}"/>
              </a:ext>
            </a:extLst>
          </p:cNvPr>
          <p:cNvSpPr/>
          <p:nvPr/>
        </p:nvSpPr>
        <p:spPr>
          <a:xfrm>
            <a:off x="11087455" y="4639966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1" name="Rectángulo 740">
            <a:extLst>
              <a:ext uri="{FF2B5EF4-FFF2-40B4-BE49-F238E27FC236}">
                <a16:creationId xmlns:a16="http://schemas.microsoft.com/office/drawing/2014/main" id="{2E2F6FA1-1D5F-31C5-B60D-DED4678618F5}"/>
              </a:ext>
            </a:extLst>
          </p:cNvPr>
          <p:cNvSpPr/>
          <p:nvPr/>
        </p:nvSpPr>
        <p:spPr>
          <a:xfrm>
            <a:off x="11087409" y="469208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2" name="Rectángulo: esquinas redondeadas 741">
            <a:extLst>
              <a:ext uri="{FF2B5EF4-FFF2-40B4-BE49-F238E27FC236}">
                <a16:creationId xmlns:a16="http://schemas.microsoft.com/office/drawing/2014/main" id="{9562C6CD-AEA9-E05F-A0C4-CDCF8A56B8BE}"/>
              </a:ext>
            </a:extLst>
          </p:cNvPr>
          <p:cNvSpPr/>
          <p:nvPr/>
        </p:nvSpPr>
        <p:spPr>
          <a:xfrm>
            <a:off x="11120747" y="4647245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3" name="Elipse 742">
            <a:extLst>
              <a:ext uri="{FF2B5EF4-FFF2-40B4-BE49-F238E27FC236}">
                <a16:creationId xmlns:a16="http://schemas.microsoft.com/office/drawing/2014/main" id="{C71FC2BB-B6B4-5FA9-3C19-8EA29BFA90BD}"/>
              </a:ext>
            </a:extLst>
          </p:cNvPr>
          <p:cNvSpPr/>
          <p:nvPr/>
        </p:nvSpPr>
        <p:spPr>
          <a:xfrm>
            <a:off x="11068415" y="446202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Elipse 743">
            <a:extLst>
              <a:ext uri="{FF2B5EF4-FFF2-40B4-BE49-F238E27FC236}">
                <a16:creationId xmlns:a16="http://schemas.microsoft.com/office/drawing/2014/main" id="{D570D7C8-C2A2-61F9-A67D-4774E6FEDA9A}"/>
              </a:ext>
            </a:extLst>
          </p:cNvPr>
          <p:cNvSpPr/>
          <p:nvPr/>
        </p:nvSpPr>
        <p:spPr>
          <a:xfrm rot="872776">
            <a:off x="11135209" y="4440496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5" name="Conector recto 744">
            <a:extLst>
              <a:ext uri="{FF2B5EF4-FFF2-40B4-BE49-F238E27FC236}">
                <a16:creationId xmlns:a16="http://schemas.microsoft.com/office/drawing/2014/main" id="{6D7294E2-B8AE-CDC3-B71F-330E2AAEECAC}"/>
              </a:ext>
            </a:extLst>
          </p:cNvPr>
          <p:cNvCxnSpPr>
            <a:cxnSpLocks/>
          </p:cNvCxnSpPr>
          <p:nvPr/>
        </p:nvCxnSpPr>
        <p:spPr>
          <a:xfrm>
            <a:off x="11123177" y="454710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onector recto 745">
            <a:extLst>
              <a:ext uri="{FF2B5EF4-FFF2-40B4-BE49-F238E27FC236}">
                <a16:creationId xmlns:a16="http://schemas.microsoft.com/office/drawing/2014/main" id="{9DCD2CEC-827B-7855-BD11-235812E5F0D1}"/>
              </a:ext>
            </a:extLst>
          </p:cNvPr>
          <p:cNvCxnSpPr>
            <a:cxnSpLocks/>
          </p:cNvCxnSpPr>
          <p:nvPr/>
        </p:nvCxnSpPr>
        <p:spPr>
          <a:xfrm flipV="1">
            <a:off x="11172415" y="454710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" name="Elipse 746">
            <a:extLst>
              <a:ext uri="{FF2B5EF4-FFF2-40B4-BE49-F238E27FC236}">
                <a16:creationId xmlns:a16="http://schemas.microsoft.com/office/drawing/2014/main" id="{4BEC147D-E640-33CC-2ED6-4FF2F0F533BD}"/>
              </a:ext>
            </a:extLst>
          </p:cNvPr>
          <p:cNvSpPr/>
          <p:nvPr/>
        </p:nvSpPr>
        <p:spPr>
          <a:xfrm rot="19333876">
            <a:off x="11054750" y="4453757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8" name="Conector recto 747">
            <a:extLst>
              <a:ext uri="{FF2B5EF4-FFF2-40B4-BE49-F238E27FC236}">
                <a16:creationId xmlns:a16="http://schemas.microsoft.com/office/drawing/2014/main" id="{6BC704AD-EBA7-1910-80D1-ACBF9BD7B1CE}"/>
              </a:ext>
            </a:extLst>
          </p:cNvPr>
          <p:cNvCxnSpPr>
            <a:cxnSpLocks/>
          </p:cNvCxnSpPr>
          <p:nvPr/>
        </p:nvCxnSpPr>
        <p:spPr>
          <a:xfrm>
            <a:off x="11142824" y="463203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9" name="Rectángulo: esquinas redondeadas 748">
            <a:extLst>
              <a:ext uri="{FF2B5EF4-FFF2-40B4-BE49-F238E27FC236}">
                <a16:creationId xmlns:a16="http://schemas.microsoft.com/office/drawing/2014/main" id="{69AF4FCD-9FCA-1AD4-4859-46CE5085008D}"/>
              </a:ext>
            </a:extLst>
          </p:cNvPr>
          <p:cNvSpPr/>
          <p:nvPr/>
        </p:nvSpPr>
        <p:spPr>
          <a:xfrm>
            <a:off x="11567839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0" name="Rectángulo 749">
            <a:extLst>
              <a:ext uri="{FF2B5EF4-FFF2-40B4-BE49-F238E27FC236}">
                <a16:creationId xmlns:a16="http://schemas.microsoft.com/office/drawing/2014/main" id="{81F43A4E-6867-12EA-47A9-D4A4D4846555}"/>
              </a:ext>
            </a:extLst>
          </p:cNvPr>
          <p:cNvSpPr/>
          <p:nvPr/>
        </p:nvSpPr>
        <p:spPr>
          <a:xfrm>
            <a:off x="11567793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: esquinas redondeadas 750">
            <a:extLst>
              <a:ext uri="{FF2B5EF4-FFF2-40B4-BE49-F238E27FC236}">
                <a16:creationId xmlns:a16="http://schemas.microsoft.com/office/drawing/2014/main" id="{7EE45049-B8D6-E9F0-A893-0C5505496C45}"/>
              </a:ext>
            </a:extLst>
          </p:cNvPr>
          <p:cNvSpPr/>
          <p:nvPr/>
        </p:nvSpPr>
        <p:spPr>
          <a:xfrm>
            <a:off x="11601131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Elipse 751">
            <a:extLst>
              <a:ext uri="{FF2B5EF4-FFF2-40B4-BE49-F238E27FC236}">
                <a16:creationId xmlns:a16="http://schemas.microsoft.com/office/drawing/2014/main" id="{AAE2452B-61CE-E37E-CC49-3D0CB34103D5}"/>
              </a:ext>
            </a:extLst>
          </p:cNvPr>
          <p:cNvSpPr/>
          <p:nvPr/>
        </p:nvSpPr>
        <p:spPr>
          <a:xfrm>
            <a:off x="11548799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Elipse 752">
            <a:extLst>
              <a:ext uri="{FF2B5EF4-FFF2-40B4-BE49-F238E27FC236}">
                <a16:creationId xmlns:a16="http://schemas.microsoft.com/office/drawing/2014/main" id="{078F9773-473A-3BD7-EFFB-013D66544C5E}"/>
              </a:ext>
            </a:extLst>
          </p:cNvPr>
          <p:cNvSpPr/>
          <p:nvPr/>
        </p:nvSpPr>
        <p:spPr>
          <a:xfrm rot="872776">
            <a:off x="11615593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4" name="Conector recto 753">
            <a:extLst>
              <a:ext uri="{FF2B5EF4-FFF2-40B4-BE49-F238E27FC236}">
                <a16:creationId xmlns:a16="http://schemas.microsoft.com/office/drawing/2014/main" id="{C72F4F22-4480-9E2F-2AFB-491FFE623121}"/>
              </a:ext>
            </a:extLst>
          </p:cNvPr>
          <p:cNvCxnSpPr>
            <a:cxnSpLocks/>
          </p:cNvCxnSpPr>
          <p:nvPr/>
        </p:nvCxnSpPr>
        <p:spPr>
          <a:xfrm>
            <a:off x="11603561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Conector recto 754">
            <a:extLst>
              <a:ext uri="{FF2B5EF4-FFF2-40B4-BE49-F238E27FC236}">
                <a16:creationId xmlns:a16="http://schemas.microsoft.com/office/drawing/2014/main" id="{5B281343-6209-0AFC-70BA-0156A098E089}"/>
              </a:ext>
            </a:extLst>
          </p:cNvPr>
          <p:cNvCxnSpPr>
            <a:cxnSpLocks/>
          </p:cNvCxnSpPr>
          <p:nvPr/>
        </p:nvCxnSpPr>
        <p:spPr>
          <a:xfrm flipV="1">
            <a:off x="11652799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Elipse 755">
            <a:extLst>
              <a:ext uri="{FF2B5EF4-FFF2-40B4-BE49-F238E27FC236}">
                <a16:creationId xmlns:a16="http://schemas.microsoft.com/office/drawing/2014/main" id="{8BB4FD09-A8B8-6E66-9075-E33B964EC345}"/>
              </a:ext>
            </a:extLst>
          </p:cNvPr>
          <p:cNvSpPr/>
          <p:nvPr/>
        </p:nvSpPr>
        <p:spPr>
          <a:xfrm rot="19333876">
            <a:off x="11535134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7" name="Conector recto 756">
            <a:extLst>
              <a:ext uri="{FF2B5EF4-FFF2-40B4-BE49-F238E27FC236}">
                <a16:creationId xmlns:a16="http://schemas.microsoft.com/office/drawing/2014/main" id="{EF0A36F7-9EF7-F692-8832-2E213E06CC76}"/>
              </a:ext>
            </a:extLst>
          </p:cNvPr>
          <p:cNvCxnSpPr>
            <a:cxnSpLocks/>
          </p:cNvCxnSpPr>
          <p:nvPr/>
        </p:nvCxnSpPr>
        <p:spPr>
          <a:xfrm>
            <a:off x="11623208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" name="Rectángulo: esquinas redondeadas 757">
            <a:extLst>
              <a:ext uri="{FF2B5EF4-FFF2-40B4-BE49-F238E27FC236}">
                <a16:creationId xmlns:a16="http://schemas.microsoft.com/office/drawing/2014/main" id="{46DFD73C-2817-76EE-4CC3-D1BB6DFC31FC}"/>
              </a:ext>
            </a:extLst>
          </p:cNvPr>
          <p:cNvSpPr/>
          <p:nvPr/>
        </p:nvSpPr>
        <p:spPr>
          <a:xfrm>
            <a:off x="10979134" y="4879024"/>
            <a:ext cx="165953" cy="16351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61CB126B-36B1-A3F5-B162-79E552EC4B44}"/>
              </a:ext>
            </a:extLst>
          </p:cNvPr>
          <p:cNvSpPr/>
          <p:nvPr/>
        </p:nvSpPr>
        <p:spPr>
          <a:xfrm>
            <a:off x="10979088" y="493114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: esquinas redondeadas 759">
            <a:extLst>
              <a:ext uri="{FF2B5EF4-FFF2-40B4-BE49-F238E27FC236}">
                <a16:creationId xmlns:a16="http://schemas.microsoft.com/office/drawing/2014/main" id="{75732D6C-022D-7CD7-BDAA-450446A005EC}"/>
              </a:ext>
            </a:extLst>
          </p:cNvPr>
          <p:cNvSpPr/>
          <p:nvPr/>
        </p:nvSpPr>
        <p:spPr>
          <a:xfrm>
            <a:off x="11012426" y="4886303"/>
            <a:ext cx="104775" cy="1656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Elipse 760">
            <a:extLst>
              <a:ext uri="{FF2B5EF4-FFF2-40B4-BE49-F238E27FC236}">
                <a16:creationId xmlns:a16="http://schemas.microsoft.com/office/drawing/2014/main" id="{E970F081-DB12-4495-DD77-49F40FED8660}"/>
              </a:ext>
            </a:extLst>
          </p:cNvPr>
          <p:cNvSpPr/>
          <p:nvPr/>
        </p:nvSpPr>
        <p:spPr>
          <a:xfrm>
            <a:off x="10960094" y="47010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Elipse 761">
            <a:extLst>
              <a:ext uri="{FF2B5EF4-FFF2-40B4-BE49-F238E27FC236}">
                <a16:creationId xmlns:a16="http://schemas.microsoft.com/office/drawing/2014/main" id="{AECEB6E7-1142-BE08-DBDF-87F404BD797F}"/>
              </a:ext>
            </a:extLst>
          </p:cNvPr>
          <p:cNvSpPr/>
          <p:nvPr/>
        </p:nvSpPr>
        <p:spPr>
          <a:xfrm rot="872776">
            <a:off x="11026888" y="467955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3" name="Conector recto 762">
            <a:extLst>
              <a:ext uri="{FF2B5EF4-FFF2-40B4-BE49-F238E27FC236}">
                <a16:creationId xmlns:a16="http://schemas.microsoft.com/office/drawing/2014/main" id="{BB60F7E7-C352-1E7E-C686-25A3F49E0733}"/>
              </a:ext>
            </a:extLst>
          </p:cNvPr>
          <p:cNvCxnSpPr>
            <a:cxnSpLocks/>
          </p:cNvCxnSpPr>
          <p:nvPr/>
        </p:nvCxnSpPr>
        <p:spPr>
          <a:xfrm>
            <a:off x="11014856" y="47861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Conector recto 763">
            <a:extLst>
              <a:ext uri="{FF2B5EF4-FFF2-40B4-BE49-F238E27FC236}">
                <a16:creationId xmlns:a16="http://schemas.microsoft.com/office/drawing/2014/main" id="{82D3494B-D726-2B3A-981C-67FEED40FDCF}"/>
              </a:ext>
            </a:extLst>
          </p:cNvPr>
          <p:cNvCxnSpPr>
            <a:cxnSpLocks/>
          </p:cNvCxnSpPr>
          <p:nvPr/>
        </p:nvCxnSpPr>
        <p:spPr>
          <a:xfrm flipV="1">
            <a:off x="11064094" y="47861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Elipse 764">
            <a:extLst>
              <a:ext uri="{FF2B5EF4-FFF2-40B4-BE49-F238E27FC236}">
                <a16:creationId xmlns:a16="http://schemas.microsoft.com/office/drawing/2014/main" id="{EEDEBDF6-7578-42CA-588F-EC47CA53051B}"/>
              </a:ext>
            </a:extLst>
          </p:cNvPr>
          <p:cNvSpPr/>
          <p:nvPr/>
        </p:nvSpPr>
        <p:spPr>
          <a:xfrm rot="19333876">
            <a:off x="10946429" y="469281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6" name="Conector recto 765">
            <a:extLst>
              <a:ext uri="{FF2B5EF4-FFF2-40B4-BE49-F238E27FC236}">
                <a16:creationId xmlns:a16="http://schemas.microsoft.com/office/drawing/2014/main" id="{F43E1B98-7281-C517-7657-C23B06E0F10D}"/>
              </a:ext>
            </a:extLst>
          </p:cNvPr>
          <p:cNvCxnSpPr>
            <a:cxnSpLocks/>
          </p:cNvCxnSpPr>
          <p:nvPr/>
        </p:nvCxnSpPr>
        <p:spPr>
          <a:xfrm>
            <a:off x="11034503" y="48710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Rectángulo: esquinas redondeadas 766">
            <a:extLst>
              <a:ext uri="{FF2B5EF4-FFF2-40B4-BE49-F238E27FC236}">
                <a16:creationId xmlns:a16="http://schemas.microsoft.com/office/drawing/2014/main" id="{BDF37FEA-2FBB-7608-C6AC-67385D4596E0}"/>
              </a:ext>
            </a:extLst>
          </p:cNvPr>
          <p:cNvSpPr/>
          <p:nvPr/>
        </p:nvSpPr>
        <p:spPr>
          <a:xfrm>
            <a:off x="11132714" y="5084385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8" name="Rectángulo 767">
            <a:extLst>
              <a:ext uri="{FF2B5EF4-FFF2-40B4-BE49-F238E27FC236}">
                <a16:creationId xmlns:a16="http://schemas.microsoft.com/office/drawing/2014/main" id="{3D03D148-61E6-9F4D-B3E6-2B69DDBA272D}"/>
              </a:ext>
            </a:extLst>
          </p:cNvPr>
          <p:cNvSpPr/>
          <p:nvPr/>
        </p:nvSpPr>
        <p:spPr>
          <a:xfrm>
            <a:off x="11132668" y="513650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9" name="Rectángulo: esquinas redondeadas 768">
            <a:extLst>
              <a:ext uri="{FF2B5EF4-FFF2-40B4-BE49-F238E27FC236}">
                <a16:creationId xmlns:a16="http://schemas.microsoft.com/office/drawing/2014/main" id="{6D63C44C-6EFF-C1DB-DC5A-A00272A5AB9B}"/>
              </a:ext>
            </a:extLst>
          </p:cNvPr>
          <p:cNvSpPr/>
          <p:nvPr/>
        </p:nvSpPr>
        <p:spPr>
          <a:xfrm>
            <a:off x="11166006" y="5091664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0" name="Elipse 769">
            <a:extLst>
              <a:ext uri="{FF2B5EF4-FFF2-40B4-BE49-F238E27FC236}">
                <a16:creationId xmlns:a16="http://schemas.microsoft.com/office/drawing/2014/main" id="{B5FB39DC-4B83-018E-7EC6-16C28DB4F115}"/>
              </a:ext>
            </a:extLst>
          </p:cNvPr>
          <p:cNvSpPr/>
          <p:nvPr/>
        </p:nvSpPr>
        <p:spPr>
          <a:xfrm>
            <a:off x="11113674" y="490644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1" name="Elipse 770">
            <a:extLst>
              <a:ext uri="{FF2B5EF4-FFF2-40B4-BE49-F238E27FC236}">
                <a16:creationId xmlns:a16="http://schemas.microsoft.com/office/drawing/2014/main" id="{C0E46464-1F03-23D3-8DDD-9C11E6B4ECB3}"/>
              </a:ext>
            </a:extLst>
          </p:cNvPr>
          <p:cNvSpPr/>
          <p:nvPr/>
        </p:nvSpPr>
        <p:spPr>
          <a:xfrm rot="872776">
            <a:off x="11180468" y="488491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2" name="Conector recto 771">
            <a:extLst>
              <a:ext uri="{FF2B5EF4-FFF2-40B4-BE49-F238E27FC236}">
                <a16:creationId xmlns:a16="http://schemas.microsoft.com/office/drawing/2014/main" id="{963DE6C3-A19A-0EC5-5836-B50AE7504175}"/>
              </a:ext>
            </a:extLst>
          </p:cNvPr>
          <p:cNvCxnSpPr>
            <a:cxnSpLocks/>
          </p:cNvCxnSpPr>
          <p:nvPr/>
        </p:nvCxnSpPr>
        <p:spPr>
          <a:xfrm>
            <a:off x="11168436" y="499152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Conector recto 772">
            <a:extLst>
              <a:ext uri="{FF2B5EF4-FFF2-40B4-BE49-F238E27FC236}">
                <a16:creationId xmlns:a16="http://schemas.microsoft.com/office/drawing/2014/main" id="{5672DE1A-2280-0B61-FE96-8D8B140D131F}"/>
              </a:ext>
            </a:extLst>
          </p:cNvPr>
          <p:cNvCxnSpPr>
            <a:cxnSpLocks/>
          </p:cNvCxnSpPr>
          <p:nvPr/>
        </p:nvCxnSpPr>
        <p:spPr>
          <a:xfrm flipV="1">
            <a:off x="11217674" y="499152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4" name="Elipse 773">
            <a:extLst>
              <a:ext uri="{FF2B5EF4-FFF2-40B4-BE49-F238E27FC236}">
                <a16:creationId xmlns:a16="http://schemas.microsoft.com/office/drawing/2014/main" id="{B6963B53-53C2-819A-C73A-19393DEFAAAA}"/>
              </a:ext>
            </a:extLst>
          </p:cNvPr>
          <p:cNvSpPr/>
          <p:nvPr/>
        </p:nvSpPr>
        <p:spPr>
          <a:xfrm rot="19333876">
            <a:off x="11100009" y="489817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5" name="Conector recto 774">
            <a:extLst>
              <a:ext uri="{FF2B5EF4-FFF2-40B4-BE49-F238E27FC236}">
                <a16:creationId xmlns:a16="http://schemas.microsoft.com/office/drawing/2014/main" id="{75BF0738-E473-460B-17E4-8EBB2369550C}"/>
              </a:ext>
            </a:extLst>
          </p:cNvPr>
          <p:cNvCxnSpPr>
            <a:cxnSpLocks/>
          </p:cNvCxnSpPr>
          <p:nvPr/>
        </p:nvCxnSpPr>
        <p:spPr>
          <a:xfrm>
            <a:off x="11188083" y="507645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Rectángulo 775">
            <a:extLst>
              <a:ext uri="{FF2B5EF4-FFF2-40B4-BE49-F238E27FC236}">
                <a16:creationId xmlns:a16="http://schemas.microsoft.com/office/drawing/2014/main" id="{0A146CA3-0F0F-ECF7-8393-D6FB1A3FA836}"/>
              </a:ext>
            </a:extLst>
          </p:cNvPr>
          <p:cNvSpPr/>
          <p:nvPr/>
        </p:nvSpPr>
        <p:spPr>
          <a:xfrm>
            <a:off x="11679487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7" name="Rectángulo: esquinas redondeadas 776">
            <a:extLst>
              <a:ext uri="{FF2B5EF4-FFF2-40B4-BE49-F238E27FC236}">
                <a16:creationId xmlns:a16="http://schemas.microsoft.com/office/drawing/2014/main" id="{0FC39992-9380-3A0D-7F56-25907221C420}"/>
              </a:ext>
            </a:extLst>
          </p:cNvPr>
          <p:cNvSpPr/>
          <p:nvPr/>
        </p:nvSpPr>
        <p:spPr>
          <a:xfrm>
            <a:off x="11706246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8" name="Rectángulo 777">
            <a:extLst>
              <a:ext uri="{FF2B5EF4-FFF2-40B4-BE49-F238E27FC236}">
                <a16:creationId xmlns:a16="http://schemas.microsoft.com/office/drawing/2014/main" id="{B1B5C1C0-3499-975D-CE60-429D388EE169}"/>
              </a:ext>
            </a:extLst>
          </p:cNvPr>
          <p:cNvSpPr/>
          <p:nvPr/>
        </p:nvSpPr>
        <p:spPr>
          <a:xfrm>
            <a:off x="11706200" y="4937738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9" name="Rectángulo: esquinas redondeadas 778">
            <a:extLst>
              <a:ext uri="{FF2B5EF4-FFF2-40B4-BE49-F238E27FC236}">
                <a16:creationId xmlns:a16="http://schemas.microsoft.com/office/drawing/2014/main" id="{8A87B46B-3864-C732-6BF8-7B4EAFA41B91}"/>
              </a:ext>
            </a:extLst>
          </p:cNvPr>
          <p:cNvSpPr/>
          <p:nvPr/>
        </p:nvSpPr>
        <p:spPr>
          <a:xfrm>
            <a:off x="11739538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0" name="Elipse 779">
            <a:extLst>
              <a:ext uri="{FF2B5EF4-FFF2-40B4-BE49-F238E27FC236}">
                <a16:creationId xmlns:a16="http://schemas.microsoft.com/office/drawing/2014/main" id="{60E8A1D0-67D1-5283-82CF-05DE8F3DAA1C}"/>
              </a:ext>
            </a:extLst>
          </p:cNvPr>
          <p:cNvSpPr/>
          <p:nvPr/>
        </p:nvSpPr>
        <p:spPr>
          <a:xfrm>
            <a:off x="11687206" y="4707678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1" name="Elipse 780">
            <a:extLst>
              <a:ext uri="{FF2B5EF4-FFF2-40B4-BE49-F238E27FC236}">
                <a16:creationId xmlns:a16="http://schemas.microsoft.com/office/drawing/2014/main" id="{BF34A94C-B79A-9D4F-2265-10BE87554FEE}"/>
              </a:ext>
            </a:extLst>
          </p:cNvPr>
          <p:cNvSpPr/>
          <p:nvPr/>
        </p:nvSpPr>
        <p:spPr>
          <a:xfrm rot="872776">
            <a:off x="11754000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2" name="Conector recto 781">
            <a:extLst>
              <a:ext uri="{FF2B5EF4-FFF2-40B4-BE49-F238E27FC236}">
                <a16:creationId xmlns:a16="http://schemas.microsoft.com/office/drawing/2014/main" id="{BC505C50-E7F7-3E60-E6EF-E541B77F4727}"/>
              </a:ext>
            </a:extLst>
          </p:cNvPr>
          <p:cNvCxnSpPr>
            <a:cxnSpLocks/>
          </p:cNvCxnSpPr>
          <p:nvPr/>
        </p:nvCxnSpPr>
        <p:spPr>
          <a:xfrm>
            <a:off x="11741968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Conector recto 782">
            <a:extLst>
              <a:ext uri="{FF2B5EF4-FFF2-40B4-BE49-F238E27FC236}">
                <a16:creationId xmlns:a16="http://schemas.microsoft.com/office/drawing/2014/main" id="{6487FA65-3F80-72FC-9244-D3AD2DC08A65}"/>
              </a:ext>
            </a:extLst>
          </p:cNvPr>
          <p:cNvCxnSpPr>
            <a:cxnSpLocks/>
          </p:cNvCxnSpPr>
          <p:nvPr/>
        </p:nvCxnSpPr>
        <p:spPr>
          <a:xfrm flipV="1">
            <a:off x="11791206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Elipse 783">
            <a:extLst>
              <a:ext uri="{FF2B5EF4-FFF2-40B4-BE49-F238E27FC236}">
                <a16:creationId xmlns:a16="http://schemas.microsoft.com/office/drawing/2014/main" id="{E698C285-693E-E548-B051-F56E067EF79C}"/>
              </a:ext>
            </a:extLst>
          </p:cNvPr>
          <p:cNvSpPr/>
          <p:nvPr/>
        </p:nvSpPr>
        <p:spPr>
          <a:xfrm rot="19333876">
            <a:off x="11673541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5" name="Conector recto 784">
            <a:extLst>
              <a:ext uri="{FF2B5EF4-FFF2-40B4-BE49-F238E27FC236}">
                <a16:creationId xmlns:a16="http://schemas.microsoft.com/office/drawing/2014/main" id="{7768096F-51DC-F23E-F824-66504033BE73}"/>
              </a:ext>
            </a:extLst>
          </p:cNvPr>
          <p:cNvCxnSpPr>
            <a:cxnSpLocks/>
          </p:cNvCxnSpPr>
          <p:nvPr/>
        </p:nvCxnSpPr>
        <p:spPr>
          <a:xfrm>
            <a:off x="11761615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Rectángulo 785">
            <a:extLst>
              <a:ext uri="{FF2B5EF4-FFF2-40B4-BE49-F238E27FC236}">
                <a16:creationId xmlns:a16="http://schemas.microsoft.com/office/drawing/2014/main" id="{317C32FC-0E21-38FB-5BC3-E048D3B21805}"/>
              </a:ext>
            </a:extLst>
          </p:cNvPr>
          <p:cNvSpPr/>
          <p:nvPr/>
        </p:nvSpPr>
        <p:spPr>
          <a:xfrm>
            <a:off x="11634788" y="4960443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7" name="Rectángulo: esquinas redondeadas 786">
            <a:extLst>
              <a:ext uri="{FF2B5EF4-FFF2-40B4-BE49-F238E27FC236}">
                <a16:creationId xmlns:a16="http://schemas.microsoft.com/office/drawing/2014/main" id="{2FFB5021-4B63-6608-1BBD-99BEE589FEAC}"/>
              </a:ext>
            </a:extLst>
          </p:cNvPr>
          <p:cNvSpPr/>
          <p:nvPr/>
        </p:nvSpPr>
        <p:spPr>
          <a:xfrm>
            <a:off x="11661547" y="5093895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8" name="Rectángulo 787">
            <a:extLst>
              <a:ext uri="{FF2B5EF4-FFF2-40B4-BE49-F238E27FC236}">
                <a16:creationId xmlns:a16="http://schemas.microsoft.com/office/drawing/2014/main" id="{DB696CBD-352F-F8A6-98ED-2CC9B5C5F519}"/>
              </a:ext>
            </a:extLst>
          </p:cNvPr>
          <p:cNvSpPr/>
          <p:nvPr/>
        </p:nvSpPr>
        <p:spPr>
          <a:xfrm>
            <a:off x="11661501" y="514601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9" name="Rectángulo: esquinas redondeadas 788">
            <a:extLst>
              <a:ext uri="{FF2B5EF4-FFF2-40B4-BE49-F238E27FC236}">
                <a16:creationId xmlns:a16="http://schemas.microsoft.com/office/drawing/2014/main" id="{A201ED3B-1A9B-3B6D-F4C8-F97667DF328F}"/>
              </a:ext>
            </a:extLst>
          </p:cNvPr>
          <p:cNvSpPr/>
          <p:nvPr/>
        </p:nvSpPr>
        <p:spPr>
          <a:xfrm>
            <a:off x="11694839" y="5101174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0" name="Elipse 789">
            <a:extLst>
              <a:ext uri="{FF2B5EF4-FFF2-40B4-BE49-F238E27FC236}">
                <a16:creationId xmlns:a16="http://schemas.microsoft.com/office/drawing/2014/main" id="{A8572D6F-3E57-CE95-CD02-EF2FB119D986}"/>
              </a:ext>
            </a:extLst>
          </p:cNvPr>
          <p:cNvSpPr/>
          <p:nvPr/>
        </p:nvSpPr>
        <p:spPr>
          <a:xfrm>
            <a:off x="11642507" y="491595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1" name="Elipse 790">
            <a:extLst>
              <a:ext uri="{FF2B5EF4-FFF2-40B4-BE49-F238E27FC236}">
                <a16:creationId xmlns:a16="http://schemas.microsoft.com/office/drawing/2014/main" id="{5690A3F1-1C34-F564-59B2-55E9D1773233}"/>
              </a:ext>
            </a:extLst>
          </p:cNvPr>
          <p:cNvSpPr/>
          <p:nvPr/>
        </p:nvSpPr>
        <p:spPr>
          <a:xfrm rot="872776">
            <a:off x="11709301" y="4894425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2" name="Conector recto 791">
            <a:extLst>
              <a:ext uri="{FF2B5EF4-FFF2-40B4-BE49-F238E27FC236}">
                <a16:creationId xmlns:a16="http://schemas.microsoft.com/office/drawing/2014/main" id="{09140B94-CA78-562F-8106-30D678EDE753}"/>
              </a:ext>
            </a:extLst>
          </p:cNvPr>
          <p:cNvCxnSpPr>
            <a:cxnSpLocks/>
          </p:cNvCxnSpPr>
          <p:nvPr/>
        </p:nvCxnSpPr>
        <p:spPr>
          <a:xfrm>
            <a:off x="11697269" y="50010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recto 792">
            <a:extLst>
              <a:ext uri="{FF2B5EF4-FFF2-40B4-BE49-F238E27FC236}">
                <a16:creationId xmlns:a16="http://schemas.microsoft.com/office/drawing/2014/main" id="{65A33804-AACB-182D-98E9-611EE9C7D0FB}"/>
              </a:ext>
            </a:extLst>
          </p:cNvPr>
          <p:cNvCxnSpPr>
            <a:cxnSpLocks/>
          </p:cNvCxnSpPr>
          <p:nvPr/>
        </p:nvCxnSpPr>
        <p:spPr>
          <a:xfrm flipV="1">
            <a:off x="11746507" y="50010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Elipse 793">
            <a:extLst>
              <a:ext uri="{FF2B5EF4-FFF2-40B4-BE49-F238E27FC236}">
                <a16:creationId xmlns:a16="http://schemas.microsoft.com/office/drawing/2014/main" id="{3ED0776F-22E6-4DCB-0E0B-A21E9473E518}"/>
              </a:ext>
            </a:extLst>
          </p:cNvPr>
          <p:cNvSpPr/>
          <p:nvPr/>
        </p:nvSpPr>
        <p:spPr>
          <a:xfrm rot="19333876">
            <a:off x="11628842" y="4907686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5" name="Conector recto 794">
            <a:extLst>
              <a:ext uri="{FF2B5EF4-FFF2-40B4-BE49-F238E27FC236}">
                <a16:creationId xmlns:a16="http://schemas.microsoft.com/office/drawing/2014/main" id="{83194C38-F7EB-E931-016B-D8C68E76729A}"/>
              </a:ext>
            </a:extLst>
          </p:cNvPr>
          <p:cNvCxnSpPr>
            <a:cxnSpLocks/>
          </p:cNvCxnSpPr>
          <p:nvPr/>
        </p:nvCxnSpPr>
        <p:spPr>
          <a:xfrm>
            <a:off x="11716916" y="50859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Rectángulo: esquinas redondeadas 795">
            <a:extLst>
              <a:ext uri="{FF2B5EF4-FFF2-40B4-BE49-F238E27FC236}">
                <a16:creationId xmlns:a16="http://schemas.microsoft.com/office/drawing/2014/main" id="{9C7D3297-A2A6-DDB2-8098-7CB6AD8BE378}"/>
              </a:ext>
            </a:extLst>
          </p:cNvPr>
          <p:cNvSpPr/>
          <p:nvPr/>
        </p:nvSpPr>
        <p:spPr>
          <a:xfrm>
            <a:off x="11397680" y="5085019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7" name="Rectángulo 796">
            <a:extLst>
              <a:ext uri="{FF2B5EF4-FFF2-40B4-BE49-F238E27FC236}">
                <a16:creationId xmlns:a16="http://schemas.microsoft.com/office/drawing/2014/main" id="{DB94F364-2E77-2B8A-29F7-27354999BADB}"/>
              </a:ext>
            </a:extLst>
          </p:cNvPr>
          <p:cNvSpPr/>
          <p:nvPr/>
        </p:nvSpPr>
        <p:spPr>
          <a:xfrm>
            <a:off x="11397634" y="5137142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8" name="Rectángulo: esquinas redondeadas 797">
            <a:extLst>
              <a:ext uri="{FF2B5EF4-FFF2-40B4-BE49-F238E27FC236}">
                <a16:creationId xmlns:a16="http://schemas.microsoft.com/office/drawing/2014/main" id="{E306F513-F2C8-4887-92D3-A9AF51ADE010}"/>
              </a:ext>
            </a:extLst>
          </p:cNvPr>
          <p:cNvSpPr/>
          <p:nvPr/>
        </p:nvSpPr>
        <p:spPr>
          <a:xfrm>
            <a:off x="11430972" y="5092298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9" name="Elipse 798">
            <a:extLst>
              <a:ext uri="{FF2B5EF4-FFF2-40B4-BE49-F238E27FC236}">
                <a16:creationId xmlns:a16="http://schemas.microsoft.com/office/drawing/2014/main" id="{8337B69B-2005-293A-5A02-DA52EF90A4CE}"/>
              </a:ext>
            </a:extLst>
          </p:cNvPr>
          <p:cNvSpPr/>
          <p:nvPr/>
        </p:nvSpPr>
        <p:spPr>
          <a:xfrm>
            <a:off x="11378640" y="4907082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0" name="Conector recto 799">
            <a:extLst>
              <a:ext uri="{FF2B5EF4-FFF2-40B4-BE49-F238E27FC236}">
                <a16:creationId xmlns:a16="http://schemas.microsoft.com/office/drawing/2014/main" id="{4324310A-3D76-B3A4-0D47-2D3F60A030E1}"/>
              </a:ext>
            </a:extLst>
          </p:cNvPr>
          <p:cNvCxnSpPr>
            <a:cxnSpLocks/>
          </p:cNvCxnSpPr>
          <p:nvPr/>
        </p:nvCxnSpPr>
        <p:spPr>
          <a:xfrm>
            <a:off x="11433402" y="499215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Conector recto 800">
            <a:extLst>
              <a:ext uri="{FF2B5EF4-FFF2-40B4-BE49-F238E27FC236}">
                <a16:creationId xmlns:a16="http://schemas.microsoft.com/office/drawing/2014/main" id="{F03213F2-C65A-6846-0E0E-548D8186B802}"/>
              </a:ext>
            </a:extLst>
          </p:cNvPr>
          <p:cNvCxnSpPr>
            <a:cxnSpLocks/>
          </p:cNvCxnSpPr>
          <p:nvPr/>
        </p:nvCxnSpPr>
        <p:spPr>
          <a:xfrm flipV="1">
            <a:off x="11482640" y="499215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Conector recto 801">
            <a:extLst>
              <a:ext uri="{FF2B5EF4-FFF2-40B4-BE49-F238E27FC236}">
                <a16:creationId xmlns:a16="http://schemas.microsoft.com/office/drawing/2014/main" id="{AA51B632-10BE-B089-E127-E398B883576E}"/>
              </a:ext>
            </a:extLst>
          </p:cNvPr>
          <p:cNvCxnSpPr>
            <a:cxnSpLocks/>
          </p:cNvCxnSpPr>
          <p:nvPr/>
        </p:nvCxnSpPr>
        <p:spPr>
          <a:xfrm>
            <a:off x="11453049" y="507708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Rectángulo: esquinas redondeadas 802">
            <a:extLst>
              <a:ext uri="{FF2B5EF4-FFF2-40B4-BE49-F238E27FC236}">
                <a16:creationId xmlns:a16="http://schemas.microsoft.com/office/drawing/2014/main" id="{3D95616D-459D-C3BD-6705-9D9FFE77FB18}"/>
              </a:ext>
            </a:extLst>
          </p:cNvPr>
          <p:cNvSpPr/>
          <p:nvPr/>
        </p:nvSpPr>
        <p:spPr>
          <a:xfrm>
            <a:off x="9943948" y="4870977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4" name="Rectángulo 803">
            <a:extLst>
              <a:ext uri="{FF2B5EF4-FFF2-40B4-BE49-F238E27FC236}">
                <a16:creationId xmlns:a16="http://schemas.microsoft.com/office/drawing/2014/main" id="{67B14F50-B46F-F526-F7F9-CBA2AF217938}"/>
              </a:ext>
            </a:extLst>
          </p:cNvPr>
          <p:cNvSpPr/>
          <p:nvPr/>
        </p:nvSpPr>
        <p:spPr>
          <a:xfrm>
            <a:off x="9943902" y="4923100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5" name="Rectángulo: esquinas redondeadas 804">
            <a:extLst>
              <a:ext uri="{FF2B5EF4-FFF2-40B4-BE49-F238E27FC236}">
                <a16:creationId xmlns:a16="http://schemas.microsoft.com/office/drawing/2014/main" id="{9B3736C2-B4BD-9150-874C-1DDA5FE904FE}"/>
              </a:ext>
            </a:extLst>
          </p:cNvPr>
          <p:cNvSpPr/>
          <p:nvPr/>
        </p:nvSpPr>
        <p:spPr>
          <a:xfrm>
            <a:off x="9977240" y="4878256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6" name="Elipse 805">
            <a:extLst>
              <a:ext uri="{FF2B5EF4-FFF2-40B4-BE49-F238E27FC236}">
                <a16:creationId xmlns:a16="http://schemas.microsoft.com/office/drawing/2014/main" id="{FD37AA13-9796-86B0-4961-B9ED1218B355}"/>
              </a:ext>
            </a:extLst>
          </p:cNvPr>
          <p:cNvSpPr/>
          <p:nvPr/>
        </p:nvSpPr>
        <p:spPr>
          <a:xfrm>
            <a:off x="9924908" y="4693040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7" name="Conector recto 806">
            <a:extLst>
              <a:ext uri="{FF2B5EF4-FFF2-40B4-BE49-F238E27FC236}">
                <a16:creationId xmlns:a16="http://schemas.microsoft.com/office/drawing/2014/main" id="{BAA272DC-3774-5F1C-6358-73968B098E01}"/>
              </a:ext>
            </a:extLst>
          </p:cNvPr>
          <p:cNvCxnSpPr>
            <a:cxnSpLocks/>
          </p:cNvCxnSpPr>
          <p:nvPr/>
        </p:nvCxnSpPr>
        <p:spPr>
          <a:xfrm>
            <a:off x="9979670" y="47781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Conector recto 807">
            <a:extLst>
              <a:ext uri="{FF2B5EF4-FFF2-40B4-BE49-F238E27FC236}">
                <a16:creationId xmlns:a16="http://schemas.microsoft.com/office/drawing/2014/main" id="{EDF1B1C0-E993-13B1-3336-E84CE515DB75}"/>
              </a:ext>
            </a:extLst>
          </p:cNvPr>
          <p:cNvCxnSpPr>
            <a:cxnSpLocks/>
          </p:cNvCxnSpPr>
          <p:nvPr/>
        </p:nvCxnSpPr>
        <p:spPr>
          <a:xfrm flipV="1">
            <a:off x="10028908" y="47781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Conector recto 808">
            <a:extLst>
              <a:ext uri="{FF2B5EF4-FFF2-40B4-BE49-F238E27FC236}">
                <a16:creationId xmlns:a16="http://schemas.microsoft.com/office/drawing/2014/main" id="{31CD452A-3E89-51F6-3645-2077FACB8963}"/>
              </a:ext>
            </a:extLst>
          </p:cNvPr>
          <p:cNvCxnSpPr>
            <a:cxnSpLocks/>
          </p:cNvCxnSpPr>
          <p:nvPr/>
        </p:nvCxnSpPr>
        <p:spPr>
          <a:xfrm>
            <a:off x="9999317" y="48630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0" name="Rectángulo: esquinas redondeadas 809">
            <a:extLst>
              <a:ext uri="{FF2B5EF4-FFF2-40B4-BE49-F238E27FC236}">
                <a16:creationId xmlns:a16="http://schemas.microsoft.com/office/drawing/2014/main" id="{D623D6B3-F815-3FBB-00A7-F50CEEBF49A2}"/>
              </a:ext>
            </a:extLst>
          </p:cNvPr>
          <p:cNvSpPr/>
          <p:nvPr/>
        </p:nvSpPr>
        <p:spPr>
          <a:xfrm>
            <a:off x="9946821" y="511001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1" name="Rectángulo 810">
            <a:extLst>
              <a:ext uri="{FF2B5EF4-FFF2-40B4-BE49-F238E27FC236}">
                <a16:creationId xmlns:a16="http://schemas.microsoft.com/office/drawing/2014/main" id="{021E188B-C272-B2E1-3AF0-4A74E0269DF1}"/>
              </a:ext>
            </a:extLst>
          </p:cNvPr>
          <p:cNvSpPr/>
          <p:nvPr/>
        </p:nvSpPr>
        <p:spPr>
          <a:xfrm>
            <a:off x="9946775" y="51621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2" name="Rectángulo: esquinas redondeadas 811">
            <a:extLst>
              <a:ext uri="{FF2B5EF4-FFF2-40B4-BE49-F238E27FC236}">
                <a16:creationId xmlns:a16="http://schemas.microsoft.com/office/drawing/2014/main" id="{6455D739-F1E0-A4B0-3E94-874E2EAFFDE3}"/>
              </a:ext>
            </a:extLst>
          </p:cNvPr>
          <p:cNvSpPr/>
          <p:nvPr/>
        </p:nvSpPr>
        <p:spPr>
          <a:xfrm>
            <a:off x="9980113" y="511729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3" name="Elipse 812">
            <a:extLst>
              <a:ext uri="{FF2B5EF4-FFF2-40B4-BE49-F238E27FC236}">
                <a16:creationId xmlns:a16="http://schemas.microsoft.com/office/drawing/2014/main" id="{B9DB065A-6B77-1A37-A301-460171725B50}"/>
              </a:ext>
            </a:extLst>
          </p:cNvPr>
          <p:cNvSpPr/>
          <p:nvPr/>
        </p:nvSpPr>
        <p:spPr>
          <a:xfrm>
            <a:off x="9927781" y="49320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4" name="Elipse 813">
            <a:extLst>
              <a:ext uri="{FF2B5EF4-FFF2-40B4-BE49-F238E27FC236}">
                <a16:creationId xmlns:a16="http://schemas.microsoft.com/office/drawing/2014/main" id="{7E3F72E3-A3A2-4CF2-5401-A975E20A865E}"/>
              </a:ext>
            </a:extLst>
          </p:cNvPr>
          <p:cNvSpPr/>
          <p:nvPr/>
        </p:nvSpPr>
        <p:spPr>
          <a:xfrm rot="872776">
            <a:off x="9994575" y="491054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5" name="Conector recto 814">
            <a:extLst>
              <a:ext uri="{FF2B5EF4-FFF2-40B4-BE49-F238E27FC236}">
                <a16:creationId xmlns:a16="http://schemas.microsoft.com/office/drawing/2014/main" id="{B29C2482-737D-2DB8-36EA-D9DA3692EC48}"/>
              </a:ext>
            </a:extLst>
          </p:cNvPr>
          <p:cNvCxnSpPr>
            <a:cxnSpLocks/>
          </p:cNvCxnSpPr>
          <p:nvPr/>
        </p:nvCxnSpPr>
        <p:spPr>
          <a:xfrm>
            <a:off x="9982543" y="5017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Conector recto 815">
            <a:extLst>
              <a:ext uri="{FF2B5EF4-FFF2-40B4-BE49-F238E27FC236}">
                <a16:creationId xmlns:a16="http://schemas.microsoft.com/office/drawing/2014/main" id="{D56391E1-B0B9-F7D9-784E-EB5E087EDF2F}"/>
              </a:ext>
            </a:extLst>
          </p:cNvPr>
          <p:cNvCxnSpPr>
            <a:cxnSpLocks/>
          </p:cNvCxnSpPr>
          <p:nvPr/>
        </p:nvCxnSpPr>
        <p:spPr>
          <a:xfrm flipV="1">
            <a:off x="10031781" y="5017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Elipse 816">
            <a:extLst>
              <a:ext uri="{FF2B5EF4-FFF2-40B4-BE49-F238E27FC236}">
                <a16:creationId xmlns:a16="http://schemas.microsoft.com/office/drawing/2014/main" id="{B72115D1-1D75-8F86-D898-295C64D193D3}"/>
              </a:ext>
            </a:extLst>
          </p:cNvPr>
          <p:cNvSpPr/>
          <p:nvPr/>
        </p:nvSpPr>
        <p:spPr>
          <a:xfrm rot="19333876">
            <a:off x="9914116" y="492380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8" name="Conector recto 817">
            <a:extLst>
              <a:ext uri="{FF2B5EF4-FFF2-40B4-BE49-F238E27FC236}">
                <a16:creationId xmlns:a16="http://schemas.microsoft.com/office/drawing/2014/main" id="{8A7726A5-1E23-D579-D584-EC5515C8446C}"/>
              </a:ext>
            </a:extLst>
          </p:cNvPr>
          <p:cNvCxnSpPr>
            <a:cxnSpLocks/>
          </p:cNvCxnSpPr>
          <p:nvPr/>
        </p:nvCxnSpPr>
        <p:spPr>
          <a:xfrm>
            <a:off x="10002190" y="5102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" name="Rectángulo 818">
            <a:extLst>
              <a:ext uri="{FF2B5EF4-FFF2-40B4-BE49-F238E27FC236}">
                <a16:creationId xmlns:a16="http://schemas.microsoft.com/office/drawing/2014/main" id="{D8AB09D5-2C30-ABA2-831A-349520B092D8}"/>
              </a:ext>
            </a:extLst>
          </p:cNvPr>
          <p:cNvSpPr/>
          <p:nvPr/>
        </p:nvSpPr>
        <p:spPr>
          <a:xfrm>
            <a:off x="3373343" y="4839526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0" name="Rectángulo 819">
            <a:extLst>
              <a:ext uri="{FF2B5EF4-FFF2-40B4-BE49-F238E27FC236}">
                <a16:creationId xmlns:a16="http://schemas.microsoft.com/office/drawing/2014/main" id="{E7363048-5DBF-9997-7DC2-6BF1A1C20A44}"/>
              </a:ext>
            </a:extLst>
          </p:cNvPr>
          <p:cNvSpPr/>
          <p:nvPr/>
        </p:nvSpPr>
        <p:spPr>
          <a:xfrm>
            <a:off x="3373343" y="5231956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1" name="Conector recto 820">
            <a:extLst>
              <a:ext uri="{FF2B5EF4-FFF2-40B4-BE49-F238E27FC236}">
                <a16:creationId xmlns:a16="http://schemas.microsoft.com/office/drawing/2014/main" id="{0085AA3F-D4D8-9D30-912C-F68578EE3496}"/>
              </a:ext>
            </a:extLst>
          </p:cNvPr>
          <p:cNvCxnSpPr>
            <a:cxnSpLocks/>
          </p:cNvCxnSpPr>
          <p:nvPr/>
        </p:nvCxnSpPr>
        <p:spPr>
          <a:xfrm flipV="1">
            <a:off x="3588608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Conector recto 821">
            <a:extLst>
              <a:ext uri="{FF2B5EF4-FFF2-40B4-BE49-F238E27FC236}">
                <a16:creationId xmlns:a16="http://schemas.microsoft.com/office/drawing/2014/main" id="{DB4130E2-BF88-DCE6-9460-2697EBC5B68A}"/>
              </a:ext>
            </a:extLst>
          </p:cNvPr>
          <p:cNvCxnSpPr>
            <a:cxnSpLocks/>
          </p:cNvCxnSpPr>
          <p:nvPr/>
        </p:nvCxnSpPr>
        <p:spPr>
          <a:xfrm flipV="1">
            <a:off x="3485738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Conector recto 822">
            <a:extLst>
              <a:ext uri="{FF2B5EF4-FFF2-40B4-BE49-F238E27FC236}">
                <a16:creationId xmlns:a16="http://schemas.microsoft.com/office/drawing/2014/main" id="{C0521B55-0917-479F-53CD-64950CF9B53C}"/>
              </a:ext>
            </a:extLst>
          </p:cNvPr>
          <p:cNvCxnSpPr>
            <a:cxnSpLocks/>
          </p:cNvCxnSpPr>
          <p:nvPr/>
        </p:nvCxnSpPr>
        <p:spPr>
          <a:xfrm flipV="1">
            <a:off x="3880073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Conector recto 823">
            <a:extLst>
              <a:ext uri="{FF2B5EF4-FFF2-40B4-BE49-F238E27FC236}">
                <a16:creationId xmlns:a16="http://schemas.microsoft.com/office/drawing/2014/main" id="{4BCD0638-6C76-5202-BFF0-635853DF1693}"/>
              </a:ext>
            </a:extLst>
          </p:cNvPr>
          <p:cNvCxnSpPr>
            <a:cxnSpLocks/>
          </p:cNvCxnSpPr>
          <p:nvPr/>
        </p:nvCxnSpPr>
        <p:spPr>
          <a:xfrm flipV="1">
            <a:off x="3773393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Conector recto 824">
            <a:extLst>
              <a:ext uri="{FF2B5EF4-FFF2-40B4-BE49-F238E27FC236}">
                <a16:creationId xmlns:a16="http://schemas.microsoft.com/office/drawing/2014/main" id="{21812C4A-1EE4-3917-3EB4-5CBB39F0A241}"/>
              </a:ext>
            </a:extLst>
          </p:cNvPr>
          <p:cNvCxnSpPr>
            <a:cxnSpLocks/>
          </p:cNvCxnSpPr>
          <p:nvPr/>
        </p:nvCxnSpPr>
        <p:spPr>
          <a:xfrm flipV="1">
            <a:off x="3670523" y="4843336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Rectángulo 825">
            <a:extLst>
              <a:ext uri="{FF2B5EF4-FFF2-40B4-BE49-F238E27FC236}">
                <a16:creationId xmlns:a16="http://schemas.microsoft.com/office/drawing/2014/main" id="{467547FC-6A97-5802-4BD9-75573DA70489}"/>
              </a:ext>
            </a:extLst>
          </p:cNvPr>
          <p:cNvSpPr/>
          <p:nvPr/>
        </p:nvSpPr>
        <p:spPr>
          <a:xfrm>
            <a:off x="3251423" y="5211001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7" name="Rectángulo 826">
            <a:extLst>
              <a:ext uri="{FF2B5EF4-FFF2-40B4-BE49-F238E27FC236}">
                <a16:creationId xmlns:a16="http://schemas.microsoft.com/office/drawing/2014/main" id="{4A9DA88C-9CB7-5630-BE6B-DA8AF5882566}"/>
              </a:ext>
            </a:extLst>
          </p:cNvPr>
          <p:cNvSpPr/>
          <p:nvPr/>
        </p:nvSpPr>
        <p:spPr>
          <a:xfrm>
            <a:off x="3373343" y="4666171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8" name="Conector recto 827">
            <a:extLst>
              <a:ext uri="{FF2B5EF4-FFF2-40B4-BE49-F238E27FC236}">
                <a16:creationId xmlns:a16="http://schemas.microsoft.com/office/drawing/2014/main" id="{CB3538BC-BD21-5FD0-380D-18406B112057}"/>
              </a:ext>
            </a:extLst>
          </p:cNvPr>
          <p:cNvCxnSpPr>
            <a:cxnSpLocks/>
          </p:cNvCxnSpPr>
          <p:nvPr/>
        </p:nvCxnSpPr>
        <p:spPr>
          <a:xfrm flipV="1">
            <a:off x="3251423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Conector recto 828">
            <a:extLst>
              <a:ext uri="{FF2B5EF4-FFF2-40B4-BE49-F238E27FC236}">
                <a16:creationId xmlns:a16="http://schemas.microsoft.com/office/drawing/2014/main" id="{AD6CB934-EC75-A2A0-9C98-2C42E067EFC2}"/>
              </a:ext>
            </a:extLst>
          </p:cNvPr>
          <p:cNvCxnSpPr>
            <a:cxnSpLocks/>
          </p:cNvCxnSpPr>
          <p:nvPr/>
        </p:nvCxnSpPr>
        <p:spPr>
          <a:xfrm flipV="1">
            <a:off x="3514313" y="521100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Conector recto 829">
            <a:extLst>
              <a:ext uri="{FF2B5EF4-FFF2-40B4-BE49-F238E27FC236}">
                <a16:creationId xmlns:a16="http://schemas.microsoft.com/office/drawing/2014/main" id="{1FBC4FA9-A957-50E9-4E46-C0CEC1DC1B95}"/>
              </a:ext>
            </a:extLst>
          </p:cNvPr>
          <p:cNvCxnSpPr>
            <a:cxnSpLocks/>
          </p:cNvCxnSpPr>
          <p:nvPr/>
        </p:nvCxnSpPr>
        <p:spPr>
          <a:xfrm flipV="1">
            <a:off x="3859118" y="521862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Conector recto 830">
            <a:extLst>
              <a:ext uri="{FF2B5EF4-FFF2-40B4-BE49-F238E27FC236}">
                <a16:creationId xmlns:a16="http://schemas.microsoft.com/office/drawing/2014/main" id="{1AE513DC-BB1A-D0CD-D211-F29FCB31268B}"/>
              </a:ext>
            </a:extLst>
          </p:cNvPr>
          <p:cNvCxnSpPr>
            <a:cxnSpLocks/>
          </p:cNvCxnSpPr>
          <p:nvPr/>
        </p:nvCxnSpPr>
        <p:spPr>
          <a:xfrm flipV="1">
            <a:off x="4093433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Conector recto 831">
            <a:extLst>
              <a:ext uri="{FF2B5EF4-FFF2-40B4-BE49-F238E27FC236}">
                <a16:creationId xmlns:a16="http://schemas.microsoft.com/office/drawing/2014/main" id="{4C8FB87B-8435-3F66-962D-B01926319E25}"/>
              </a:ext>
            </a:extLst>
          </p:cNvPr>
          <p:cNvCxnSpPr>
            <a:cxnSpLocks/>
          </p:cNvCxnSpPr>
          <p:nvPr/>
        </p:nvCxnSpPr>
        <p:spPr>
          <a:xfrm flipV="1">
            <a:off x="3670523" y="467379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Conector recto 832">
            <a:extLst>
              <a:ext uri="{FF2B5EF4-FFF2-40B4-BE49-F238E27FC236}">
                <a16:creationId xmlns:a16="http://schemas.microsoft.com/office/drawing/2014/main" id="{BA71459A-94A0-67EF-628D-5C671E873F5B}"/>
              </a:ext>
            </a:extLst>
          </p:cNvPr>
          <p:cNvCxnSpPr>
            <a:cxnSpLocks/>
          </p:cNvCxnSpPr>
          <p:nvPr/>
        </p:nvCxnSpPr>
        <p:spPr>
          <a:xfrm flipV="1">
            <a:off x="3373343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Conector recto 833">
            <a:extLst>
              <a:ext uri="{FF2B5EF4-FFF2-40B4-BE49-F238E27FC236}">
                <a16:creationId xmlns:a16="http://schemas.microsoft.com/office/drawing/2014/main" id="{262FCE9C-44B6-8D25-49BF-F26148B16639}"/>
              </a:ext>
            </a:extLst>
          </p:cNvPr>
          <p:cNvCxnSpPr>
            <a:cxnSpLocks/>
          </p:cNvCxnSpPr>
          <p:nvPr/>
        </p:nvCxnSpPr>
        <p:spPr>
          <a:xfrm flipV="1">
            <a:off x="3965798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Conector recto 834">
            <a:extLst>
              <a:ext uri="{FF2B5EF4-FFF2-40B4-BE49-F238E27FC236}">
                <a16:creationId xmlns:a16="http://schemas.microsoft.com/office/drawing/2014/main" id="{4A5E4EE3-3E9C-9F69-78EF-CB1ACC16B19A}"/>
              </a:ext>
            </a:extLst>
          </p:cNvPr>
          <p:cNvCxnSpPr>
            <a:cxnSpLocks/>
          </p:cNvCxnSpPr>
          <p:nvPr/>
        </p:nvCxnSpPr>
        <p:spPr>
          <a:xfrm flipH="1">
            <a:off x="3374296" y="5003356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Rectángulo 835">
            <a:extLst>
              <a:ext uri="{FF2B5EF4-FFF2-40B4-BE49-F238E27FC236}">
                <a16:creationId xmlns:a16="http://schemas.microsoft.com/office/drawing/2014/main" id="{F1F94754-183E-36C6-E99B-E3E5F7A04D6A}"/>
              </a:ext>
            </a:extLst>
          </p:cNvPr>
          <p:cNvSpPr/>
          <p:nvPr/>
        </p:nvSpPr>
        <p:spPr>
          <a:xfrm>
            <a:off x="8183469" y="4839526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7" name="Rectángulo 836">
            <a:extLst>
              <a:ext uri="{FF2B5EF4-FFF2-40B4-BE49-F238E27FC236}">
                <a16:creationId xmlns:a16="http://schemas.microsoft.com/office/drawing/2014/main" id="{C3561282-29BB-DB98-D5C4-BB2A2B8417A8}"/>
              </a:ext>
            </a:extLst>
          </p:cNvPr>
          <p:cNvSpPr/>
          <p:nvPr/>
        </p:nvSpPr>
        <p:spPr>
          <a:xfrm>
            <a:off x="8183469" y="5231956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8" name="Conector recto 837">
            <a:extLst>
              <a:ext uri="{FF2B5EF4-FFF2-40B4-BE49-F238E27FC236}">
                <a16:creationId xmlns:a16="http://schemas.microsoft.com/office/drawing/2014/main" id="{56836B00-51D7-5E9F-1845-71C4A54B9330}"/>
              </a:ext>
            </a:extLst>
          </p:cNvPr>
          <p:cNvCxnSpPr>
            <a:cxnSpLocks/>
          </p:cNvCxnSpPr>
          <p:nvPr/>
        </p:nvCxnSpPr>
        <p:spPr>
          <a:xfrm flipV="1">
            <a:off x="8398734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Conector recto 838">
            <a:extLst>
              <a:ext uri="{FF2B5EF4-FFF2-40B4-BE49-F238E27FC236}">
                <a16:creationId xmlns:a16="http://schemas.microsoft.com/office/drawing/2014/main" id="{418E572B-5A15-7263-F0F3-A97012A3D1C4}"/>
              </a:ext>
            </a:extLst>
          </p:cNvPr>
          <p:cNvCxnSpPr>
            <a:cxnSpLocks/>
          </p:cNvCxnSpPr>
          <p:nvPr/>
        </p:nvCxnSpPr>
        <p:spPr>
          <a:xfrm flipV="1">
            <a:off x="8295864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Conector recto 839">
            <a:extLst>
              <a:ext uri="{FF2B5EF4-FFF2-40B4-BE49-F238E27FC236}">
                <a16:creationId xmlns:a16="http://schemas.microsoft.com/office/drawing/2014/main" id="{08C5784D-D410-7128-8563-ABBE6C292640}"/>
              </a:ext>
            </a:extLst>
          </p:cNvPr>
          <p:cNvCxnSpPr>
            <a:cxnSpLocks/>
          </p:cNvCxnSpPr>
          <p:nvPr/>
        </p:nvCxnSpPr>
        <p:spPr>
          <a:xfrm flipV="1">
            <a:off x="8690199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Conector recto 840">
            <a:extLst>
              <a:ext uri="{FF2B5EF4-FFF2-40B4-BE49-F238E27FC236}">
                <a16:creationId xmlns:a16="http://schemas.microsoft.com/office/drawing/2014/main" id="{FC96354E-A464-1F2D-53F9-8370A2BD5499}"/>
              </a:ext>
            </a:extLst>
          </p:cNvPr>
          <p:cNvCxnSpPr>
            <a:cxnSpLocks/>
          </p:cNvCxnSpPr>
          <p:nvPr/>
        </p:nvCxnSpPr>
        <p:spPr>
          <a:xfrm flipV="1">
            <a:off x="8583519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Conector recto 841">
            <a:extLst>
              <a:ext uri="{FF2B5EF4-FFF2-40B4-BE49-F238E27FC236}">
                <a16:creationId xmlns:a16="http://schemas.microsoft.com/office/drawing/2014/main" id="{BBEFB935-DC6C-6764-DDD6-C760874A00DE}"/>
              </a:ext>
            </a:extLst>
          </p:cNvPr>
          <p:cNvCxnSpPr>
            <a:cxnSpLocks/>
          </p:cNvCxnSpPr>
          <p:nvPr/>
        </p:nvCxnSpPr>
        <p:spPr>
          <a:xfrm flipV="1">
            <a:off x="8480649" y="4843336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Rectángulo 842">
            <a:extLst>
              <a:ext uri="{FF2B5EF4-FFF2-40B4-BE49-F238E27FC236}">
                <a16:creationId xmlns:a16="http://schemas.microsoft.com/office/drawing/2014/main" id="{F7914B15-F1F6-97B8-C90B-048A68DA7B0A}"/>
              </a:ext>
            </a:extLst>
          </p:cNvPr>
          <p:cNvSpPr/>
          <p:nvPr/>
        </p:nvSpPr>
        <p:spPr>
          <a:xfrm>
            <a:off x="8061549" y="5211001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4" name="Rectángulo 843">
            <a:extLst>
              <a:ext uri="{FF2B5EF4-FFF2-40B4-BE49-F238E27FC236}">
                <a16:creationId xmlns:a16="http://schemas.microsoft.com/office/drawing/2014/main" id="{A56F0B73-8E1F-7CB2-B442-C0BA740759D0}"/>
              </a:ext>
            </a:extLst>
          </p:cNvPr>
          <p:cNvSpPr/>
          <p:nvPr/>
        </p:nvSpPr>
        <p:spPr>
          <a:xfrm>
            <a:off x="8183469" y="4666171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45" name="Conector recto 844">
            <a:extLst>
              <a:ext uri="{FF2B5EF4-FFF2-40B4-BE49-F238E27FC236}">
                <a16:creationId xmlns:a16="http://schemas.microsoft.com/office/drawing/2014/main" id="{5D72D422-1274-3C43-9387-04E9BB44ABEE}"/>
              </a:ext>
            </a:extLst>
          </p:cNvPr>
          <p:cNvCxnSpPr>
            <a:cxnSpLocks/>
          </p:cNvCxnSpPr>
          <p:nvPr/>
        </p:nvCxnSpPr>
        <p:spPr>
          <a:xfrm flipV="1">
            <a:off x="8061549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Conector recto 845">
            <a:extLst>
              <a:ext uri="{FF2B5EF4-FFF2-40B4-BE49-F238E27FC236}">
                <a16:creationId xmlns:a16="http://schemas.microsoft.com/office/drawing/2014/main" id="{3DB1BFE5-7019-C640-7141-33D3E9F2C6E0}"/>
              </a:ext>
            </a:extLst>
          </p:cNvPr>
          <p:cNvCxnSpPr>
            <a:cxnSpLocks/>
          </p:cNvCxnSpPr>
          <p:nvPr/>
        </p:nvCxnSpPr>
        <p:spPr>
          <a:xfrm flipV="1">
            <a:off x="8324439" y="521100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Conector recto 846">
            <a:extLst>
              <a:ext uri="{FF2B5EF4-FFF2-40B4-BE49-F238E27FC236}">
                <a16:creationId xmlns:a16="http://schemas.microsoft.com/office/drawing/2014/main" id="{696AE69E-8A36-BB94-F278-18A9FB57938E}"/>
              </a:ext>
            </a:extLst>
          </p:cNvPr>
          <p:cNvCxnSpPr>
            <a:cxnSpLocks/>
          </p:cNvCxnSpPr>
          <p:nvPr/>
        </p:nvCxnSpPr>
        <p:spPr>
          <a:xfrm flipV="1">
            <a:off x="8669244" y="521862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Conector recto 847">
            <a:extLst>
              <a:ext uri="{FF2B5EF4-FFF2-40B4-BE49-F238E27FC236}">
                <a16:creationId xmlns:a16="http://schemas.microsoft.com/office/drawing/2014/main" id="{2135FB02-C90D-3C15-9AAD-D7533A11D7CD}"/>
              </a:ext>
            </a:extLst>
          </p:cNvPr>
          <p:cNvCxnSpPr>
            <a:cxnSpLocks/>
          </p:cNvCxnSpPr>
          <p:nvPr/>
        </p:nvCxnSpPr>
        <p:spPr>
          <a:xfrm flipV="1">
            <a:off x="8903559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Conector recto 848">
            <a:extLst>
              <a:ext uri="{FF2B5EF4-FFF2-40B4-BE49-F238E27FC236}">
                <a16:creationId xmlns:a16="http://schemas.microsoft.com/office/drawing/2014/main" id="{93B7BB47-2B1F-44EE-1128-21060BECEF5F}"/>
              </a:ext>
            </a:extLst>
          </p:cNvPr>
          <p:cNvCxnSpPr>
            <a:cxnSpLocks/>
          </p:cNvCxnSpPr>
          <p:nvPr/>
        </p:nvCxnSpPr>
        <p:spPr>
          <a:xfrm flipV="1">
            <a:off x="8480649" y="467379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Conector recto 849">
            <a:extLst>
              <a:ext uri="{FF2B5EF4-FFF2-40B4-BE49-F238E27FC236}">
                <a16:creationId xmlns:a16="http://schemas.microsoft.com/office/drawing/2014/main" id="{B208A19B-53F0-AF3F-2CA5-F65549AE7C6E}"/>
              </a:ext>
            </a:extLst>
          </p:cNvPr>
          <p:cNvCxnSpPr>
            <a:cxnSpLocks/>
          </p:cNvCxnSpPr>
          <p:nvPr/>
        </p:nvCxnSpPr>
        <p:spPr>
          <a:xfrm flipV="1">
            <a:off x="8183469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Conector recto 850">
            <a:extLst>
              <a:ext uri="{FF2B5EF4-FFF2-40B4-BE49-F238E27FC236}">
                <a16:creationId xmlns:a16="http://schemas.microsoft.com/office/drawing/2014/main" id="{9546B530-03DF-7535-BE80-468031919722}"/>
              </a:ext>
            </a:extLst>
          </p:cNvPr>
          <p:cNvCxnSpPr>
            <a:cxnSpLocks/>
          </p:cNvCxnSpPr>
          <p:nvPr/>
        </p:nvCxnSpPr>
        <p:spPr>
          <a:xfrm flipV="1">
            <a:off x="8775924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Conector recto 851">
            <a:extLst>
              <a:ext uri="{FF2B5EF4-FFF2-40B4-BE49-F238E27FC236}">
                <a16:creationId xmlns:a16="http://schemas.microsoft.com/office/drawing/2014/main" id="{CC997D57-4813-E5A8-5278-52C010083296}"/>
              </a:ext>
            </a:extLst>
          </p:cNvPr>
          <p:cNvCxnSpPr>
            <a:cxnSpLocks/>
          </p:cNvCxnSpPr>
          <p:nvPr/>
        </p:nvCxnSpPr>
        <p:spPr>
          <a:xfrm flipH="1">
            <a:off x="8184422" y="5003356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3AD723EB-B375-4408-2548-7E12F4D64C1D}"/>
              </a:ext>
            </a:extLst>
          </p:cNvPr>
          <p:cNvSpPr/>
          <p:nvPr/>
        </p:nvSpPr>
        <p:spPr>
          <a:xfrm>
            <a:off x="-9937" y="5420551"/>
            <a:ext cx="12191995" cy="45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8" name="Rectángulo 877">
            <a:extLst>
              <a:ext uri="{FF2B5EF4-FFF2-40B4-BE49-F238E27FC236}">
                <a16:creationId xmlns:a16="http://schemas.microsoft.com/office/drawing/2014/main" id="{CC6D23A2-A2DA-D184-17B6-6ED5F0280015}"/>
              </a:ext>
            </a:extLst>
          </p:cNvPr>
          <p:cNvSpPr/>
          <p:nvPr/>
        </p:nvSpPr>
        <p:spPr>
          <a:xfrm>
            <a:off x="1650235" y="4347081"/>
            <a:ext cx="8871656" cy="819470"/>
          </a:xfrm>
          <a:prstGeom prst="rect">
            <a:avLst/>
          </a:prstGeom>
          <a:solidFill>
            <a:srgbClr val="00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855" name="Grupo 854">
            <a:extLst>
              <a:ext uri="{FF2B5EF4-FFF2-40B4-BE49-F238E27FC236}">
                <a16:creationId xmlns:a16="http://schemas.microsoft.com/office/drawing/2014/main" id="{D40D054A-F020-8AB4-A055-4B1C840E6B38}"/>
              </a:ext>
            </a:extLst>
          </p:cNvPr>
          <p:cNvGrpSpPr/>
          <p:nvPr/>
        </p:nvGrpSpPr>
        <p:grpSpPr>
          <a:xfrm>
            <a:off x="6321025" y="3724776"/>
            <a:ext cx="925530" cy="833445"/>
            <a:chOff x="6315075" y="4348157"/>
            <a:chExt cx="925530" cy="833445"/>
          </a:xfrm>
        </p:grpSpPr>
        <p:sp>
          <p:nvSpPr>
            <p:cNvPr id="856" name="Rectángulo 855">
              <a:extLst>
                <a:ext uri="{FF2B5EF4-FFF2-40B4-BE49-F238E27FC236}">
                  <a16:creationId xmlns:a16="http://schemas.microsoft.com/office/drawing/2014/main" id="{20321FF1-72E4-91D5-56DB-5CEAF2A842E7}"/>
                </a:ext>
              </a:extLst>
            </p:cNvPr>
            <p:cNvSpPr/>
            <p:nvPr/>
          </p:nvSpPr>
          <p:spPr>
            <a:xfrm>
              <a:off x="6334124" y="4348157"/>
              <a:ext cx="892171" cy="43497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38100">
              <a:solidFill>
                <a:srgbClr val="B3B1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7" name="Rectángulo 856">
              <a:extLst>
                <a:ext uri="{FF2B5EF4-FFF2-40B4-BE49-F238E27FC236}">
                  <a16:creationId xmlns:a16="http://schemas.microsoft.com/office/drawing/2014/main" id="{C7F3D0C5-8407-71CF-7681-E0EBE8652165}"/>
                </a:ext>
              </a:extLst>
            </p:cNvPr>
            <p:cNvSpPr/>
            <p:nvPr/>
          </p:nvSpPr>
          <p:spPr>
            <a:xfrm>
              <a:off x="6378575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8" name="Rectángulo 857">
              <a:extLst>
                <a:ext uri="{FF2B5EF4-FFF2-40B4-BE49-F238E27FC236}">
                  <a16:creationId xmlns:a16="http://schemas.microsoft.com/office/drawing/2014/main" id="{46B725A9-7FEC-F09F-7BDA-EE41F0646B5D}"/>
                </a:ext>
              </a:extLst>
            </p:cNvPr>
            <p:cNvSpPr/>
            <p:nvPr/>
          </p:nvSpPr>
          <p:spPr>
            <a:xfrm>
              <a:off x="6643684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59" name="Rectángulo 858">
              <a:extLst>
                <a:ext uri="{FF2B5EF4-FFF2-40B4-BE49-F238E27FC236}">
                  <a16:creationId xmlns:a16="http://schemas.microsoft.com/office/drawing/2014/main" id="{A7D7829B-0CC1-9462-A017-A50171613EDB}"/>
                </a:ext>
              </a:extLst>
            </p:cNvPr>
            <p:cNvSpPr/>
            <p:nvPr/>
          </p:nvSpPr>
          <p:spPr>
            <a:xfrm>
              <a:off x="6862790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0" name="Rectángulo 859">
              <a:extLst>
                <a:ext uri="{FF2B5EF4-FFF2-40B4-BE49-F238E27FC236}">
                  <a16:creationId xmlns:a16="http://schemas.microsoft.com/office/drawing/2014/main" id="{BF7FA7B8-8747-1DF3-E093-5E753B7AF884}"/>
                </a:ext>
              </a:extLst>
            </p:cNvPr>
            <p:cNvSpPr/>
            <p:nvPr/>
          </p:nvSpPr>
          <p:spPr>
            <a:xfrm>
              <a:off x="7127899" y="4483103"/>
              <a:ext cx="50795" cy="107947"/>
            </a:xfrm>
            <a:prstGeom prst="rect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1" name="Elipse 860">
              <a:extLst>
                <a:ext uri="{FF2B5EF4-FFF2-40B4-BE49-F238E27FC236}">
                  <a16:creationId xmlns:a16="http://schemas.microsoft.com/office/drawing/2014/main" id="{53A951BA-FD07-2886-B043-AA8AA71FB9C6}"/>
                </a:ext>
              </a:extLst>
            </p:cNvPr>
            <p:cNvSpPr/>
            <p:nvPr/>
          </p:nvSpPr>
          <p:spPr>
            <a:xfrm>
              <a:off x="6423018" y="4397510"/>
              <a:ext cx="232571" cy="198175"/>
            </a:xfrm>
            <a:prstGeom prst="ellipse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2" name="Elipse 861">
              <a:extLst>
                <a:ext uri="{FF2B5EF4-FFF2-40B4-BE49-F238E27FC236}">
                  <a16:creationId xmlns:a16="http://schemas.microsoft.com/office/drawing/2014/main" id="{00729C74-C1E2-F4A1-D0A4-6BF5EBFF3F93}"/>
                </a:ext>
              </a:extLst>
            </p:cNvPr>
            <p:cNvSpPr/>
            <p:nvPr/>
          </p:nvSpPr>
          <p:spPr>
            <a:xfrm>
              <a:off x="6902433" y="4398301"/>
              <a:ext cx="232571" cy="198175"/>
            </a:xfrm>
            <a:prstGeom prst="ellipse">
              <a:avLst/>
            </a:prstGeom>
            <a:solidFill>
              <a:srgbClr val="7A7A7A"/>
            </a:solidFill>
            <a:ln>
              <a:solidFill>
                <a:srgbClr val="7A7A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3" name="Rectángulo: esquinas redondeadas 862">
              <a:extLst>
                <a:ext uri="{FF2B5EF4-FFF2-40B4-BE49-F238E27FC236}">
                  <a16:creationId xmlns:a16="http://schemas.microsoft.com/office/drawing/2014/main" id="{FDB120AC-F633-4AB8-0048-EEB17BB7A49A}"/>
                </a:ext>
              </a:extLst>
            </p:cNvPr>
            <p:cNvSpPr/>
            <p:nvPr/>
          </p:nvSpPr>
          <p:spPr>
            <a:xfrm>
              <a:off x="6453173" y="4619618"/>
              <a:ext cx="165953" cy="163517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4" name="Rectángulo: esquinas redondeadas 863">
              <a:extLst>
                <a:ext uri="{FF2B5EF4-FFF2-40B4-BE49-F238E27FC236}">
                  <a16:creationId xmlns:a16="http://schemas.microsoft.com/office/drawing/2014/main" id="{3CB704FD-2BF5-C04E-18E9-E3EDE2141343}"/>
                </a:ext>
              </a:extLst>
            </p:cNvPr>
            <p:cNvSpPr/>
            <p:nvPr/>
          </p:nvSpPr>
          <p:spPr>
            <a:xfrm>
              <a:off x="6935770" y="4619618"/>
              <a:ext cx="165953" cy="16351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5" name="Rectángulo 864">
              <a:extLst>
                <a:ext uri="{FF2B5EF4-FFF2-40B4-BE49-F238E27FC236}">
                  <a16:creationId xmlns:a16="http://schemas.microsoft.com/office/drawing/2014/main" id="{B28D54B7-E636-E4BC-03B1-FB023818FCDF}"/>
                </a:ext>
              </a:extLst>
            </p:cNvPr>
            <p:cNvSpPr/>
            <p:nvPr/>
          </p:nvSpPr>
          <p:spPr>
            <a:xfrm>
              <a:off x="6993728" y="4630736"/>
              <a:ext cx="45719" cy="1523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6" name="Rectángulo 865">
              <a:extLst>
                <a:ext uri="{FF2B5EF4-FFF2-40B4-BE49-F238E27FC236}">
                  <a16:creationId xmlns:a16="http://schemas.microsoft.com/office/drawing/2014/main" id="{CC052582-5B75-8F09-1C66-260EA9CFE3D8}"/>
                </a:ext>
              </a:extLst>
            </p:cNvPr>
            <p:cNvSpPr/>
            <p:nvPr/>
          </p:nvSpPr>
          <p:spPr>
            <a:xfrm>
              <a:off x="6509848" y="4630736"/>
              <a:ext cx="45719" cy="1523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7" name="Elipse 866">
              <a:extLst>
                <a:ext uri="{FF2B5EF4-FFF2-40B4-BE49-F238E27FC236}">
                  <a16:creationId xmlns:a16="http://schemas.microsoft.com/office/drawing/2014/main" id="{1A981555-C310-C0C5-D144-23C0C86248D6}"/>
                </a:ext>
              </a:extLst>
            </p:cNvPr>
            <p:cNvSpPr/>
            <p:nvPr/>
          </p:nvSpPr>
          <p:spPr>
            <a:xfrm>
              <a:off x="6434133" y="4441681"/>
              <a:ext cx="209551" cy="198175"/>
            </a:xfrm>
            <a:prstGeom prst="ellipse">
              <a:avLst/>
            </a:prstGeom>
            <a:solidFill>
              <a:srgbClr val="998364"/>
            </a:solidFill>
            <a:ln>
              <a:solidFill>
                <a:srgbClr val="9983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8" name="Elipse 867">
              <a:extLst>
                <a:ext uri="{FF2B5EF4-FFF2-40B4-BE49-F238E27FC236}">
                  <a16:creationId xmlns:a16="http://schemas.microsoft.com/office/drawing/2014/main" id="{EA4D998C-1A38-451D-F118-620D62E825F7}"/>
                </a:ext>
              </a:extLst>
            </p:cNvPr>
            <p:cNvSpPr/>
            <p:nvPr/>
          </p:nvSpPr>
          <p:spPr>
            <a:xfrm>
              <a:off x="6911166" y="4427668"/>
              <a:ext cx="209551" cy="198175"/>
            </a:xfrm>
            <a:prstGeom prst="ellipse">
              <a:avLst/>
            </a:prstGeom>
            <a:solidFill>
              <a:srgbClr val="998364"/>
            </a:solidFill>
            <a:ln>
              <a:solidFill>
                <a:srgbClr val="9983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69" name="Elipse 868">
              <a:extLst>
                <a:ext uri="{FF2B5EF4-FFF2-40B4-BE49-F238E27FC236}">
                  <a16:creationId xmlns:a16="http://schemas.microsoft.com/office/drawing/2014/main" id="{597F6A00-BD86-698E-241B-657A1DA1A37C}"/>
                </a:ext>
              </a:extLst>
            </p:cNvPr>
            <p:cNvSpPr/>
            <p:nvPr/>
          </p:nvSpPr>
          <p:spPr>
            <a:xfrm rot="872776">
              <a:off x="6500927" y="4420148"/>
              <a:ext cx="134419" cy="83542"/>
            </a:xfrm>
            <a:prstGeom prst="ellipse">
              <a:avLst/>
            </a:prstGeom>
            <a:solidFill>
              <a:srgbClr val="512A03"/>
            </a:solidFill>
            <a:ln>
              <a:solidFill>
                <a:srgbClr val="512A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870" name="Conector recto 869">
              <a:extLst>
                <a:ext uri="{FF2B5EF4-FFF2-40B4-BE49-F238E27FC236}">
                  <a16:creationId xmlns:a16="http://schemas.microsoft.com/office/drawing/2014/main" id="{8C66AB80-91C8-1686-9CF9-E507EE17477E}"/>
                </a:ext>
              </a:extLst>
            </p:cNvPr>
            <p:cNvCxnSpPr>
              <a:cxnSpLocks/>
            </p:cNvCxnSpPr>
            <p:nvPr/>
          </p:nvCxnSpPr>
          <p:spPr>
            <a:xfrm>
              <a:off x="6488895" y="4526756"/>
              <a:ext cx="104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Conector recto 870">
              <a:extLst>
                <a:ext uri="{FF2B5EF4-FFF2-40B4-BE49-F238E27FC236}">
                  <a16:creationId xmlns:a16="http://schemas.microsoft.com/office/drawing/2014/main" id="{8BBBA8C2-629D-0E69-18CE-D28C35A8E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133" y="4526756"/>
              <a:ext cx="0" cy="5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2" name="Elipse 871">
              <a:extLst>
                <a:ext uri="{FF2B5EF4-FFF2-40B4-BE49-F238E27FC236}">
                  <a16:creationId xmlns:a16="http://schemas.microsoft.com/office/drawing/2014/main" id="{FD5901ED-65BC-5FE8-75CD-AC943AA0F2C5}"/>
                </a:ext>
              </a:extLst>
            </p:cNvPr>
            <p:cNvSpPr/>
            <p:nvPr/>
          </p:nvSpPr>
          <p:spPr>
            <a:xfrm rot="19333876">
              <a:off x="6420468" y="4433409"/>
              <a:ext cx="123770" cy="83542"/>
            </a:xfrm>
            <a:prstGeom prst="ellipse">
              <a:avLst/>
            </a:prstGeom>
            <a:solidFill>
              <a:srgbClr val="512A03"/>
            </a:solidFill>
            <a:ln>
              <a:solidFill>
                <a:srgbClr val="512A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873" name="Conector recto 872">
              <a:extLst>
                <a:ext uri="{FF2B5EF4-FFF2-40B4-BE49-F238E27FC236}">
                  <a16:creationId xmlns:a16="http://schemas.microsoft.com/office/drawing/2014/main" id="{8145CF82-633D-6B21-AE7F-7343677D424C}"/>
                </a:ext>
              </a:extLst>
            </p:cNvPr>
            <p:cNvCxnSpPr>
              <a:cxnSpLocks/>
            </p:cNvCxnSpPr>
            <p:nvPr/>
          </p:nvCxnSpPr>
          <p:spPr>
            <a:xfrm>
              <a:off x="6508542" y="4611686"/>
              <a:ext cx="587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Conector recto 873">
              <a:extLst>
                <a:ext uri="{FF2B5EF4-FFF2-40B4-BE49-F238E27FC236}">
                  <a16:creationId xmlns:a16="http://schemas.microsoft.com/office/drawing/2014/main" id="{DCDB49ED-BB15-AF2D-8227-A9AA94529557}"/>
                </a:ext>
              </a:extLst>
            </p:cNvPr>
            <p:cNvCxnSpPr>
              <a:cxnSpLocks/>
            </p:cNvCxnSpPr>
            <p:nvPr/>
          </p:nvCxnSpPr>
          <p:spPr>
            <a:xfrm>
              <a:off x="6965145" y="4512468"/>
              <a:ext cx="1048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Conector recto 874">
              <a:extLst>
                <a:ext uri="{FF2B5EF4-FFF2-40B4-BE49-F238E27FC236}">
                  <a16:creationId xmlns:a16="http://schemas.microsoft.com/office/drawing/2014/main" id="{76C61AFC-0D4F-3F44-78BF-D7F442583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4383" y="4512468"/>
              <a:ext cx="0" cy="5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Rectángulo 875">
              <a:extLst>
                <a:ext uri="{FF2B5EF4-FFF2-40B4-BE49-F238E27FC236}">
                  <a16:creationId xmlns:a16="http://schemas.microsoft.com/office/drawing/2014/main" id="{302C56FB-1DE9-D0BB-CF6A-852E0C22F273}"/>
                </a:ext>
              </a:extLst>
            </p:cNvPr>
            <p:cNvSpPr/>
            <p:nvPr/>
          </p:nvSpPr>
          <p:spPr>
            <a:xfrm>
              <a:off x="6315075" y="4760596"/>
              <a:ext cx="925530" cy="421006"/>
            </a:xfrm>
            <a:prstGeom prst="rect">
              <a:avLst/>
            </a:prstGeom>
            <a:solidFill>
              <a:srgbClr val="B3B1B0"/>
            </a:solidFill>
            <a:ln>
              <a:solidFill>
                <a:srgbClr val="B3B1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77" name="Elipse 876">
              <a:extLst>
                <a:ext uri="{FF2B5EF4-FFF2-40B4-BE49-F238E27FC236}">
                  <a16:creationId xmlns:a16="http://schemas.microsoft.com/office/drawing/2014/main" id="{E9C78531-3909-BA22-9926-9B5BADF9E376}"/>
                </a:ext>
              </a:extLst>
            </p:cNvPr>
            <p:cNvSpPr/>
            <p:nvPr/>
          </p:nvSpPr>
          <p:spPr>
            <a:xfrm>
              <a:off x="6994335" y="4577685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35" name="Elipse 234">
            <a:extLst>
              <a:ext uri="{FF2B5EF4-FFF2-40B4-BE49-F238E27FC236}">
                <a16:creationId xmlns:a16="http://schemas.microsoft.com/office/drawing/2014/main" id="{520FE267-08FA-F97D-D897-20DE7037A9C2}"/>
              </a:ext>
            </a:extLst>
          </p:cNvPr>
          <p:cNvSpPr/>
          <p:nvPr/>
        </p:nvSpPr>
        <p:spPr>
          <a:xfrm>
            <a:off x="6547753" y="4472079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1B01D5BE-15BE-D4E3-DAB1-6132F8478868}"/>
              </a:ext>
            </a:extLst>
          </p:cNvPr>
          <p:cNvSpPr/>
          <p:nvPr/>
        </p:nvSpPr>
        <p:spPr>
          <a:xfrm rot="872776">
            <a:off x="6614547" y="4450546"/>
            <a:ext cx="134419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7C8C3B0B-DB8B-665C-2CC2-BFB25BD3C664}"/>
              </a:ext>
            </a:extLst>
          </p:cNvPr>
          <p:cNvCxnSpPr>
            <a:cxnSpLocks/>
          </p:cNvCxnSpPr>
          <p:nvPr/>
        </p:nvCxnSpPr>
        <p:spPr>
          <a:xfrm>
            <a:off x="6602515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CCAA0B89-8077-B09E-6D46-FAE9787343FC}"/>
              </a:ext>
            </a:extLst>
          </p:cNvPr>
          <p:cNvCxnSpPr>
            <a:cxnSpLocks/>
          </p:cNvCxnSpPr>
          <p:nvPr/>
        </p:nvCxnSpPr>
        <p:spPr>
          <a:xfrm flipV="1">
            <a:off x="6651753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Elipse 238">
            <a:extLst>
              <a:ext uri="{FF2B5EF4-FFF2-40B4-BE49-F238E27FC236}">
                <a16:creationId xmlns:a16="http://schemas.microsoft.com/office/drawing/2014/main" id="{DC76936D-3F7D-94CA-E6E1-A2BBC45F0BB7}"/>
              </a:ext>
            </a:extLst>
          </p:cNvPr>
          <p:cNvSpPr/>
          <p:nvPr/>
        </p:nvSpPr>
        <p:spPr>
          <a:xfrm rot="19333876">
            <a:off x="6534088" y="4463807"/>
            <a:ext cx="123770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3C56F764-5B09-F10B-B331-371B6ACC89E1}"/>
              </a:ext>
            </a:extLst>
          </p:cNvPr>
          <p:cNvCxnSpPr>
            <a:cxnSpLocks/>
          </p:cNvCxnSpPr>
          <p:nvPr/>
        </p:nvCxnSpPr>
        <p:spPr>
          <a:xfrm>
            <a:off x="6622162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Elipse 366">
            <a:extLst>
              <a:ext uri="{FF2B5EF4-FFF2-40B4-BE49-F238E27FC236}">
                <a16:creationId xmlns:a16="http://schemas.microsoft.com/office/drawing/2014/main" id="{A7D7CBAF-787E-87E6-287A-03D4203982E1}"/>
              </a:ext>
            </a:extLst>
          </p:cNvPr>
          <p:cNvSpPr/>
          <p:nvPr/>
        </p:nvSpPr>
        <p:spPr>
          <a:xfrm>
            <a:off x="6799192" y="4478447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8" name="Elipse 367">
            <a:extLst>
              <a:ext uri="{FF2B5EF4-FFF2-40B4-BE49-F238E27FC236}">
                <a16:creationId xmlns:a16="http://schemas.microsoft.com/office/drawing/2014/main" id="{C990FE87-8072-4747-0A79-4B18E0C265DD}"/>
              </a:ext>
            </a:extLst>
          </p:cNvPr>
          <p:cNvSpPr/>
          <p:nvPr/>
        </p:nvSpPr>
        <p:spPr>
          <a:xfrm rot="872776">
            <a:off x="6865986" y="445691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F9A50228-2B50-B8CB-DDB1-584D87A79B9C}"/>
              </a:ext>
            </a:extLst>
          </p:cNvPr>
          <p:cNvCxnSpPr>
            <a:cxnSpLocks/>
          </p:cNvCxnSpPr>
          <p:nvPr/>
        </p:nvCxnSpPr>
        <p:spPr>
          <a:xfrm>
            <a:off x="6853954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C6B336C7-70F7-17B9-9611-BD768B2C9A7D}"/>
              </a:ext>
            </a:extLst>
          </p:cNvPr>
          <p:cNvCxnSpPr>
            <a:cxnSpLocks/>
          </p:cNvCxnSpPr>
          <p:nvPr/>
        </p:nvCxnSpPr>
        <p:spPr>
          <a:xfrm flipV="1">
            <a:off x="6903192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Elipse 370">
            <a:extLst>
              <a:ext uri="{FF2B5EF4-FFF2-40B4-BE49-F238E27FC236}">
                <a16:creationId xmlns:a16="http://schemas.microsoft.com/office/drawing/2014/main" id="{450D78C3-2F2C-6687-9D22-D6A9EF811A5A}"/>
              </a:ext>
            </a:extLst>
          </p:cNvPr>
          <p:cNvSpPr/>
          <p:nvPr/>
        </p:nvSpPr>
        <p:spPr>
          <a:xfrm rot="19333876">
            <a:off x="6785527" y="447017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65EF1B25-F1C9-B14A-CDBE-734ECAE5FBCD}"/>
              </a:ext>
            </a:extLst>
          </p:cNvPr>
          <p:cNvCxnSpPr>
            <a:cxnSpLocks/>
          </p:cNvCxnSpPr>
          <p:nvPr/>
        </p:nvCxnSpPr>
        <p:spPr>
          <a:xfrm>
            <a:off x="6873601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Elipse 375">
            <a:extLst>
              <a:ext uri="{FF2B5EF4-FFF2-40B4-BE49-F238E27FC236}">
                <a16:creationId xmlns:a16="http://schemas.microsoft.com/office/drawing/2014/main" id="{2BC2DF5A-E3DE-F129-524D-E68090355EFB}"/>
              </a:ext>
            </a:extLst>
          </p:cNvPr>
          <p:cNvSpPr/>
          <p:nvPr/>
        </p:nvSpPr>
        <p:spPr>
          <a:xfrm>
            <a:off x="7077366" y="4485038"/>
            <a:ext cx="209551" cy="198175"/>
          </a:xfrm>
          <a:prstGeom prst="ellipse">
            <a:avLst/>
          </a:prstGeom>
          <a:solidFill>
            <a:srgbClr val="B69B75"/>
          </a:solidFill>
          <a:ln>
            <a:solidFill>
              <a:srgbClr val="B69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7" name="Elipse 376">
            <a:extLst>
              <a:ext uri="{FF2B5EF4-FFF2-40B4-BE49-F238E27FC236}">
                <a16:creationId xmlns:a16="http://schemas.microsoft.com/office/drawing/2014/main" id="{1C846393-021E-5C8B-7A22-55A7397623BE}"/>
              </a:ext>
            </a:extLst>
          </p:cNvPr>
          <p:cNvSpPr/>
          <p:nvPr/>
        </p:nvSpPr>
        <p:spPr>
          <a:xfrm rot="872776">
            <a:off x="7144160" y="4463505"/>
            <a:ext cx="134419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8" name="Conector recto 377">
            <a:extLst>
              <a:ext uri="{FF2B5EF4-FFF2-40B4-BE49-F238E27FC236}">
                <a16:creationId xmlns:a16="http://schemas.microsoft.com/office/drawing/2014/main" id="{740BC0C5-B3D9-FB09-8EB8-4B2D9E571F05}"/>
              </a:ext>
            </a:extLst>
          </p:cNvPr>
          <p:cNvCxnSpPr>
            <a:cxnSpLocks/>
          </p:cNvCxnSpPr>
          <p:nvPr/>
        </p:nvCxnSpPr>
        <p:spPr>
          <a:xfrm>
            <a:off x="7132128" y="457011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ector recto 378">
            <a:extLst>
              <a:ext uri="{FF2B5EF4-FFF2-40B4-BE49-F238E27FC236}">
                <a16:creationId xmlns:a16="http://schemas.microsoft.com/office/drawing/2014/main" id="{0DA08C02-0AF4-F920-9016-F76A8478DCB2}"/>
              </a:ext>
            </a:extLst>
          </p:cNvPr>
          <p:cNvCxnSpPr>
            <a:cxnSpLocks/>
          </p:cNvCxnSpPr>
          <p:nvPr/>
        </p:nvCxnSpPr>
        <p:spPr>
          <a:xfrm flipV="1">
            <a:off x="7181366" y="457011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Elipse 379">
            <a:extLst>
              <a:ext uri="{FF2B5EF4-FFF2-40B4-BE49-F238E27FC236}">
                <a16:creationId xmlns:a16="http://schemas.microsoft.com/office/drawing/2014/main" id="{DA7B212B-2091-E3D8-AA2E-6076DF65888B}"/>
              </a:ext>
            </a:extLst>
          </p:cNvPr>
          <p:cNvSpPr/>
          <p:nvPr/>
        </p:nvSpPr>
        <p:spPr>
          <a:xfrm rot="19333876">
            <a:off x="7063701" y="4476766"/>
            <a:ext cx="123770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81" name="Conector recto 380">
            <a:extLst>
              <a:ext uri="{FF2B5EF4-FFF2-40B4-BE49-F238E27FC236}">
                <a16:creationId xmlns:a16="http://schemas.microsoft.com/office/drawing/2014/main" id="{5EC476D7-F853-6008-8F09-84CD52C309FF}"/>
              </a:ext>
            </a:extLst>
          </p:cNvPr>
          <p:cNvCxnSpPr>
            <a:cxnSpLocks/>
          </p:cNvCxnSpPr>
          <p:nvPr/>
        </p:nvCxnSpPr>
        <p:spPr>
          <a:xfrm>
            <a:off x="7151775" y="465504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ángulo 171">
            <a:extLst>
              <a:ext uri="{FF2B5EF4-FFF2-40B4-BE49-F238E27FC236}">
                <a16:creationId xmlns:a16="http://schemas.microsoft.com/office/drawing/2014/main" id="{13BBB3FD-4B25-83F9-B5C9-5A0DD21A1539}"/>
              </a:ext>
            </a:extLst>
          </p:cNvPr>
          <p:cNvSpPr/>
          <p:nvPr/>
        </p:nvSpPr>
        <p:spPr>
          <a:xfrm>
            <a:off x="6060278" y="46995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7" name="Rectángulo 176">
            <a:extLst>
              <a:ext uri="{FF2B5EF4-FFF2-40B4-BE49-F238E27FC236}">
                <a16:creationId xmlns:a16="http://schemas.microsoft.com/office/drawing/2014/main" id="{24D6975F-4BA4-CE66-46FB-ADED2A906F16}"/>
              </a:ext>
            </a:extLst>
          </p:cNvPr>
          <p:cNvSpPr/>
          <p:nvPr/>
        </p:nvSpPr>
        <p:spPr>
          <a:xfrm>
            <a:off x="7406066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C7EE748E-E394-BFC3-81F1-8C7BEEE26E42}"/>
              </a:ext>
            </a:extLst>
          </p:cNvPr>
          <p:cNvSpPr/>
          <p:nvPr/>
        </p:nvSpPr>
        <p:spPr>
          <a:xfrm>
            <a:off x="9287254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8316AF6-BC69-84B4-4C79-D74CBB37802F}"/>
              </a:ext>
            </a:extLst>
          </p:cNvPr>
          <p:cNvCxnSpPr>
            <a:cxnSpLocks/>
          </p:cNvCxnSpPr>
          <p:nvPr/>
        </p:nvCxnSpPr>
        <p:spPr>
          <a:xfrm>
            <a:off x="10295975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414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B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6138FF82-5F50-1ECF-50A7-FE87AAE02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2990231"/>
            <a:ext cx="6092526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9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8588A93-41C0-C590-4664-D5551416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390" y="2990231"/>
            <a:ext cx="6131603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Rectángulo 565">
            <a:extLst>
              <a:ext uri="{FF2B5EF4-FFF2-40B4-BE49-F238E27FC236}">
                <a16:creationId xmlns:a16="http://schemas.microsoft.com/office/drawing/2014/main" id="{03B4ECA0-B791-B481-0B38-3B55369DBAB7}"/>
              </a:ext>
            </a:extLst>
          </p:cNvPr>
          <p:cNvSpPr/>
          <p:nvPr/>
        </p:nvSpPr>
        <p:spPr>
          <a:xfrm>
            <a:off x="1" y="-658987"/>
            <a:ext cx="12192000" cy="5011224"/>
          </a:xfrm>
          <a:prstGeom prst="rect">
            <a:avLst/>
          </a:prstGeom>
          <a:gradFill flip="none" rotWithShape="1">
            <a:gsLst>
              <a:gs pos="57000">
                <a:srgbClr val="747EAD"/>
              </a:gs>
              <a:gs pos="100000">
                <a:srgbClr val="183672"/>
              </a:gs>
              <a:gs pos="0">
                <a:srgbClr val="F9513A"/>
              </a:gs>
              <a:gs pos="6000">
                <a:srgbClr val="F38D4C"/>
              </a:gs>
              <a:gs pos="21000">
                <a:srgbClr val="EDB08D"/>
              </a:gs>
              <a:gs pos="39000">
                <a:srgbClr val="F2AFA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5" name="Rectángulo 574">
            <a:extLst>
              <a:ext uri="{FF2B5EF4-FFF2-40B4-BE49-F238E27FC236}">
                <a16:creationId xmlns:a16="http://schemas.microsoft.com/office/drawing/2014/main" id="{98BE56CE-FFE5-D7D2-0AD6-A4F2E3417FB9}"/>
              </a:ext>
            </a:extLst>
          </p:cNvPr>
          <p:cNvSpPr/>
          <p:nvPr/>
        </p:nvSpPr>
        <p:spPr>
          <a:xfrm flipH="1">
            <a:off x="10224135" y="606504"/>
            <a:ext cx="363778" cy="698513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6" name="Elipse 575">
            <a:extLst>
              <a:ext uri="{FF2B5EF4-FFF2-40B4-BE49-F238E27FC236}">
                <a16:creationId xmlns:a16="http://schemas.microsoft.com/office/drawing/2014/main" id="{6DF62AC2-7EAD-F7B8-DF1B-5FBF0B99757D}"/>
              </a:ext>
            </a:extLst>
          </p:cNvPr>
          <p:cNvSpPr/>
          <p:nvPr/>
        </p:nvSpPr>
        <p:spPr>
          <a:xfrm flipH="1">
            <a:off x="10443210" y="69160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7" name="Elipse 576">
            <a:extLst>
              <a:ext uri="{FF2B5EF4-FFF2-40B4-BE49-F238E27FC236}">
                <a16:creationId xmlns:a16="http://schemas.microsoft.com/office/drawing/2014/main" id="{54B821C9-C14E-795D-4971-6C99BFB036C5}"/>
              </a:ext>
            </a:extLst>
          </p:cNvPr>
          <p:cNvSpPr/>
          <p:nvPr/>
        </p:nvSpPr>
        <p:spPr>
          <a:xfrm flipH="1">
            <a:off x="10262234" y="68779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8" name="Elipse 577">
            <a:extLst>
              <a:ext uri="{FF2B5EF4-FFF2-40B4-BE49-F238E27FC236}">
                <a16:creationId xmlns:a16="http://schemas.microsoft.com/office/drawing/2014/main" id="{D849708C-02A7-4AC6-00CB-D135AC4A9BF5}"/>
              </a:ext>
            </a:extLst>
          </p:cNvPr>
          <p:cNvSpPr/>
          <p:nvPr/>
        </p:nvSpPr>
        <p:spPr>
          <a:xfrm flipH="1">
            <a:off x="10443210" y="87067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9" name="Elipse 578">
            <a:extLst>
              <a:ext uri="{FF2B5EF4-FFF2-40B4-BE49-F238E27FC236}">
                <a16:creationId xmlns:a16="http://schemas.microsoft.com/office/drawing/2014/main" id="{394D4085-06EF-093E-338D-D9226E9B0C24}"/>
              </a:ext>
            </a:extLst>
          </p:cNvPr>
          <p:cNvSpPr/>
          <p:nvPr/>
        </p:nvSpPr>
        <p:spPr>
          <a:xfrm flipH="1">
            <a:off x="10262234" y="86686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0" name="Elipse 579">
            <a:extLst>
              <a:ext uri="{FF2B5EF4-FFF2-40B4-BE49-F238E27FC236}">
                <a16:creationId xmlns:a16="http://schemas.microsoft.com/office/drawing/2014/main" id="{2D99BDC7-C4EC-D5A0-4F2E-977CA8EF8FC8}"/>
              </a:ext>
            </a:extLst>
          </p:cNvPr>
          <p:cNvSpPr/>
          <p:nvPr/>
        </p:nvSpPr>
        <p:spPr>
          <a:xfrm flipH="1">
            <a:off x="10445115" y="1055462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1" name="Elipse 580">
            <a:extLst>
              <a:ext uri="{FF2B5EF4-FFF2-40B4-BE49-F238E27FC236}">
                <a16:creationId xmlns:a16="http://schemas.microsoft.com/office/drawing/2014/main" id="{ABDB9E34-4806-E5DF-0247-077240A07F54}"/>
              </a:ext>
            </a:extLst>
          </p:cNvPr>
          <p:cNvSpPr/>
          <p:nvPr/>
        </p:nvSpPr>
        <p:spPr>
          <a:xfrm flipH="1">
            <a:off x="10264139" y="1051652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2" name="Rectángulo 581">
            <a:extLst>
              <a:ext uri="{FF2B5EF4-FFF2-40B4-BE49-F238E27FC236}">
                <a16:creationId xmlns:a16="http://schemas.microsoft.com/office/drawing/2014/main" id="{2824AAA6-5A2E-336E-D09A-79AFD2A856C3}"/>
              </a:ext>
            </a:extLst>
          </p:cNvPr>
          <p:cNvSpPr/>
          <p:nvPr/>
        </p:nvSpPr>
        <p:spPr>
          <a:xfrm rot="21430377" flipH="1">
            <a:off x="10401297" y="1307310"/>
            <a:ext cx="167640" cy="3027045"/>
          </a:xfrm>
          <a:prstGeom prst="rect">
            <a:avLst/>
          </a:prstGeom>
          <a:solidFill>
            <a:srgbClr val="35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7" name="Rectángulo 566">
            <a:extLst>
              <a:ext uri="{FF2B5EF4-FFF2-40B4-BE49-F238E27FC236}">
                <a16:creationId xmlns:a16="http://schemas.microsoft.com/office/drawing/2014/main" id="{A14F3A0E-E968-D806-CD8C-906D9674A729}"/>
              </a:ext>
            </a:extLst>
          </p:cNvPr>
          <p:cNvSpPr/>
          <p:nvPr/>
        </p:nvSpPr>
        <p:spPr>
          <a:xfrm>
            <a:off x="1604087" y="606504"/>
            <a:ext cx="363777" cy="698513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8" name="Elipse 567">
            <a:extLst>
              <a:ext uri="{FF2B5EF4-FFF2-40B4-BE49-F238E27FC236}">
                <a16:creationId xmlns:a16="http://schemas.microsoft.com/office/drawing/2014/main" id="{3D9F405C-03CE-9078-1DEF-5FDC4144954B}"/>
              </a:ext>
            </a:extLst>
          </p:cNvPr>
          <p:cNvSpPr/>
          <p:nvPr/>
        </p:nvSpPr>
        <p:spPr>
          <a:xfrm>
            <a:off x="1642110" y="69160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9" name="Elipse 568">
            <a:extLst>
              <a:ext uri="{FF2B5EF4-FFF2-40B4-BE49-F238E27FC236}">
                <a16:creationId xmlns:a16="http://schemas.microsoft.com/office/drawing/2014/main" id="{A2697415-770B-BB01-4211-EC85BE1ADB95}"/>
              </a:ext>
            </a:extLst>
          </p:cNvPr>
          <p:cNvSpPr/>
          <p:nvPr/>
        </p:nvSpPr>
        <p:spPr>
          <a:xfrm>
            <a:off x="1823085" y="68779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0" name="Elipse 569">
            <a:extLst>
              <a:ext uri="{FF2B5EF4-FFF2-40B4-BE49-F238E27FC236}">
                <a16:creationId xmlns:a16="http://schemas.microsoft.com/office/drawing/2014/main" id="{1E74FD1E-E21E-D7E3-DB88-624AEA658830}"/>
              </a:ext>
            </a:extLst>
          </p:cNvPr>
          <p:cNvSpPr/>
          <p:nvPr/>
        </p:nvSpPr>
        <p:spPr>
          <a:xfrm>
            <a:off x="1642110" y="87067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1" name="Elipse 570">
            <a:extLst>
              <a:ext uri="{FF2B5EF4-FFF2-40B4-BE49-F238E27FC236}">
                <a16:creationId xmlns:a16="http://schemas.microsoft.com/office/drawing/2014/main" id="{67071187-791F-A010-7217-34CC2FB4957A}"/>
              </a:ext>
            </a:extLst>
          </p:cNvPr>
          <p:cNvSpPr/>
          <p:nvPr/>
        </p:nvSpPr>
        <p:spPr>
          <a:xfrm>
            <a:off x="1823085" y="866867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2" name="Elipse 571">
            <a:extLst>
              <a:ext uri="{FF2B5EF4-FFF2-40B4-BE49-F238E27FC236}">
                <a16:creationId xmlns:a16="http://schemas.microsoft.com/office/drawing/2014/main" id="{994B7F06-6EE1-CA4D-6478-03E898F20F2E}"/>
              </a:ext>
            </a:extLst>
          </p:cNvPr>
          <p:cNvSpPr/>
          <p:nvPr/>
        </p:nvSpPr>
        <p:spPr>
          <a:xfrm>
            <a:off x="1640205" y="1055462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3" name="Elipse 572">
            <a:extLst>
              <a:ext uri="{FF2B5EF4-FFF2-40B4-BE49-F238E27FC236}">
                <a16:creationId xmlns:a16="http://schemas.microsoft.com/office/drawing/2014/main" id="{8D168196-D27D-CE94-839A-21CC6D8253DE}"/>
              </a:ext>
            </a:extLst>
          </p:cNvPr>
          <p:cNvSpPr/>
          <p:nvPr/>
        </p:nvSpPr>
        <p:spPr>
          <a:xfrm>
            <a:off x="1821180" y="1051652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4" name="Rectángulo 573">
            <a:extLst>
              <a:ext uri="{FF2B5EF4-FFF2-40B4-BE49-F238E27FC236}">
                <a16:creationId xmlns:a16="http://schemas.microsoft.com/office/drawing/2014/main" id="{0F23C481-EC4A-7839-0DA1-B7590489A393}"/>
              </a:ext>
            </a:extLst>
          </p:cNvPr>
          <p:cNvSpPr/>
          <p:nvPr/>
        </p:nvSpPr>
        <p:spPr>
          <a:xfrm rot="169623">
            <a:off x="1623062" y="1307310"/>
            <a:ext cx="167640" cy="3027045"/>
          </a:xfrm>
          <a:prstGeom prst="rect">
            <a:avLst/>
          </a:prstGeom>
          <a:solidFill>
            <a:srgbClr val="354D85"/>
          </a:solidFill>
          <a:ln>
            <a:solidFill>
              <a:srgbClr val="354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0" name="Rectángulo 879">
            <a:extLst>
              <a:ext uri="{FF2B5EF4-FFF2-40B4-BE49-F238E27FC236}">
                <a16:creationId xmlns:a16="http://schemas.microsoft.com/office/drawing/2014/main" id="{3B3D650B-C8D7-825E-7FCF-DB6E86F51C7A}"/>
              </a:ext>
            </a:extLst>
          </p:cNvPr>
          <p:cNvSpPr/>
          <p:nvPr/>
        </p:nvSpPr>
        <p:spPr>
          <a:xfrm>
            <a:off x="0" y="5533475"/>
            <a:ext cx="12211874" cy="1375492"/>
          </a:xfrm>
          <a:prstGeom prst="rect">
            <a:avLst/>
          </a:prstGeom>
          <a:solidFill>
            <a:srgbClr val="255527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3" name="Rectángulo 562">
            <a:extLst>
              <a:ext uri="{FF2B5EF4-FFF2-40B4-BE49-F238E27FC236}">
                <a16:creationId xmlns:a16="http://schemas.microsoft.com/office/drawing/2014/main" id="{4171AE6D-0516-5B2C-4F93-722747D42A22}"/>
              </a:ext>
            </a:extLst>
          </p:cNvPr>
          <p:cNvSpPr/>
          <p:nvPr/>
        </p:nvSpPr>
        <p:spPr>
          <a:xfrm>
            <a:off x="1" y="4325394"/>
            <a:ext cx="12191996" cy="1060768"/>
          </a:xfrm>
          <a:prstGeom prst="rect">
            <a:avLst/>
          </a:prstGeom>
          <a:solidFill>
            <a:srgbClr val="B93131"/>
          </a:solidFill>
          <a:ln>
            <a:solidFill>
              <a:srgbClr val="B931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BD51C83-E698-62EC-A520-93BE8D79AC53}"/>
              </a:ext>
            </a:extLst>
          </p:cNvPr>
          <p:cNvSpPr/>
          <p:nvPr/>
        </p:nvSpPr>
        <p:spPr>
          <a:xfrm>
            <a:off x="1703383" y="4131717"/>
            <a:ext cx="8915897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3A041F-49EC-5B74-0FA4-98C6F20F1D5F}"/>
              </a:ext>
            </a:extLst>
          </p:cNvPr>
          <p:cNvSpPr/>
          <p:nvPr/>
        </p:nvSpPr>
        <p:spPr>
          <a:xfrm>
            <a:off x="4398167" y="3396699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731DCB-6E75-9221-3F4C-34095305C5A2}"/>
              </a:ext>
            </a:extLst>
          </p:cNvPr>
          <p:cNvSpPr/>
          <p:nvPr/>
        </p:nvSpPr>
        <p:spPr>
          <a:xfrm>
            <a:off x="2795587" y="3425282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688453-25FE-CDC1-5E26-EDA22DFE3E33}"/>
              </a:ext>
            </a:extLst>
          </p:cNvPr>
          <p:cNvSpPr/>
          <p:nvPr/>
        </p:nvSpPr>
        <p:spPr>
          <a:xfrm>
            <a:off x="1193007" y="3287169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B0526D9-D3B6-B448-4938-09BA2F80DF16}"/>
              </a:ext>
            </a:extLst>
          </p:cNvPr>
          <p:cNvSpPr/>
          <p:nvPr/>
        </p:nvSpPr>
        <p:spPr>
          <a:xfrm>
            <a:off x="10844209" y="3287169"/>
            <a:ext cx="128588" cy="138113"/>
          </a:xfrm>
          <a:prstGeom prst="rect">
            <a:avLst/>
          </a:prstGeom>
          <a:noFill/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511E32-F1A8-D414-6AFB-6C8C6F903A79}"/>
              </a:ext>
            </a:extLst>
          </p:cNvPr>
          <p:cNvSpPr/>
          <p:nvPr/>
        </p:nvSpPr>
        <p:spPr>
          <a:xfrm>
            <a:off x="10619280" y="4131719"/>
            <a:ext cx="1572718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2A77E0-5BE2-2B28-1498-869B293C9C65}"/>
              </a:ext>
            </a:extLst>
          </p:cNvPr>
          <p:cNvSpPr/>
          <p:nvPr/>
        </p:nvSpPr>
        <p:spPr>
          <a:xfrm>
            <a:off x="0" y="4131718"/>
            <a:ext cx="1703385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17348A-0576-641A-1BCF-FE7A7DC39BF8}"/>
              </a:ext>
            </a:extLst>
          </p:cNvPr>
          <p:cNvSpPr/>
          <p:nvPr/>
        </p:nvSpPr>
        <p:spPr>
          <a:xfrm>
            <a:off x="10844209" y="3425282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8DE11B-FF3E-5D7D-F4BA-8FA254EE9050}"/>
              </a:ext>
            </a:extLst>
          </p:cNvPr>
          <p:cNvSpPr/>
          <p:nvPr/>
        </p:nvSpPr>
        <p:spPr>
          <a:xfrm>
            <a:off x="9213053" y="3379218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789B37-C72E-AFE5-BCFE-5C56872F00CD}"/>
              </a:ext>
            </a:extLst>
          </p:cNvPr>
          <p:cNvSpPr/>
          <p:nvPr/>
        </p:nvSpPr>
        <p:spPr>
          <a:xfrm>
            <a:off x="7619997" y="3396699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94DC46-BF92-D74E-A327-A98B1AE92F95}"/>
              </a:ext>
            </a:extLst>
          </p:cNvPr>
          <p:cNvSpPr/>
          <p:nvPr/>
        </p:nvSpPr>
        <p:spPr>
          <a:xfrm>
            <a:off x="6000747" y="3396699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77C9ED-D6BD-9CD2-5FDA-0E5619D185EC}"/>
              </a:ext>
            </a:extLst>
          </p:cNvPr>
          <p:cNvSpPr/>
          <p:nvPr/>
        </p:nvSpPr>
        <p:spPr>
          <a:xfrm>
            <a:off x="1193007" y="3425282"/>
            <a:ext cx="128588" cy="900112"/>
          </a:xfrm>
          <a:prstGeom prst="rect">
            <a:avLst/>
          </a:prstGeom>
          <a:solidFill>
            <a:srgbClr val="275417"/>
          </a:solidFill>
          <a:ln>
            <a:solidFill>
              <a:srgbClr val="275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A675E76-B172-0405-5968-5F6625619C82}"/>
              </a:ext>
            </a:extLst>
          </p:cNvPr>
          <p:cNvCxnSpPr>
            <a:cxnSpLocks/>
          </p:cNvCxnSpPr>
          <p:nvPr/>
        </p:nvCxnSpPr>
        <p:spPr>
          <a:xfrm>
            <a:off x="273844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B556ACE-8EB3-F5D3-7B67-23F6FAE2854E}"/>
              </a:ext>
            </a:extLst>
          </p:cNvPr>
          <p:cNvCxnSpPr>
            <a:cxnSpLocks/>
          </p:cNvCxnSpPr>
          <p:nvPr/>
        </p:nvCxnSpPr>
        <p:spPr>
          <a:xfrm>
            <a:off x="621507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579CFC3-FD30-2E7D-7053-1145E9037D11}"/>
              </a:ext>
            </a:extLst>
          </p:cNvPr>
          <p:cNvCxnSpPr>
            <a:cxnSpLocks/>
          </p:cNvCxnSpPr>
          <p:nvPr/>
        </p:nvCxnSpPr>
        <p:spPr>
          <a:xfrm>
            <a:off x="1357313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CCF5E5-7B04-180D-1F75-51687D0BD928}"/>
              </a:ext>
            </a:extLst>
          </p:cNvPr>
          <p:cNvCxnSpPr>
            <a:cxnSpLocks/>
          </p:cNvCxnSpPr>
          <p:nvPr/>
        </p:nvCxnSpPr>
        <p:spPr>
          <a:xfrm>
            <a:off x="1012031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553AA20-6BD2-4410-FAEE-11BB8FA46B8A}"/>
              </a:ext>
            </a:extLst>
          </p:cNvPr>
          <p:cNvCxnSpPr>
            <a:cxnSpLocks/>
          </p:cNvCxnSpPr>
          <p:nvPr/>
        </p:nvCxnSpPr>
        <p:spPr>
          <a:xfrm>
            <a:off x="2051047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C3D85EC-955E-D307-7A91-5BF8AD9FD2F4}"/>
              </a:ext>
            </a:extLst>
          </p:cNvPr>
          <p:cNvCxnSpPr>
            <a:cxnSpLocks/>
          </p:cNvCxnSpPr>
          <p:nvPr/>
        </p:nvCxnSpPr>
        <p:spPr>
          <a:xfrm>
            <a:off x="2397919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1B9C213-E7C6-2B02-6A4D-29C0717797F1}"/>
              </a:ext>
            </a:extLst>
          </p:cNvPr>
          <p:cNvCxnSpPr>
            <a:cxnSpLocks/>
          </p:cNvCxnSpPr>
          <p:nvPr/>
        </p:nvCxnSpPr>
        <p:spPr>
          <a:xfrm>
            <a:off x="2744791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787560B-DA21-BFD0-9F6B-58095734516C}"/>
              </a:ext>
            </a:extLst>
          </p:cNvPr>
          <p:cNvCxnSpPr>
            <a:cxnSpLocks/>
          </p:cNvCxnSpPr>
          <p:nvPr/>
        </p:nvCxnSpPr>
        <p:spPr>
          <a:xfrm>
            <a:off x="3091663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5653F0-ED82-BF45-6C79-A3C8AA40F889}"/>
              </a:ext>
            </a:extLst>
          </p:cNvPr>
          <p:cNvCxnSpPr>
            <a:cxnSpLocks/>
          </p:cNvCxnSpPr>
          <p:nvPr/>
        </p:nvCxnSpPr>
        <p:spPr>
          <a:xfrm>
            <a:off x="3438535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F9265713-6AED-2879-9E59-C5BD7317A7B4}"/>
              </a:ext>
            </a:extLst>
          </p:cNvPr>
          <p:cNvCxnSpPr>
            <a:cxnSpLocks/>
          </p:cNvCxnSpPr>
          <p:nvPr/>
        </p:nvCxnSpPr>
        <p:spPr>
          <a:xfrm>
            <a:off x="3785407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CBFDA9F-050C-3C85-75A0-3E38F287A642}"/>
              </a:ext>
            </a:extLst>
          </p:cNvPr>
          <p:cNvCxnSpPr>
            <a:cxnSpLocks/>
          </p:cNvCxnSpPr>
          <p:nvPr/>
        </p:nvCxnSpPr>
        <p:spPr>
          <a:xfrm>
            <a:off x="4135451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7F0BEE8-FF3A-825D-D7FC-7C84A8640900}"/>
              </a:ext>
            </a:extLst>
          </p:cNvPr>
          <p:cNvCxnSpPr>
            <a:cxnSpLocks/>
          </p:cNvCxnSpPr>
          <p:nvPr/>
        </p:nvCxnSpPr>
        <p:spPr>
          <a:xfrm>
            <a:off x="4835539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D228A55-14B5-F7E6-4D13-2834BD2F126B}"/>
              </a:ext>
            </a:extLst>
          </p:cNvPr>
          <p:cNvCxnSpPr>
            <a:cxnSpLocks/>
          </p:cNvCxnSpPr>
          <p:nvPr/>
        </p:nvCxnSpPr>
        <p:spPr>
          <a:xfrm>
            <a:off x="4835539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85A1982-5837-4F2C-7831-6F28F6C8B4DF}"/>
              </a:ext>
            </a:extLst>
          </p:cNvPr>
          <p:cNvCxnSpPr>
            <a:cxnSpLocks/>
          </p:cNvCxnSpPr>
          <p:nvPr/>
        </p:nvCxnSpPr>
        <p:spPr>
          <a:xfrm>
            <a:off x="5185583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B5FD857-7C07-79C0-A9A2-D3DF13CF9567}"/>
              </a:ext>
            </a:extLst>
          </p:cNvPr>
          <p:cNvCxnSpPr>
            <a:cxnSpLocks/>
          </p:cNvCxnSpPr>
          <p:nvPr/>
        </p:nvCxnSpPr>
        <p:spPr>
          <a:xfrm>
            <a:off x="5535627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443EAEB-8A66-58E4-30FC-0D517A6EA216}"/>
              </a:ext>
            </a:extLst>
          </p:cNvPr>
          <p:cNvCxnSpPr>
            <a:cxnSpLocks/>
          </p:cNvCxnSpPr>
          <p:nvPr/>
        </p:nvCxnSpPr>
        <p:spPr>
          <a:xfrm>
            <a:off x="5885671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7DFF491-3413-7081-1AD5-A7C928228871}"/>
              </a:ext>
            </a:extLst>
          </p:cNvPr>
          <p:cNvCxnSpPr>
            <a:cxnSpLocks/>
          </p:cNvCxnSpPr>
          <p:nvPr/>
        </p:nvCxnSpPr>
        <p:spPr>
          <a:xfrm>
            <a:off x="6235715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7D72626-7EB2-1B20-FDE0-41A6605515F2}"/>
              </a:ext>
            </a:extLst>
          </p:cNvPr>
          <p:cNvCxnSpPr>
            <a:cxnSpLocks/>
          </p:cNvCxnSpPr>
          <p:nvPr/>
        </p:nvCxnSpPr>
        <p:spPr>
          <a:xfrm>
            <a:off x="11714956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9A05A42-D71E-264C-627B-6FA5364AB4E2}"/>
              </a:ext>
            </a:extLst>
          </p:cNvPr>
          <p:cNvCxnSpPr>
            <a:cxnSpLocks/>
          </p:cNvCxnSpPr>
          <p:nvPr/>
        </p:nvCxnSpPr>
        <p:spPr>
          <a:xfrm>
            <a:off x="11366499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BC73095-AC46-53ED-9389-2713FB21F58C}"/>
              </a:ext>
            </a:extLst>
          </p:cNvPr>
          <p:cNvCxnSpPr>
            <a:cxnSpLocks/>
          </p:cNvCxnSpPr>
          <p:nvPr/>
        </p:nvCxnSpPr>
        <p:spPr>
          <a:xfrm>
            <a:off x="11018042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531221EF-C85C-4A87-50A3-BD4627E61871}"/>
              </a:ext>
            </a:extLst>
          </p:cNvPr>
          <p:cNvCxnSpPr>
            <a:cxnSpLocks/>
          </p:cNvCxnSpPr>
          <p:nvPr/>
        </p:nvCxnSpPr>
        <p:spPr>
          <a:xfrm>
            <a:off x="9967910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EEBDE1E-A398-8135-136B-897D2F937F9E}"/>
              </a:ext>
            </a:extLst>
          </p:cNvPr>
          <p:cNvCxnSpPr>
            <a:cxnSpLocks/>
          </p:cNvCxnSpPr>
          <p:nvPr/>
        </p:nvCxnSpPr>
        <p:spPr>
          <a:xfrm>
            <a:off x="9617866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E38BA02C-1D82-CB66-F1AA-351D4D2CC514}"/>
              </a:ext>
            </a:extLst>
          </p:cNvPr>
          <p:cNvCxnSpPr>
            <a:cxnSpLocks/>
          </p:cNvCxnSpPr>
          <p:nvPr/>
        </p:nvCxnSpPr>
        <p:spPr>
          <a:xfrm>
            <a:off x="8908254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53FF0AB-9A6F-E80B-5342-569AEEB808CB}"/>
              </a:ext>
            </a:extLst>
          </p:cNvPr>
          <p:cNvCxnSpPr>
            <a:cxnSpLocks/>
          </p:cNvCxnSpPr>
          <p:nvPr/>
        </p:nvCxnSpPr>
        <p:spPr>
          <a:xfrm>
            <a:off x="8558207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FC07EDC-3BC7-7CEC-DAF7-6CC477EA8CD3}"/>
              </a:ext>
            </a:extLst>
          </p:cNvPr>
          <p:cNvCxnSpPr>
            <a:cxnSpLocks/>
          </p:cNvCxnSpPr>
          <p:nvPr/>
        </p:nvCxnSpPr>
        <p:spPr>
          <a:xfrm>
            <a:off x="8208163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C95BB51D-AF50-0E53-6218-0D0AFDB55392}"/>
              </a:ext>
            </a:extLst>
          </p:cNvPr>
          <p:cNvCxnSpPr>
            <a:cxnSpLocks/>
          </p:cNvCxnSpPr>
          <p:nvPr/>
        </p:nvCxnSpPr>
        <p:spPr>
          <a:xfrm>
            <a:off x="7858119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087B5D6-8A9C-6A4C-CC1F-9A24453FFC4B}"/>
              </a:ext>
            </a:extLst>
          </p:cNvPr>
          <p:cNvCxnSpPr>
            <a:cxnSpLocks/>
          </p:cNvCxnSpPr>
          <p:nvPr/>
        </p:nvCxnSpPr>
        <p:spPr>
          <a:xfrm>
            <a:off x="7510451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riángulo isósceles 78">
            <a:extLst>
              <a:ext uri="{FF2B5EF4-FFF2-40B4-BE49-F238E27FC236}">
                <a16:creationId xmlns:a16="http://schemas.microsoft.com/office/drawing/2014/main" id="{FE79212F-F7E8-A8D2-1774-682ADCAD798D}"/>
              </a:ext>
            </a:extLst>
          </p:cNvPr>
          <p:cNvSpPr/>
          <p:nvPr/>
        </p:nvSpPr>
        <p:spPr>
          <a:xfrm>
            <a:off x="6063867" y="310017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Triángulo isósceles 79">
            <a:extLst>
              <a:ext uri="{FF2B5EF4-FFF2-40B4-BE49-F238E27FC236}">
                <a16:creationId xmlns:a16="http://schemas.microsoft.com/office/drawing/2014/main" id="{C02AC833-501D-999B-0710-50EAE22395FA}"/>
              </a:ext>
            </a:extLst>
          </p:cNvPr>
          <p:cNvSpPr/>
          <p:nvPr/>
        </p:nvSpPr>
        <p:spPr>
          <a:xfrm>
            <a:off x="6874042" y="309746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Triángulo isósceles 80">
            <a:extLst>
              <a:ext uri="{FF2B5EF4-FFF2-40B4-BE49-F238E27FC236}">
                <a16:creationId xmlns:a16="http://schemas.microsoft.com/office/drawing/2014/main" id="{B5BD3BB0-91AF-CE2F-A404-974FA3ED3FFB}"/>
              </a:ext>
            </a:extLst>
          </p:cNvPr>
          <p:cNvSpPr/>
          <p:nvPr/>
        </p:nvSpPr>
        <p:spPr>
          <a:xfrm>
            <a:off x="4459707" y="311095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Triángulo isósceles 81">
            <a:extLst>
              <a:ext uri="{FF2B5EF4-FFF2-40B4-BE49-F238E27FC236}">
                <a16:creationId xmlns:a16="http://schemas.microsoft.com/office/drawing/2014/main" id="{083CF373-C866-349E-BD61-B08C104A84B6}"/>
              </a:ext>
            </a:extLst>
          </p:cNvPr>
          <p:cNvSpPr/>
          <p:nvPr/>
        </p:nvSpPr>
        <p:spPr>
          <a:xfrm>
            <a:off x="5272823" y="3101439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Triángulo isósceles 82">
            <a:extLst>
              <a:ext uri="{FF2B5EF4-FFF2-40B4-BE49-F238E27FC236}">
                <a16:creationId xmlns:a16="http://schemas.microsoft.com/office/drawing/2014/main" id="{C82DBA9A-7CC6-2D33-858A-35970662EC06}"/>
              </a:ext>
            </a:extLst>
          </p:cNvPr>
          <p:cNvSpPr/>
          <p:nvPr/>
        </p:nvSpPr>
        <p:spPr>
          <a:xfrm>
            <a:off x="7690215" y="309887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Triángulo isósceles 83">
            <a:extLst>
              <a:ext uri="{FF2B5EF4-FFF2-40B4-BE49-F238E27FC236}">
                <a16:creationId xmlns:a16="http://schemas.microsoft.com/office/drawing/2014/main" id="{2452D844-E8F7-2289-13A3-DE3D9557A553}"/>
              </a:ext>
            </a:extLst>
          </p:cNvPr>
          <p:cNvSpPr/>
          <p:nvPr/>
        </p:nvSpPr>
        <p:spPr>
          <a:xfrm>
            <a:off x="8500390" y="310017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Triángulo isósceles 84">
            <a:extLst>
              <a:ext uri="{FF2B5EF4-FFF2-40B4-BE49-F238E27FC236}">
                <a16:creationId xmlns:a16="http://schemas.microsoft.com/office/drawing/2014/main" id="{C0D2BC35-3618-E4BE-BFB7-43F57311EFD7}"/>
              </a:ext>
            </a:extLst>
          </p:cNvPr>
          <p:cNvSpPr/>
          <p:nvPr/>
        </p:nvSpPr>
        <p:spPr>
          <a:xfrm>
            <a:off x="2805949" y="311095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Triángulo isósceles 85">
            <a:extLst>
              <a:ext uri="{FF2B5EF4-FFF2-40B4-BE49-F238E27FC236}">
                <a16:creationId xmlns:a16="http://schemas.microsoft.com/office/drawing/2014/main" id="{2633D328-2D4A-4FC2-509A-2FCB2D5C2BFC}"/>
              </a:ext>
            </a:extLst>
          </p:cNvPr>
          <p:cNvSpPr/>
          <p:nvPr/>
        </p:nvSpPr>
        <p:spPr>
          <a:xfrm>
            <a:off x="3646508" y="311095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Triángulo isósceles 86">
            <a:extLst>
              <a:ext uri="{FF2B5EF4-FFF2-40B4-BE49-F238E27FC236}">
                <a16:creationId xmlns:a16="http://schemas.microsoft.com/office/drawing/2014/main" id="{EF44F50E-3BA2-3196-8AE9-9072C52F867F}"/>
              </a:ext>
            </a:extLst>
          </p:cNvPr>
          <p:cNvSpPr/>
          <p:nvPr/>
        </p:nvSpPr>
        <p:spPr>
          <a:xfrm>
            <a:off x="2014585" y="3125242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Triángulo isósceles 88">
            <a:extLst>
              <a:ext uri="{FF2B5EF4-FFF2-40B4-BE49-F238E27FC236}">
                <a16:creationId xmlns:a16="http://schemas.microsoft.com/office/drawing/2014/main" id="{0CE6FF35-B4F3-0FFB-EADE-0651F77D75C5}"/>
              </a:ext>
            </a:extLst>
          </p:cNvPr>
          <p:cNvSpPr/>
          <p:nvPr/>
        </p:nvSpPr>
        <p:spPr>
          <a:xfrm>
            <a:off x="9298456" y="3100166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Triángulo isósceles 89">
            <a:extLst>
              <a:ext uri="{FF2B5EF4-FFF2-40B4-BE49-F238E27FC236}">
                <a16:creationId xmlns:a16="http://schemas.microsoft.com/office/drawing/2014/main" id="{A378283B-F70C-5044-DF62-FFEA8BB8C005}"/>
              </a:ext>
            </a:extLst>
          </p:cNvPr>
          <p:cNvSpPr/>
          <p:nvPr/>
        </p:nvSpPr>
        <p:spPr>
          <a:xfrm flipV="1">
            <a:off x="6073382" y="33859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Triángulo isósceles 90">
            <a:extLst>
              <a:ext uri="{FF2B5EF4-FFF2-40B4-BE49-F238E27FC236}">
                <a16:creationId xmlns:a16="http://schemas.microsoft.com/office/drawing/2014/main" id="{3F4F7E9F-D8CB-5802-10BD-F8F4A6E9F418}"/>
              </a:ext>
            </a:extLst>
          </p:cNvPr>
          <p:cNvSpPr/>
          <p:nvPr/>
        </p:nvSpPr>
        <p:spPr>
          <a:xfrm flipV="1">
            <a:off x="6883557" y="338320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2" name="Triángulo isósceles 91">
            <a:extLst>
              <a:ext uri="{FF2B5EF4-FFF2-40B4-BE49-F238E27FC236}">
                <a16:creationId xmlns:a16="http://schemas.microsoft.com/office/drawing/2014/main" id="{5848F2D9-2DBF-BDE6-7616-DA4F2EC65480}"/>
              </a:ext>
            </a:extLst>
          </p:cNvPr>
          <p:cNvSpPr/>
          <p:nvPr/>
        </p:nvSpPr>
        <p:spPr>
          <a:xfrm flipV="1">
            <a:off x="4469222" y="3396701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Triángulo isósceles 92">
            <a:extLst>
              <a:ext uri="{FF2B5EF4-FFF2-40B4-BE49-F238E27FC236}">
                <a16:creationId xmlns:a16="http://schemas.microsoft.com/office/drawing/2014/main" id="{1E03482D-C26E-AF6D-220A-3D13C3D57669}"/>
              </a:ext>
            </a:extLst>
          </p:cNvPr>
          <p:cNvSpPr/>
          <p:nvPr/>
        </p:nvSpPr>
        <p:spPr>
          <a:xfrm flipV="1">
            <a:off x="5282338" y="3387186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Triángulo isósceles 93">
            <a:extLst>
              <a:ext uri="{FF2B5EF4-FFF2-40B4-BE49-F238E27FC236}">
                <a16:creationId xmlns:a16="http://schemas.microsoft.com/office/drawing/2014/main" id="{F4BDC2D0-F447-745D-5D53-FBCF2732BFDF}"/>
              </a:ext>
            </a:extLst>
          </p:cNvPr>
          <p:cNvSpPr/>
          <p:nvPr/>
        </p:nvSpPr>
        <p:spPr>
          <a:xfrm flipV="1">
            <a:off x="7684217" y="337921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E4818128-44AF-D642-A11D-BC16CE4BD855}"/>
              </a:ext>
            </a:extLst>
          </p:cNvPr>
          <p:cNvSpPr/>
          <p:nvPr/>
        </p:nvSpPr>
        <p:spPr>
          <a:xfrm flipV="1">
            <a:off x="8486758" y="33859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Triángulo isósceles 95">
            <a:extLst>
              <a:ext uri="{FF2B5EF4-FFF2-40B4-BE49-F238E27FC236}">
                <a16:creationId xmlns:a16="http://schemas.microsoft.com/office/drawing/2014/main" id="{68DF0D91-92F2-5C00-903E-C82230F10B57}"/>
              </a:ext>
            </a:extLst>
          </p:cNvPr>
          <p:cNvSpPr/>
          <p:nvPr/>
        </p:nvSpPr>
        <p:spPr>
          <a:xfrm flipV="1">
            <a:off x="2815464" y="3396701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7" name="Triángulo isósceles 96">
            <a:extLst>
              <a:ext uri="{FF2B5EF4-FFF2-40B4-BE49-F238E27FC236}">
                <a16:creationId xmlns:a16="http://schemas.microsoft.com/office/drawing/2014/main" id="{573C3DDB-006D-C1BE-E0C3-76AD3BF34F2C}"/>
              </a:ext>
            </a:extLst>
          </p:cNvPr>
          <p:cNvSpPr/>
          <p:nvPr/>
        </p:nvSpPr>
        <p:spPr>
          <a:xfrm flipV="1">
            <a:off x="3656023" y="3396701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Triángulo isósceles 97">
            <a:extLst>
              <a:ext uri="{FF2B5EF4-FFF2-40B4-BE49-F238E27FC236}">
                <a16:creationId xmlns:a16="http://schemas.microsoft.com/office/drawing/2014/main" id="{740888E9-0715-ACA5-10BC-E16679920FCA}"/>
              </a:ext>
            </a:extLst>
          </p:cNvPr>
          <p:cNvSpPr/>
          <p:nvPr/>
        </p:nvSpPr>
        <p:spPr>
          <a:xfrm flipV="1">
            <a:off x="2024100" y="341098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0E293044-A89D-9629-1FAB-433CAFCBD0A2}"/>
              </a:ext>
            </a:extLst>
          </p:cNvPr>
          <p:cNvSpPr/>
          <p:nvPr/>
        </p:nvSpPr>
        <p:spPr>
          <a:xfrm flipV="1">
            <a:off x="9310565" y="3385919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E8ED8AEE-A7B9-C91A-C985-F5944AC1A6F6}"/>
              </a:ext>
            </a:extLst>
          </p:cNvPr>
          <p:cNvSpPr/>
          <p:nvPr/>
        </p:nvSpPr>
        <p:spPr>
          <a:xfrm rot="5400000">
            <a:off x="1568903" y="3216510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2046D384-DC6B-07AC-3F1B-9DCEC513D509}"/>
              </a:ext>
            </a:extLst>
          </p:cNvPr>
          <p:cNvSpPr/>
          <p:nvPr/>
        </p:nvSpPr>
        <p:spPr>
          <a:xfrm rot="5400000">
            <a:off x="1964193" y="2931579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9E6AECD7-DF9D-22E4-5F58-7C15AE8AA96E}"/>
              </a:ext>
            </a:extLst>
          </p:cNvPr>
          <p:cNvSpPr/>
          <p:nvPr/>
        </p:nvSpPr>
        <p:spPr>
          <a:xfrm>
            <a:off x="4217823" y="445874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4F5F62C4-9683-4FC1-C072-1FB871C612C5}"/>
              </a:ext>
            </a:extLst>
          </p:cNvPr>
          <p:cNvSpPr/>
          <p:nvPr/>
        </p:nvSpPr>
        <p:spPr>
          <a:xfrm>
            <a:off x="4220997" y="488895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9" name="Rectángulo 168">
            <a:extLst>
              <a:ext uri="{FF2B5EF4-FFF2-40B4-BE49-F238E27FC236}">
                <a16:creationId xmlns:a16="http://schemas.microsoft.com/office/drawing/2014/main" id="{7259ACC5-8E19-40D4-0022-1C02746C6A0E}"/>
              </a:ext>
            </a:extLst>
          </p:cNvPr>
          <p:cNvSpPr/>
          <p:nvPr/>
        </p:nvSpPr>
        <p:spPr>
          <a:xfrm>
            <a:off x="4217823" y="510802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96AC2EC1-9601-0195-B823-AC8159A731DC}"/>
              </a:ext>
            </a:extLst>
          </p:cNvPr>
          <p:cNvSpPr/>
          <p:nvPr/>
        </p:nvSpPr>
        <p:spPr>
          <a:xfrm>
            <a:off x="4217823" y="531757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F12BB5F0-B6DE-0C27-B1E4-D7F20344F362}"/>
              </a:ext>
            </a:extLst>
          </p:cNvPr>
          <p:cNvSpPr/>
          <p:nvPr/>
        </p:nvSpPr>
        <p:spPr>
          <a:xfrm>
            <a:off x="6070215" y="488419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23B11757-AE67-2E6B-B09C-F5C2890BE5FB}"/>
              </a:ext>
            </a:extLst>
          </p:cNvPr>
          <p:cNvSpPr/>
          <p:nvPr/>
        </p:nvSpPr>
        <p:spPr>
          <a:xfrm>
            <a:off x="6067041" y="510326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5" name="Rectángulo 174">
            <a:extLst>
              <a:ext uri="{FF2B5EF4-FFF2-40B4-BE49-F238E27FC236}">
                <a16:creationId xmlns:a16="http://schemas.microsoft.com/office/drawing/2014/main" id="{FC1A7952-7D7F-6F0C-BC73-1B83F8149E82}"/>
              </a:ext>
            </a:extLst>
          </p:cNvPr>
          <p:cNvSpPr/>
          <p:nvPr/>
        </p:nvSpPr>
        <p:spPr>
          <a:xfrm>
            <a:off x="6067041" y="531281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6" name="Rectángulo 175">
            <a:extLst>
              <a:ext uri="{FF2B5EF4-FFF2-40B4-BE49-F238E27FC236}">
                <a16:creationId xmlns:a16="http://schemas.microsoft.com/office/drawing/2014/main" id="{5B68163D-0A5F-A181-4594-581217E73BD5}"/>
              </a:ext>
            </a:extLst>
          </p:cNvPr>
          <p:cNvSpPr/>
          <p:nvPr/>
        </p:nvSpPr>
        <p:spPr>
          <a:xfrm>
            <a:off x="7412829" y="445398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8" name="Rectángulo 177">
            <a:extLst>
              <a:ext uri="{FF2B5EF4-FFF2-40B4-BE49-F238E27FC236}">
                <a16:creationId xmlns:a16="http://schemas.microsoft.com/office/drawing/2014/main" id="{7C0803B0-ACF9-58B4-22C2-3B1A8B35BC6F}"/>
              </a:ext>
            </a:extLst>
          </p:cNvPr>
          <p:cNvSpPr/>
          <p:nvPr/>
        </p:nvSpPr>
        <p:spPr>
          <a:xfrm>
            <a:off x="7416003" y="488419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9" name="Rectángulo 178">
            <a:extLst>
              <a:ext uri="{FF2B5EF4-FFF2-40B4-BE49-F238E27FC236}">
                <a16:creationId xmlns:a16="http://schemas.microsoft.com/office/drawing/2014/main" id="{A0428BD9-C27C-4538-2784-827114242D4A}"/>
              </a:ext>
            </a:extLst>
          </p:cNvPr>
          <p:cNvSpPr/>
          <p:nvPr/>
        </p:nvSpPr>
        <p:spPr>
          <a:xfrm>
            <a:off x="7412829" y="510326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0" name="Rectángulo 179">
            <a:extLst>
              <a:ext uri="{FF2B5EF4-FFF2-40B4-BE49-F238E27FC236}">
                <a16:creationId xmlns:a16="http://schemas.microsoft.com/office/drawing/2014/main" id="{C3525403-9CB5-5C76-C3EF-2E84F75EADEE}"/>
              </a:ext>
            </a:extLst>
          </p:cNvPr>
          <p:cNvSpPr/>
          <p:nvPr/>
        </p:nvSpPr>
        <p:spPr>
          <a:xfrm>
            <a:off x="7412829" y="531281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3E3CF43A-8AE6-B46C-62CD-116E070ECD78}"/>
              </a:ext>
            </a:extLst>
          </p:cNvPr>
          <p:cNvSpPr/>
          <p:nvPr/>
        </p:nvSpPr>
        <p:spPr>
          <a:xfrm>
            <a:off x="9294017" y="445398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3" name="Rectángulo 182">
            <a:extLst>
              <a:ext uri="{FF2B5EF4-FFF2-40B4-BE49-F238E27FC236}">
                <a16:creationId xmlns:a16="http://schemas.microsoft.com/office/drawing/2014/main" id="{AF73937A-F206-0C7B-647E-146E4DB0D7D0}"/>
              </a:ext>
            </a:extLst>
          </p:cNvPr>
          <p:cNvSpPr/>
          <p:nvPr/>
        </p:nvSpPr>
        <p:spPr>
          <a:xfrm>
            <a:off x="9297191" y="488419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0B668F72-419E-7F00-B281-A5FC71D340B0}"/>
              </a:ext>
            </a:extLst>
          </p:cNvPr>
          <p:cNvSpPr/>
          <p:nvPr/>
        </p:nvSpPr>
        <p:spPr>
          <a:xfrm>
            <a:off x="9294017" y="510326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7482C4C5-1F32-2A51-9F04-D15CD1F3A141}"/>
              </a:ext>
            </a:extLst>
          </p:cNvPr>
          <p:cNvSpPr/>
          <p:nvPr/>
        </p:nvSpPr>
        <p:spPr>
          <a:xfrm>
            <a:off x="9294017" y="531281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57A85DF8-9179-8BE4-2723-88A8AB0FAE67}"/>
              </a:ext>
            </a:extLst>
          </p:cNvPr>
          <p:cNvSpPr/>
          <p:nvPr/>
        </p:nvSpPr>
        <p:spPr>
          <a:xfrm>
            <a:off x="10611637" y="444603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7" name="Rectángulo 186">
            <a:extLst>
              <a:ext uri="{FF2B5EF4-FFF2-40B4-BE49-F238E27FC236}">
                <a16:creationId xmlns:a16="http://schemas.microsoft.com/office/drawing/2014/main" id="{AD79D0BC-CFF8-FEB0-1C6B-C69BF5E10A3E}"/>
              </a:ext>
            </a:extLst>
          </p:cNvPr>
          <p:cNvSpPr/>
          <p:nvPr/>
        </p:nvSpPr>
        <p:spPr>
          <a:xfrm>
            <a:off x="10614811" y="466987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80E5A239-606B-E6E5-5536-7244D59BEC9B}"/>
              </a:ext>
            </a:extLst>
          </p:cNvPr>
          <p:cNvSpPr/>
          <p:nvPr/>
        </p:nvSpPr>
        <p:spPr>
          <a:xfrm>
            <a:off x="10614811" y="487624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9" name="Rectángulo 188">
            <a:extLst>
              <a:ext uri="{FF2B5EF4-FFF2-40B4-BE49-F238E27FC236}">
                <a16:creationId xmlns:a16="http://schemas.microsoft.com/office/drawing/2014/main" id="{E7AD25EE-A21C-A384-A3B4-64CBCC42FEBF}"/>
              </a:ext>
            </a:extLst>
          </p:cNvPr>
          <p:cNvSpPr/>
          <p:nvPr/>
        </p:nvSpPr>
        <p:spPr>
          <a:xfrm>
            <a:off x="10611637" y="509532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593FDFD8-3E3D-D589-219D-998D223C77CC}"/>
              </a:ext>
            </a:extLst>
          </p:cNvPr>
          <p:cNvSpPr/>
          <p:nvPr/>
        </p:nvSpPr>
        <p:spPr>
          <a:xfrm>
            <a:off x="10611637" y="530487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E7B44C0A-8339-9574-CEE4-156ACE8F1992}"/>
              </a:ext>
            </a:extLst>
          </p:cNvPr>
          <p:cNvSpPr/>
          <p:nvPr/>
        </p:nvSpPr>
        <p:spPr>
          <a:xfrm>
            <a:off x="-7132" y="5456013"/>
            <a:ext cx="12191995" cy="5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F568EEE8-26A0-E5FC-A802-2AC3E0D44E7E}"/>
              </a:ext>
            </a:extLst>
          </p:cNvPr>
          <p:cNvSpPr/>
          <p:nvPr/>
        </p:nvSpPr>
        <p:spPr>
          <a:xfrm>
            <a:off x="2836538" y="5454107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C2DD775-CFDB-EB1D-C4C5-180F357E8C42}"/>
              </a:ext>
            </a:extLst>
          </p:cNvPr>
          <p:cNvSpPr/>
          <p:nvPr/>
        </p:nvSpPr>
        <p:spPr>
          <a:xfrm>
            <a:off x="1238440" y="5454107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589B607B-9719-094C-A391-712605D6131B}"/>
              </a:ext>
            </a:extLst>
          </p:cNvPr>
          <p:cNvSpPr/>
          <p:nvPr/>
        </p:nvSpPr>
        <p:spPr>
          <a:xfrm>
            <a:off x="4450360" y="5458869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60E9B7F-0028-3BDF-891E-D7F4FC0EB502}"/>
              </a:ext>
            </a:extLst>
          </p:cNvPr>
          <p:cNvSpPr/>
          <p:nvPr/>
        </p:nvSpPr>
        <p:spPr>
          <a:xfrm>
            <a:off x="6050281" y="5454107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AC030189-D6FA-FF1C-0DBA-0CA8E9A652B1}"/>
              </a:ext>
            </a:extLst>
          </p:cNvPr>
          <p:cNvSpPr/>
          <p:nvPr/>
        </p:nvSpPr>
        <p:spPr>
          <a:xfrm>
            <a:off x="7651758" y="5458869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3C49EDA5-D856-2F68-E47D-6DF40B0AF158}"/>
              </a:ext>
            </a:extLst>
          </p:cNvPr>
          <p:cNvSpPr/>
          <p:nvPr/>
        </p:nvSpPr>
        <p:spPr>
          <a:xfrm>
            <a:off x="9254487" y="545410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58F61753-A069-CBA4-659F-3480C9D590A2}"/>
              </a:ext>
            </a:extLst>
          </p:cNvPr>
          <p:cNvSpPr/>
          <p:nvPr/>
        </p:nvSpPr>
        <p:spPr>
          <a:xfrm>
            <a:off x="10862784" y="545410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8E0162D9-0C23-6D47-DF02-D25FA7271600}"/>
              </a:ext>
            </a:extLst>
          </p:cNvPr>
          <p:cNvCxnSpPr>
            <a:cxnSpLocks/>
          </p:cNvCxnSpPr>
          <p:nvPr/>
        </p:nvCxnSpPr>
        <p:spPr>
          <a:xfrm>
            <a:off x="-6344" y="5525545"/>
            <a:ext cx="1219834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ángulo 218">
            <a:extLst>
              <a:ext uri="{FF2B5EF4-FFF2-40B4-BE49-F238E27FC236}">
                <a16:creationId xmlns:a16="http://schemas.microsoft.com/office/drawing/2014/main" id="{4598E6C8-5B3E-20F6-D4CF-00A0CC6D71B2}"/>
              </a:ext>
            </a:extLst>
          </p:cNvPr>
          <p:cNvSpPr/>
          <p:nvPr/>
        </p:nvSpPr>
        <p:spPr>
          <a:xfrm>
            <a:off x="1" y="4325394"/>
            <a:ext cx="12192000" cy="63491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0" name="Rectángulo 219">
            <a:extLst>
              <a:ext uri="{FF2B5EF4-FFF2-40B4-BE49-F238E27FC236}">
                <a16:creationId xmlns:a16="http://schemas.microsoft.com/office/drawing/2014/main" id="{D99B1FB1-C3DF-FA36-7E90-EBFE5D2DC736}"/>
              </a:ext>
            </a:extLst>
          </p:cNvPr>
          <p:cNvSpPr/>
          <p:nvPr/>
        </p:nvSpPr>
        <p:spPr>
          <a:xfrm>
            <a:off x="1" y="4544469"/>
            <a:ext cx="12191996" cy="65724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4F056164-5982-BF39-CA13-E1CDC62713AC}"/>
              </a:ext>
            </a:extLst>
          </p:cNvPr>
          <p:cNvSpPr/>
          <p:nvPr/>
        </p:nvSpPr>
        <p:spPr>
          <a:xfrm>
            <a:off x="0" y="4757190"/>
            <a:ext cx="12191995" cy="7779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F6687DE3-5C35-7F5D-C816-A106161719AF}"/>
              </a:ext>
            </a:extLst>
          </p:cNvPr>
          <p:cNvSpPr/>
          <p:nvPr/>
        </p:nvSpPr>
        <p:spPr>
          <a:xfrm>
            <a:off x="1" y="4976266"/>
            <a:ext cx="12191996" cy="6985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3" name="Rectángulo 222">
            <a:extLst>
              <a:ext uri="{FF2B5EF4-FFF2-40B4-BE49-F238E27FC236}">
                <a16:creationId xmlns:a16="http://schemas.microsoft.com/office/drawing/2014/main" id="{C8252C9B-EFA9-13C6-6C94-A95E6B840D20}"/>
              </a:ext>
            </a:extLst>
          </p:cNvPr>
          <p:cNvSpPr/>
          <p:nvPr/>
        </p:nvSpPr>
        <p:spPr>
          <a:xfrm>
            <a:off x="1" y="5192166"/>
            <a:ext cx="12191996" cy="58106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39" name="Grupo 538">
            <a:extLst>
              <a:ext uri="{FF2B5EF4-FFF2-40B4-BE49-F238E27FC236}">
                <a16:creationId xmlns:a16="http://schemas.microsoft.com/office/drawing/2014/main" id="{15E007E0-967C-11EA-3E6D-622B3D6E804A}"/>
              </a:ext>
            </a:extLst>
          </p:cNvPr>
          <p:cNvGrpSpPr/>
          <p:nvPr/>
        </p:nvGrpSpPr>
        <p:grpSpPr>
          <a:xfrm>
            <a:off x="1264499" y="4321426"/>
            <a:ext cx="1613003" cy="1064736"/>
            <a:chOff x="1264499" y="4972844"/>
            <a:chExt cx="1613003" cy="1064736"/>
          </a:xfrm>
        </p:grpSpPr>
        <p:sp>
          <p:nvSpPr>
            <p:cNvPr id="564" name="Rectángulo 563">
              <a:extLst>
                <a:ext uri="{FF2B5EF4-FFF2-40B4-BE49-F238E27FC236}">
                  <a16:creationId xmlns:a16="http://schemas.microsoft.com/office/drawing/2014/main" id="{D8E785D5-8A7A-0B1A-F181-18465171CF4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32" name="Rectángulo 531">
              <a:extLst>
                <a:ext uri="{FF2B5EF4-FFF2-40B4-BE49-F238E27FC236}">
                  <a16:creationId xmlns:a16="http://schemas.microsoft.com/office/drawing/2014/main" id="{F22787BC-75CF-94A9-D2A6-8E36EF4A086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3" name="Rectángulo 532">
              <a:extLst>
                <a:ext uri="{FF2B5EF4-FFF2-40B4-BE49-F238E27FC236}">
                  <a16:creationId xmlns:a16="http://schemas.microsoft.com/office/drawing/2014/main" id="{25921C25-B288-B2E1-F0D4-9D48AC10D31B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4" name="Rectángulo 533">
              <a:extLst>
                <a:ext uri="{FF2B5EF4-FFF2-40B4-BE49-F238E27FC236}">
                  <a16:creationId xmlns:a16="http://schemas.microsoft.com/office/drawing/2014/main" id="{7C001E5D-FE6B-F26C-C9C7-AE1AA2A718D2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5" name="Rectángulo 534">
              <a:extLst>
                <a:ext uri="{FF2B5EF4-FFF2-40B4-BE49-F238E27FC236}">
                  <a16:creationId xmlns:a16="http://schemas.microsoft.com/office/drawing/2014/main" id="{0D7FDBFC-9745-E0C7-CD30-5695805538E3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6" name="Rectángulo 535">
              <a:extLst>
                <a:ext uri="{FF2B5EF4-FFF2-40B4-BE49-F238E27FC236}">
                  <a16:creationId xmlns:a16="http://schemas.microsoft.com/office/drawing/2014/main" id="{0421ACCE-3E30-D644-FBDD-57382B42667C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1" name="Rectángulo 160">
            <a:extLst>
              <a:ext uri="{FF2B5EF4-FFF2-40B4-BE49-F238E27FC236}">
                <a16:creationId xmlns:a16="http://schemas.microsoft.com/office/drawing/2014/main" id="{B8ECC881-AD59-432E-E4CC-DFF336617636}"/>
              </a:ext>
            </a:extLst>
          </p:cNvPr>
          <p:cNvSpPr/>
          <p:nvPr/>
        </p:nvSpPr>
        <p:spPr>
          <a:xfrm>
            <a:off x="2873413" y="445398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16E51E14-2A79-977B-C23D-7C3D02872BFF}"/>
              </a:ext>
            </a:extLst>
          </p:cNvPr>
          <p:cNvSpPr/>
          <p:nvPr/>
        </p:nvSpPr>
        <p:spPr>
          <a:xfrm>
            <a:off x="2876587" y="467781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5CFBF2A0-B4CE-B9C9-FC62-314F0EF79545}"/>
              </a:ext>
            </a:extLst>
          </p:cNvPr>
          <p:cNvSpPr/>
          <p:nvPr/>
        </p:nvSpPr>
        <p:spPr>
          <a:xfrm>
            <a:off x="2876587" y="488419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38CBA398-7C5B-5837-F6E2-C016DE55F3EA}"/>
              </a:ext>
            </a:extLst>
          </p:cNvPr>
          <p:cNvSpPr/>
          <p:nvPr/>
        </p:nvSpPr>
        <p:spPr>
          <a:xfrm>
            <a:off x="2873413" y="510326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A9F27869-2656-8B07-BBE5-497144E505CB}"/>
              </a:ext>
            </a:extLst>
          </p:cNvPr>
          <p:cNvSpPr/>
          <p:nvPr/>
        </p:nvSpPr>
        <p:spPr>
          <a:xfrm>
            <a:off x="2873413" y="531281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9FB85ECC-B0AC-F2A5-D306-1835D2CD158A}"/>
              </a:ext>
            </a:extLst>
          </p:cNvPr>
          <p:cNvSpPr/>
          <p:nvPr/>
        </p:nvSpPr>
        <p:spPr>
          <a:xfrm>
            <a:off x="1008857" y="446350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DF3F1016-AE28-75B0-9CBF-3D6CF5C2EB74}"/>
              </a:ext>
            </a:extLst>
          </p:cNvPr>
          <p:cNvSpPr/>
          <p:nvPr/>
        </p:nvSpPr>
        <p:spPr>
          <a:xfrm>
            <a:off x="1012031" y="468734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52C6F3B6-F10F-52C3-58C3-C58F21699FCB}"/>
              </a:ext>
            </a:extLst>
          </p:cNvPr>
          <p:cNvSpPr/>
          <p:nvPr/>
        </p:nvSpPr>
        <p:spPr>
          <a:xfrm>
            <a:off x="1012031" y="489371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F885EE8B-5FEC-1009-8B61-6CB7B7BF1DB3}"/>
              </a:ext>
            </a:extLst>
          </p:cNvPr>
          <p:cNvSpPr/>
          <p:nvPr/>
        </p:nvSpPr>
        <p:spPr>
          <a:xfrm>
            <a:off x="1008857" y="511279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0" name="Rectángulo 159">
            <a:extLst>
              <a:ext uri="{FF2B5EF4-FFF2-40B4-BE49-F238E27FC236}">
                <a16:creationId xmlns:a16="http://schemas.microsoft.com/office/drawing/2014/main" id="{075680F8-022A-D084-AEC3-B084A08CA369}"/>
              </a:ext>
            </a:extLst>
          </p:cNvPr>
          <p:cNvSpPr/>
          <p:nvPr/>
        </p:nvSpPr>
        <p:spPr>
          <a:xfrm>
            <a:off x="1008857" y="532234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40" name="Grupo 539">
            <a:extLst>
              <a:ext uri="{FF2B5EF4-FFF2-40B4-BE49-F238E27FC236}">
                <a16:creationId xmlns:a16="http://schemas.microsoft.com/office/drawing/2014/main" id="{179289AF-156C-2A25-A981-31A80F9074FF}"/>
              </a:ext>
            </a:extLst>
          </p:cNvPr>
          <p:cNvGrpSpPr/>
          <p:nvPr/>
        </p:nvGrpSpPr>
        <p:grpSpPr>
          <a:xfrm>
            <a:off x="4468259" y="4321426"/>
            <a:ext cx="1613003" cy="1064736"/>
            <a:chOff x="1264499" y="4972844"/>
            <a:chExt cx="1613003" cy="1064736"/>
          </a:xfrm>
          <a:solidFill>
            <a:srgbClr val="156082"/>
          </a:solidFill>
        </p:grpSpPr>
        <p:sp>
          <p:nvSpPr>
            <p:cNvPr id="541" name="Rectángulo 540">
              <a:extLst>
                <a:ext uri="{FF2B5EF4-FFF2-40B4-BE49-F238E27FC236}">
                  <a16:creationId xmlns:a16="http://schemas.microsoft.com/office/drawing/2014/main" id="{F9DDFEBD-FC99-C1D4-DBE6-742A7707F83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grp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2" name="Rectángulo 541">
              <a:extLst>
                <a:ext uri="{FF2B5EF4-FFF2-40B4-BE49-F238E27FC236}">
                  <a16:creationId xmlns:a16="http://schemas.microsoft.com/office/drawing/2014/main" id="{A7F8119C-207A-440A-F220-AC2BAD298523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3" name="Rectángulo 542">
              <a:extLst>
                <a:ext uri="{FF2B5EF4-FFF2-40B4-BE49-F238E27FC236}">
                  <a16:creationId xmlns:a16="http://schemas.microsoft.com/office/drawing/2014/main" id="{2E8D970B-6230-7AF8-7B51-BE8D69447B35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4" name="Rectángulo 543">
              <a:extLst>
                <a:ext uri="{FF2B5EF4-FFF2-40B4-BE49-F238E27FC236}">
                  <a16:creationId xmlns:a16="http://schemas.microsoft.com/office/drawing/2014/main" id="{8D8F1D82-4F28-E024-9477-DE982D41FB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5" name="Rectángulo 544">
              <a:extLst>
                <a:ext uri="{FF2B5EF4-FFF2-40B4-BE49-F238E27FC236}">
                  <a16:creationId xmlns:a16="http://schemas.microsoft.com/office/drawing/2014/main" id="{9FBFF724-C55A-2C18-780E-45CE1C8831F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6" name="Rectángulo 545">
              <a:extLst>
                <a:ext uri="{FF2B5EF4-FFF2-40B4-BE49-F238E27FC236}">
                  <a16:creationId xmlns:a16="http://schemas.microsoft.com/office/drawing/2014/main" id="{C4B08860-B13E-B494-EBCA-80499A4CBE09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47" name="Grupo 546">
            <a:extLst>
              <a:ext uri="{FF2B5EF4-FFF2-40B4-BE49-F238E27FC236}">
                <a16:creationId xmlns:a16="http://schemas.microsoft.com/office/drawing/2014/main" id="{37D6CBBB-B856-6BAB-8A9A-FD9578F4C1E6}"/>
              </a:ext>
            </a:extLst>
          </p:cNvPr>
          <p:cNvGrpSpPr/>
          <p:nvPr/>
        </p:nvGrpSpPr>
        <p:grpSpPr>
          <a:xfrm>
            <a:off x="7675538" y="4321426"/>
            <a:ext cx="1613003" cy="1064736"/>
            <a:chOff x="1264499" y="4972844"/>
            <a:chExt cx="1613003" cy="1064736"/>
          </a:xfrm>
        </p:grpSpPr>
        <p:sp>
          <p:nvSpPr>
            <p:cNvPr id="548" name="Rectángulo 547">
              <a:extLst>
                <a:ext uri="{FF2B5EF4-FFF2-40B4-BE49-F238E27FC236}">
                  <a16:creationId xmlns:a16="http://schemas.microsoft.com/office/drawing/2014/main" id="{F17F1FC1-82CF-9D6D-6161-06B80C6F8B17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9" name="Rectángulo 548">
              <a:extLst>
                <a:ext uri="{FF2B5EF4-FFF2-40B4-BE49-F238E27FC236}">
                  <a16:creationId xmlns:a16="http://schemas.microsoft.com/office/drawing/2014/main" id="{931F5E7A-254D-1CCC-C5EE-F5679346BAA8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0" name="Rectángulo 549">
              <a:extLst>
                <a:ext uri="{FF2B5EF4-FFF2-40B4-BE49-F238E27FC236}">
                  <a16:creationId xmlns:a16="http://schemas.microsoft.com/office/drawing/2014/main" id="{EE69A0A1-BC56-BC1D-A813-AE7FCA2934FF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1" name="Rectángulo 550">
              <a:extLst>
                <a:ext uri="{FF2B5EF4-FFF2-40B4-BE49-F238E27FC236}">
                  <a16:creationId xmlns:a16="http://schemas.microsoft.com/office/drawing/2014/main" id="{309032F5-000E-3EA7-7169-FE96778461FB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2" name="Rectángulo 551">
              <a:extLst>
                <a:ext uri="{FF2B5EF4-FFF2-40B4-BE49-F238E27FC236}">
                  <a16:creationId xmlns:a16="http://schemas.microsoft.com/office/drawing/2014/main" id="{D5D9B752-235D-F7F1-E2FD-829E476515B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3" name="Rectángulo 552">
              <a:extLst>
                <a:ext uri="{FF2B5EF4-FFF2-40B4-BE49-F238E27FC236}">
                  <a16:creationId xmlns:a16="http://schemas.microsoft.com/office/drawing/2014/main" id="{E53C6091-275F-1967-F94B-82A2ADF8E450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54" name="Grupo 553">
            <a:extLst>
              <a:ext uri="{FF2B5EF4-FFF2-40B4-BE49-F238E27FC236}">
                <a16:creationId xmlns:a16="http://schemas.microsoft.com/office/drawing/2014/main" id="{33A9821C-2443-3790-E7B7-4E1001D0A897}"/>
              </a:ext>
            </a:extLst>
          </p:cNvPr>
          <p:cNvGrpSpPr/>
          <p:nvPr/>
        </p:nvGrpSpPr>
        <p:grpSpPr>
          <a:xfrm>
            <a:off x="10869796" y="4321426"/>
            <a:ext cx="1329343" cy="1064736"/>
            <a:chOff x="1264499" y="4972844"/>
            <a:chExt cx="1613003" cy="1064736"/>
          </a:xfrm>
        </p:grpSpPr>
        <p:sp>
          <p:nvSpPr>
            <p:cNvPr id="555" name="Rectángulo 554">
              <a:extLst>
                <a:ext uri="{FF2B5EF4-FFF2-40B4-BE49-F238E27FC236}">
                  <a16:creationId xmlns:a16="http://schemas.microsoft.com/office/drawing/2014/main" id="{077A5146-E931-43EA-0899-C8EE45D54A51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56" name="Rectángulo 555">
              <a:extLst>
                <a:ext uri="{FF2B5EF4-FFF2-40B4-BE49-F238E27FC236}">
                  <a16:creationId xmlns:a16="http://schemas.microsoft.com/office/drawing/2014/main" id="{22513F5A-F7CC-A140-2C0D-8989AC6ABF4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7" name="Rectángulo 556">
              <a:extLst>
                <a:ext uri="{FF2B5EF4-FFF2-40B4-BE49-F238E27FC236}">
                  <a16:creationId xmlns:a16="http://schemas.microsoft.com/office/drawing/2014/main" id="{EA1541CE-3BC4-D0E8-AD10-18191994F51D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8" name="Rectángulo 557">
              <a:extLst>
                <a:ext uri="{FF2B5EF4-FFF2-40B4-BE49-F238E27FC236}">
                  <a16:creationId xmlns:a16="http://schemas.microsoft.com/office/drawing/2014/main" id="{E8C8E2CD-FB61-0DEE-4856-BB41A8CB68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9" name="Rectángulo 558">
              <a:extLst>
                <a:ext uri="{FF2B5EF4-FFF2-40B4-BE49-F238E27FC236}">
                  <a16:creationId xmlns:a16="http://schemas.microsoft.com/office/drawing/2014/main" id="{C2B7DA66-F86A-02FB-9D0D-F2FFC046CC27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0" name="Rectángulo 559">
              <a:extLst>
                <a:ext uri="{FF2B5EF4-FFF2-40B4-BE49-F238E27FC236}">
                  <a16:creationId xmlns:a16="http://schemas.microsoft.com/office/drawing/2014/main" id="{F92D0B3D-3221-8B53-45D2-E6D9E62F34C8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01558F2D-19DB-369F-3975-FBC3204DC257}"/>
              </a:ext>
            </a:extLst>
          </p:cNvPr>
          <p:cNvSpPr/>
          <p:nvPr/>
        </p:nvSpPr>
        <p:spPr>
          <a:xfrm>
            <a:off x="6067041" y="445398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B561784E-3C41-8072-BC6D-7AE8B946AC94}"/>
              </a:ext>
            </a:extLst>
          </p:cNvPr>
          <p:cNvSpPr/>
          <p:nvPr/>
        </p:nvSpPr>
        <p:spPr>
          <a:xfrm>
            <a:off x="4220997" y="468258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1" name="Triángulo isósceles 560">
            <a:extLst>
              <a:ext uri="{FF2B5EF4-FFF2-40B4-BE49-F238E27FC236}">
                <a16:creationId xmlns:a16="http://schemas.microsoft.com/office/drawing/2014/main" id="{67E7BD0C-4E13-4288-5333-FCC0201BDDA5}"/>
              </a:ext>
            </a:extLst>
          </p:cNvPr>
          <p:cNvSpPr/>
          <p:nvPr/>
        </p:nvSpPr>
        <p:spPr>
          <a:xfrm rot="16200000">
            <a:off x="1572712" y="2962669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2" name="Triángulo isósceles 561">
            <a:extLst>
              <a:ext uri="{FF2B5EF4-FFF2-40B4-BE49-F238E27FC236}">
                <a16:creationId xmlns:a16="http://schemas.microsoft.com/office/drawing/2014/main" id="{B0918BDE-3561-9B92-9630-EC29D5AFFA7E}"/>
              </a:ext>
            </a:extLst>
          </p:cNvPr>
          <p:cNvSpPr/>
          <p:nvPr/>
        </p:nvSpPr>
        <p:spPr>
          <a:xfrm rot="5400000">
            <a:off x="2783017" y="292747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Triángulo isósceles 137">
            <a:extLst>
              <a:ext uri="{FF2B5EF4-FFF2-40B4-BE49-F238E27FC236}">
                <a16:creationId xmlns:a16="http://schemas.microsoft.com/office/drawing/2014/main" id="{79216BD8-B0B7-8013-28E4-251A35A2F02D}"/>
              </a:ext>
            </a:extLst>
          </p:cNvPr>
          <p:cNvSpPr/>
          <p:nvPr/>
        </p:nvSpPr>
        <p:spPr>
          <a:xfrm rot="16200000">
            <a:off x="2370976" y="293173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1" name="Triángulo isósceles 140">
            <a:extLst>
              <a:ext uri="{FF2B5EF4-FFF2-40B4-BE49-F238E27FC236}">
                <a16:creationId xmlns:a16="http://schemas.microsoft.com/office/drawing/2014/main" id="{4546BC66-6482-9DCA-3ABF-D6B86EBD9C95}"/>
              </a:ext>
            </a:extLst>
          </p:cNvPr>
          <p:cNvSpPr/>
          <p:nvPr/>
        </p:nvSpPr>
        <p:spPr>
          <a:xfrm rot="5400000">
            <a:off x="3604174" y="2922712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3" name="Triángulo isósceles 142">
            <a:extLst>
              <a:ext uri="{FF2B5EF4-FFF2-40B4-BE49-F238E27FC236}">
                <a16:creationId xmlns:a16="http://schemas.microsoft.com/office/drawing/2014/main" id="{2B01DC62-7293-8835-7504-AAD957A6B791}"/>
              </a:ext>
            </a:extLst>
          </p:cNvPr>
          <p:cNvSpPr/>
          <p:nvPr/>
        </p:nvSpPr>
        <p:spPr>
          <a:xfrm rot="16200000">
            <a:off x="3192133" y="2926966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Triángulo isósceles 143">
            <a:extLst>
              <a:ext uri="{FF2B5EF4-FFF2-40B4-BE49-F238E27FC236}">
                <a16:creationId xmlns:a16="http://schemas.microsoft.com/office/drawing/2014/main" id="{6A35BE14-7B18-D6C6-B5B4-0D5800D308E5}"/>
              </a:ext>
            </a:extLst>
          </p:cNvPr>
          <p:cNvSpPr/>
          <p:nvPr/>
        </p:nvSpPr>
        <p:spPr>
          <a:xfrm rot="5400000">
            <a:off x="4421479" y="291001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6" name="Triángulo isósceles 145">
            <a:extLst>
              <a:ext uri="{FF2B5EF4-FFF2-40B4-BE49-F238E27FC236}">
                <a16:creationId xmlns:a16="http://schemas.microsoft.com/office/drawing/2014/main" id="{CEBB8210-2541-5BCC-24FE-CB4D6AB0380B}"/>
              </a:ext>
            </a:extLst>
          </p:cNvPr>
          <p:cNvSpPr/>
          <p:nvPr/>
        </p:nvSpPr>
        <p:spPr>
          <a:xfrm rot="16200000">
            <a:off x="4009438" y="291427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7" name="Triángulo isósceles 146">
            <a:extLst>
              <a:ext uri="{FF2B5EF4-FFF2-40B4-BE49-F238E27FC236}">
                <a16:creationId xmlns:a16="http://schemas.microsoft.com/office/drawing/2014/main" id="{43134016-5B86-51D5-147C-41A6976A7F2E}"/>
              </a:ext>
            </a:extLst>
          </p:cNvPr>
          <p:cNvSpPr/>
          <p:nvPr/>
        </p:nvSpPr>
        <p:spPr>
          <a:xfrm rot="5400000">
            <a:off x="5232500" y="290365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8" name="Triángulo isósceles 147">
            <a:extLst>
              <a:ext uri="{FF2B5EF4-FFF2-40B4-BE49-F238E27FC236}">
                <a16:creationId xmlns:a16="http://schemas.microsoft.com/office/drawing/2014/main" id="{15C83427-CBCB-E307-A51C-A79C14B06BE0}"/>
              </a:ext>
            </a:extLst>
          </p:cNvPr>
          <p:cNvSpPr/>
          <p:nvPr/>
        </p:nvSpPr>
        <p:spPr>
          <a:xfrm rot="16200000">
            <a:off x="4820459" y="290791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0" name="Triángulo isósceles 149">
            <a:extLst>
              <a:ext uri="{FF2B5EF4-FFF2-40B4-BE49-F238E27FC236}">
                <a16:creationId xmlns:a16="http://schemas.microsoft.com/office/drawing/2014/main" id="{1C5104D3-7B6F-C0A6-10ED-302366E13109}"/>
              </a:ext>
            </a:extLst>
          </p:cNvPr>
          <p:cNvSpPr/>
          <p:nvPr/>
        </p:nvSpPr>
        <p:spPr>
          <a:xfrm rot="5400000">
            <a:off x="6031358" y="289745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Triángulo isósceles 151">
            <a:extLst>
              <a:ext uri="{FF2B5EF4-FFF2-40B4-BE49-F238E27FC236}">
                <a16:creationId xmlns:a16="http://schemas.microsoft.com/office/drawing/2014/main" id="{C2B43F9B-0BE0-F146-5A48-097AB31277E7}"/>
              </a:ext>
            </a:extLst>
          </p:cNvPr>
          <p:cNvSpPr/>
          <p:nvPr/>
        </p:nvSpPr>
        <p:spPr>
          <a:xfrm rot="16200000">
            <a:off x="5619317" y="290171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6" name="Triángulo isósceles 585">
            <a:extLst>
              <a:ext uri="{FF2B5EF4-FFF2-40B4-BE49-F238E27FC236}">
                <a16:creationId xmlns:a16="http://schemas.microsoft.com/office/drawing/2014/main" id="{DCBE3AB9-B368-43FC-2352-CB760DC79C20}"/>
              </a:ext>
            </a:extLst>
          </p:cNvPr>
          <p:cNvSpPr/>
          <p:nvPr/>
        </p:nvSpPr>
        <p:spPr>
          <a:xfrm rot="5400000">
            <a:off x="6839783" y="289716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7" name="Triángulo isósceles 586">
            <a:extLst>
              <a:ext uri="{FF2B5EF4-FFF2-40B4-BE49-F238E27FC236}">
                <a16:creationId xmlns:a16="http://schemas.microsoft.com/office/drawing/2014/main" id="{3C8810BE-B27E-628A-3F03-2F5E614E179E}"/>
              </a:ext>
            </a:extLst>
          </p:cNvPr>
          <p:cNvSpPr/>
          <p:nvPr/>
        </p:nvSpPr>
        <p:spPr>
          <a:xfrm rot="16200000">
            <a:off x="6427742" y="290142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8" name="Triángulo isósceles 587">
            <a:extLst>
              <a:ext uri="{FF2B5EF4-FFF2-40B4-BE49-F238E27FC236}">
                <a16:creationId xmlns:a16="http://schemas.microsoft.com/office/drawing/2014/main" id="{AF92FC76-667D-8DEA-8953-E75855AACF6D}"/>
              </a:ext>
            </a:extLst>
          </p:cNvPr>
          <p:cNvSpPr/>
          <p:nvPr/>
        </p:nvSpPr>
        <p:spPr>
          <a:xfrm rot="5400000">
            <a:off x="7652733" y="2900280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9" name="Triángulo isósceles 588">
            <a:extLst>
              <a:ext uri="{FF2B5EF4-FFF2-40B4-BE49-F238E27FC236}">
                <a16:creationId xmlns:a16="http://schemas.microsoft.com/office/drawing/2014/main" id="{54116327-39D6-D279-5B02-5187AF6FD1FB}"/>
              </a:ext>
            </a:extLst>
          </p:cNvPr>
          <p:cNvSpPr/>
          <p:nvPr/>
        </p:nvSpPr>
        <p:spPr>
          <a:xfrm rot="16200000">
            <a:off x="7240692" y="2904534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0" name="Triángulo isósceles 589">
            <a:extLst>
              <a:ext uri="{FF2B5EF4-FFF2-40B4-BE49-F238E27FC236}">
                <a16:creationId xmlns:a16="http://schemas.microsoft.com/office/drawing/2014/main" id="{C86634DF-69BD-F3DA-CF37-DF48EB7CFFE7}"/>
              </a:ext>
            </a:extLst>
          </p:cNvPr>
          <p:cNvSpPr/>
          <p:nvPr/>
        </p:nvSpPr>
        <p:spPr>
          <a:xfrm rot="5400000">
            <a:off x="8466337" y="290152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1" name="Triángulo isósceles 590">
            <a:extLst>
              <a:ext uri="{FF2B5EF4-FFF2-40B4-BE49-F238E27FC236}">
                <a16:creationId xmlns:a16="http://schemas.microsoft.com/office/drawing/2014/main" id="{5FDFE43E-1C20-5838-FE01-83B0AE14661F}"/>
              </a:ext>
            </a:extLst>
          </p:cNvPr>
          <p:cNvSpPr/>
          <p:nvPr/>
        </p:nvSpPr>
        <p:spPr>
          <a:xfrm rot="16200000">
            <a:off x="8054296" y="290577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2" name="Triángulo isósceles 591">
            <a:extLst>
              <a:ext uri="{FF2B5EF4-FFF2-40B4-BE49-F238E27FC236}">
                <a16:creationId xmlns:a16="http://schemas.microsoft.com/office/drawing/2014/main" id="{AA4AF7A4-FFB7-952E-D9A3-0E860C0F4AB9}"/>
              </a:ext>
            </a:extLst>
          </p:cNvPr>
          <p:cNvSpPr/>
          <p:nvPr/>
        </p:nvSpPr>
        <p:spPr>
          <a:xfrm rot="5400000">
            <a:off x="9270184" y="2906298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3" name="Triángulo isósceles 592">
            <a:extLst>
              <a:ext uri="{FF2B5EF4-FFF2-40B4-BE49-F238E27FC236}">
                <a16:creationId xmlns:a16="http://schemas.microsoft.com/office/drawing/2014/main" id="{B64BE90A-D7B5-86B8-E4DC-08969DD2D45D}"/>
              </a:ext>
            </a:extLst>
          </p:cNvPr>
          <p:cNvSpPr/>
          <p:nvPr/>
        </p:nvSpPr>
        <p:spPr>
          <a:xfrm rot="16200000">
            <a:off x="8858143" y="2910552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4" name="Triángulo isósceles 593">
            <a:extLst>
              <a:ext uri="{FF2B5EF4-FFF2-40B4-BE49-F238E27FC236}">
                <a16:creationId xmlns:a16="http://schemas.microsoft.com/office/drawing/2014/main" id="{3E1CC112-DA30-409A-E917-5C8DC1176439}"/>
              </a:ext>
            </a:extLst>
          </p:cNvPr>
          <p:cNvSpPr/>
          <p:nvPr/>
        </p:nvSpPr>
        <p:spPr>
          <a:xfrm rot="16200000">
            <a:off x="10053306" y="3202223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5" name="Triángulo isósceles 594">
            <a:extLst>
              <a:ext uri="{FF2B5EF4-FFF2-40B4-BE49-F238E27FC236}">
                <a16:creationId xmlns:a16="http://schemas.microsoft.com/office/drawing/2014/main" id="{58ED00DA-A767-A6C2-70DD-9AB9D8A704AD}"/>
              </a:ext>
            </a:extLst>
          </p:cNvPr>
          <p:cNvSpPr/>
          <p:nvPr/>
        </p:nvSpPr>
        <p:spPr>
          <a:xfrm rot="16200000">
            <a:off x="9672001" y="2905384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6" name="Triángulo isósceles 595">
            <a:extLst>
              <a:ext uri="{FF2B5EF4-FFF2-40B4-BE49-F238E27FC236}">
                <a16:creationId xmlns:a16="http://schemas.microsoft.com/office/drawing/2014/main" id="{67209EE7-04BB-661A-534B-EE9BCCB5648D}"/>
              </a:ext>
            </a:extLst>
          </p:cNvPr>
          <p:cNvSpPr/>
          <p:nvPr/>
        </p:nvSpPr>
        <p:spPr>
          <a:xfrm rot="5400000">
            <a:off x="10063482" y="2936475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8" name="Rectángulo 597">
            <a:extLst>
              <a:ext uri="{FF2B5EF4-FFF2-40B4-BE49-F238E27FC236}">
                <a16:creationId xmlns:a16="http://schemas.microsoft.com/office/drawing/2014/main" id="{C9C2243F-E010-AF25-BBFF-A2A739BC51E0}"/>
              </a:ext>
            </a:extLst>
          </p:cNvPr>
          <p:cNvSpPr/>
          <p:nvPr/>
        </p:nvSpPr>
        <p:spPr>
          <a:xfrm>
            <a:off x="86925" y="4501243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9" name="Rectángulo: esquinas redondeadas 598">
            <a:extLst>
              <a:ext uri="{FF2B5EF4-FFF2-40B4-BE49-F238E27FC236}">
                <a16:creationId xmlns:a16="http://schemas.microsoft.com/office/drawing/2014/main" id="{43054E25-A31E-6D48-97C5-9CA11A72B096}"/>
              </a:ext>
            </a:extLst>
          </p:cNvPr>
          <p:cNvSpPr/>
          <p:nvPr/>
        </p:nvSpPr>
        <p:spPr>
          <a:xfrm>
            <a:off x="113684" y="4634695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0" name="Rectángulo 599">
            <a:extLst>
              <a:ext uri="{FF2B5EF4-FFF2-40B4-BE49-F238E27FC236}">
                <a16:creationId xmlns:a16="http://schemas.microsoft.com/office/drawing/2014/main" id="{6D660615-EF38-F150-F45B-549210F0F325}"/>
              </a:ext>
            </a:extLst>
          </p:cNvPr>
          <p:cNvSpPr/>
          <p:nvPr/>
        </p:nvSpPr>
        <p:spPr>
          <a:xfrm>
            <a:off x="113638" y="468681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1" name="Rectángulo: esquinas redondeadas 600">
            <a:extLst>
              <a:ext uri="{FF2B5EF4-FFF2-40B4-BE49-F238E27FC236}">
                <a16:creationId xmlns:a16="http://schemas.microsoft.com/office/drawing/2014/main" id="{1881D617-5E3D-88E2-8DCC-B6581426DA81}"/>
              </a:ext>
            </a:extLst>
          </p:cNvPr>
          <p:cNvSpPr/>
          <p:nvPr/>
        </p:nvSpPr>
        <p:spPr>
          <a:xfrm>
            <a:off x="146976" y="4641974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2" name="Elipse 601">
            <a:extLst>
              <a:ext uri="{FF2B5EF4-FFF2-40B4-BE49-F238E27FC236}">
                <a16:creationId xmlns:a16="http://schemas.microsoft.com/office/drawing/2014/main" id="{7DC15390-1C74-F5B4-B5D4-7778CF3E0E95}"/>
              </a:ext>
            </a:extLst>
          </p:cNvPr>
          <p:cNvSpPr/>
          <p:nvPr/>
        </p:nvSpPr>
        <p:spPr>
          <a:xfrm>
            <a:off x="94644" y="445675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3" name="Elipse 602">
            <a:extLst>
              <a:ext uri="{FF2B5EF4-FFF2-40B4-BE49-F238E27FC236}">
                <a16:creationId xmlns:a16="http://schemas.microsoft.com/office/drawing/2014/main" id="{97701F28-E155-DBB0-8F16-89101657EC9A}"/>
              </a:ext>
            </a:extLst>
          </p:cNvPr>
          <p:cNvSpPr/>
          <p:nvPr/>
        </p:nvSpPr>
        <p:spPr>
          <a:xfrm rot="872776">
            <a:off x="161438" y="4435225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4" name="Conector recto 603">
            <a:extLst>
              <a:ext uri="{FF2B5EF4-FFF2-40B4-BE49-F238E27FC236}">
                <a16:creationId xmlns:a16="http://schemas.microsoft.com/office/drawing/2014/main" id="{4CFB5AB2-6A47-9FDB-61C1-86A1208303EF}"/>
              </a:ext>
            </a:extLst>
          </p:cNvPr>
          <p:cNvCxnSpPr>
            <a:cxnSpLocks/>
          </p:cNvCxnSpPr>
          <p:nvPr/>
        </p:nvCxnSpPr>
        <p:spPr>
          <a:xfrm>
            <a:off x="149406" y="45418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onector recto 604">
            <a:extLst>
              <a:ext uri="{FF2B5EF4-FFF2-40B4-BE49-F238E27FC236}">
                <a16:creationId xmlns:a16="http://schemas.microsoft.com/office/drawing/2014/main" id="{F9643900-903A-644B-8217-EB58D141B509}"/>
              </a:ext>
            </a:extLst>
          </p:cNvPr>
          <p:cNvCxnSpPr>
            <a:cxnSpLocks/>
          </p:cNvCxnSpPr>
          <p:nvPr/>
        </p:nvCxnSpPr>
        <p:spPr>
          <a:xfrm flipV="1">
            <a:off x="198644" y="45418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Elipse 605">
            <a:extLst>
              <a:ext uri="{FF2B5EF4-FFF2-40B4-BE49-F238E27FC236}">
                <a16:creationId xmlns:a16="http://schemas.microsoft.com/office/drawing/2014/main" id="{74B05D17-370E-2184-D094-B746BF3B993A}"/>
              </a:ext>
            </a:extLst>
          </p:cNvPr>
          <p:cNvSpPr/>
          <p:nvPr/>
        </p:nvSpPr>
        <p:spPr>
          <a:xfrm rot="19333876">
            <a:off x="80979" y="4448486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7" name="Conector recto 606">
            <a:extLst>
              <a:ext uri="{FF2B5EF4-FFF2-40B4-BE49-F238E27FC236}">
                <a16:creationId xmlns:a16="http://schemas.microsoft.com/office/drawing/2014/main" id="{DBB719EA-7C3F-CF45-EAC1-AAE981A43682}"/>
              </a:ext>
            </a:extLst>
          </p:cNvPr>
          <p:cNvCxnSpPr>
            <a:cxnSpLocks/>
          </p:cNvCxnSpPr>
          <p:nvPr/>
        </p:nvCxnSpPr>
        <p:spPr>
          <a:xfrm>
            <a:off x="169053" y="46267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Rectángulo: esquinas redondeadas 607">
            <a:extLst>
              <a:ext uri="{FF2B5EF4-FFF2-40B4-BE49-F238E27FC236}">
                <a16:creationId xmlns:a16="http://schemas.microsoft.com/office/drawing/2014/main" id="{67107234-2DF3-463B-8D0C-A45344C6BCCB}"/>
              </a:ext>
            </a:extLst>
          </p:cNvPr>
          <p:cNvSpPr/>
          <p:nvPr/>
        </p:nvSpPr>
        <p:spPr>
          <a:xfrm>
            <a:off x="4572078" y="462901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9" name="Rectángulo 608">
            <a:extLst>
              <a:ext uri="{FF2B5EF4-FFF2-40B4-BE49-F238E27FC236}">
                <a16:creationId xmlns:a16="http://schemas.microsoft.com/office/drawing/2014/main" id="{B4F9FA26-6D30-4854-EF86-3CB428703383}"/>
              </a:ext>
            </a:extLst>
          </p:cNvPr>
          <p:cNvSpPr/>
          <p:nvPr/>
        </p:nvSpPr>
        <p:spPr>
          <a:xfrm>
            <a:off x="4572032" y="46811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0" name="Rectángulo: esquinas redondeadas 609">
            <a:extLst>
              <a:ext uri="{FF2B5EF4-FFF2-40B4-BE49-F238E27FC236}">
                <a16:creationId xmlns:a16="http://schemas.microsoft.com/office/drawing/2014/main" id="{445B3312-D5E0-22F3-9257-F2A0562304D8}"/>
              </a:ext>
            </a:extLst>
          </p:cNvPr>
          <p:cNvSpPr/>
          <p:nvPr/>
        </p:nvSpPr>
        <p:spPr>
          <a:xfrm>
            <a:off x="4605370" y="463629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1" name="Elipse 610">
            <a:extLst>
              <a:ext uri="{FF2B5EF4-FFF2-40B4-BE49-F238E27FC236}">
                <a16:creationId xmlns:a16="http://schemas.microsoft.com/office/drawing/2014/main" id="{74EE5A30-5545-1552-EBFA-D00B4DDF7FCA}"/>
              </a:ext>
            </a:extLst>
          </p:cNvPr>
          <p:cNvSpPr/>
          <p:nvPr/>
        </p:nvSpPr>
        <p:spPr>
          <a:xfrm>
            <a:off x="4553038" y="44510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2" name="Elipse 611">
            <a:extLst>
              <a:ext uri="{FF2B5EF4-FFF2-40B4-BE49-F238E27FC236}">
                <a16:creationId xmlns:a16="http://schemas.microsoft.com/office/drawing/2014/main" id="{A501C43C-8B52-0346-A459-B417B1329E89}"/>
              </a:ext>
            </a:extLst>
          </p:cNvPr>
          <p:cNvSpPr/>
          <p:nvPr/>
        </p:nvSpPr>
        <p:spPr>
          <a:xfrm rot="872776">
            <a:off x="4619832" y="44295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3" name="Conector recto 612">
            <a:extLst>
              <a:ext uri="{FF2B5EF4-FFF2-40B4-BE49-F238E27FC236}">
                <a16:creationId xmlns:a16="http://schemas.microsoft.com/office/drawing/2014/main" id="{E30D55DE-A332-D114-EEF5-ABA4C01D1435}"/>
              </a:ext>
            </a:extLst>
          </p:cNvPr>
          <p:cNvCxnSpPr>
            <a:cxnSpLocks/>
          </p:cNvCxnSpPr>
          <p:nvPr/>
        </p:nvCxnSpPr>
        <p:spPr>
          <a:xfrm>
            <a:off x="4607800" y="4536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ector recto 613">
            <a:extLst>
              <a:ext uri="{FF2B5EF4-FFF2-40B4-BE49-F238E27FC236}">
                <a16:creationId xmlns:a16="http://schemas.microsoft.com/office/drawing/2014/main" id="{89BAE985-07EB-DC9C-8F27-56C92C044BC4}"/>
              </a:ext>
            </a:extLst>
          </p:cNvPr>
          <p:cNvCxnSpPr>
            <a:cxnSpLocks/>
          </p:cNvCxnSpPr>
          <p:nvPr/>
        </p:nvCxnSpPr>
        <p:spPr>
          <a:xfrm flipV="1">
            <a:off x="4657038" y="4536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" name="Elipse 614">
            <a:extLst>
              <a:ext uri="{FF2B5EF4-FFF2-40B4-BE49-F238E27FC236}">
                <a16:creationId xmlns:a16="http://schemas.microsoft.com/office/drawing/2014/main" id="{36305FFB-D16C-5EF2-3480-1E43C8F1DAA9}"/>
              </a:ext>
            </a:extLst>
          </p:cNvPr>
          <p:cNvSpPr/>
          <p:nvPr/>
        </p:nvSpPr>
        <p:spPr>
          <a:xfrm rot="19333876">
            <a:off x="4539373" y="44428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6" name="Conector recto 615">
            <a:extLst>
              <a:ext uri="{FF2B5EF4-FFF2-40B4-BE49-F238E27FC236}">
                <a16:creationId xmlns:a16="http://schemas.microsoft.com/office/drawing/2014/main" id="{4C122E0F-C88C-D3C7-A1A4-E5F2084243F2}"/>
              </a:ext>
            </a:extLst>
          </p:cNvPr>
          <p:cNvCxnSpPr>
            <a:cxnSpLocks/>
          </p:cNvCxnSpPr>
          <p:nvPr/>
        </p:nvCxnSpPr>
        <p:spPr>
          <a:xfrm>
            <a:off x="4627447" y="4621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Rectángulo: esquinas redondeadas 616">
            <a:extLst>
              <a:ext uri="{FF2B5EF4-FFF2-40B4-BE49-F238E27FC236}">
                <a16:creationId xmlns:a16="http://schemas.microsoft.com/office/drawing/2014/main" id="{C16EFC1A-7934-4853-BF7E-5AA028DCD247}"/>
              </a:ext>
            </a:extLst>
          </p:cNvPr>
          <p:cNvSpPr/>
          <p:nvPr/>
        </p:nvSpPr>
        <p:spPr>
          <a:xfrm>
            <a:off x="5352496" y="462901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8" name="Rectángulo 617">
            <a:extLst>
              <a:ext uri="{FF2B5EF4-FFF2-40B4-BE49-F238E27FC236}">
                <a16:creationId xmlns:a16="http://schemas.microsoft.com/office/drawing/2014/main" id="{ECBAAA50-7FF6-AD02-257C-26C24475FE2A}"/>
              </a:ext>
            </a:extLst>
          </p:cNvPr>
          <p:cNvSpPr/>
          <p:nvPr/>
        </p:nvSpPr>
        <p:spPr>
          <a:xfrm>
            <a:off x="5352450" y="46811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9" name="Rectángulo: esquinas redondeadas 618">
            <a:extLst>
              <a:ext uri="{FF2B5EF4-FFF2-40B4-BE49-F238E27FC236}">
                <a16:creationId xmlns:a16="http://schemas.microsoft.com/office/drawing/2014/main" id="{694DADD3-7703-70D4-79B5-3C3063F89E30}"/>
              </a:ext>
            </a:extLst>
          </p:cNvPr>
          <p:cNvSpPr/>
          <p:nvPr/>
        </p:nvSpPr>
        <p:spPr>
          <a:xfrm>
            <a:off x="5385788" y="463629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0" name="Elipse 619">
            <a:extLst>
              <a:ext uri="{FF2B5EF4-FFF2-40B4-BE49-F238E27FC236}">
                <a16:creationId xmlns:a16="http://schemas.microsoft.com/office/drawing/2014/main" id="{B598AC3A-280F-CC92-7C6C-D2BE5BC3237D}"/>
              </a:ext>
            </a:extLst>
          </p:cNvPr>
          <p:cNvSpPr/>
          <p:nvPr/>
        </p:nvSpPr>
        <p:spPr>
          <a:xfrm>
            <a:off x="5333456" y="44510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1" name="Elipse 620">
            <a:extLst>
              <a:ext uri="{FF2B5EF4-FFF2-40B4-BE49-F238E27FC236}">
                <a16:creationId xmlns:a16="http://schemas.microsoft.com/office/drawing/2014/main" id="{83578D9C-AD07-FBEE-64CB-3B8207AFDBC9}"/>
              </a:ext>
            </a:extLst>
          </p:cNvPr>
          <p:cNvSpPr/>
          <p:nvPr/>
        </p:nvSpPr>
        <p:spPr>
          <a:xfrm rot="872776">
            <a:off x="5400250" y="44295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2" name="Conector recto 621">
            <a:extLst>
              <a:ext uri="{FF2B5EF4-FFF2-40B4-BE49-F238E27FC236}">
                <a16:creationId xmlns:a16="http://schemas.microsoft.com/office/drawing/2014/main" id="{BB64AAD9-C6F4-163C-25F3-C7E3F5EFFFF7}"/>
              </a:ext>
            </a:extLst>
          </p:cNvPr>
          <p:cNvCxnSpPr>
            <a:cxnSpLocks/>
          </p:cNvCxnSpPr>
          <p:nvPr/>
        </p:nvCxnSpPr>
        <p:spPr>
          <a:xfrm>
            <a:off x="5388218" y="4536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onector recto 622">
            <a:extLst>
              <a:ext uri="{FF2B5EF4-FFF2-40B4-BE49-F238E27FC236}">
                <a16:creationId xmlns:a16="http://schemas.microsoft.com/office/drawing/2014/main" id="{E6F3C626-15CB-FAB2-C634-9F8FDB51C52F}"/>
              </a:ext>
            </a:extLst>
          </p:cNvPr>
          <p:cNvCxnSpPr>
            <a:cxnSpLocks/>
          </p:cNvCxnSpPr>
          <p:nvPr/>
        </p:nvCxnSpPr>
        <p:spPr>
          <a:xfrm flipV="1">
            <a:off x="5437456" y="4536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Elipse 623">
            <a:extLst>
              <a:ext uri="{FF2B5EF4-FFF2-40B4-BE49-F238E27FC236}">
                <a16:creationId xmlns:a16="http://schemas.microsoft.com/office/drawing/2014/main" id="{5DCFA52D-F837-712B-09DA-9E42E6FBF973}"/>
              </a:ext>
            </a:extLst>
          </p:cNvPr>
          <p:cNvSpPr/>
          <p:nvPr/>
        </p:nvSpPr>
        <p:spPr>
          <a:xfrm rot="19333876">
            <a:off x="5319791" y="44428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5" name="Conector recto 624">
            <a:extLst>
              <a:ext uri="{FF2B5EF4-FFF2-40B4-BE49-F238E27FC236}">
                <a16:creationId xmlns:a16="http://schemas.microsoft.com/office/drawing/2014/main" id="{DB0DBCAA-81B7-56EE-FA1C-4C17CE5F33B0}"/>
              </a:ext>
            </a:extLst>
          </p:cNvPr>
          <p:cNvCxnSpPr>
            <a:cxnSpLocks/>
          </p:cNvCxnSpPr>
          <p:nvPr/>
        </p:nvCxnSpPr>
        <p:spPr>
          <a:xfrm>
            <a:off x="5407865" y="4621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Rectángulo: esquinas redondeadas 625">
            <a:extLst>
              <a:ext uri="{FF2B5EF4-FFF2-40B4-BE49-F238E27FC236}">
                <a16:creationId xmlns:a16="http://schemas.microsoft.com/office/drawing/2014/main" id="{43679A9C-D981-BF39-4CE7-ED04CC5D5410}"/>
              </a:ext>
            </a:extLst>
          </p:cNvPr>
          <p:cNvSpPr/>
          <p:nvPr/>
        </p:nvSpPr>
        <p:spPr>
          <a:xfrm>
            <a:off x="5098312" y="462901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7" name="Rectángulo 626">
            <a:extLst>
              <a:ext uri="{FF2B5EF4-FFF2-40B4-BE49-F238E27FC236}">
                <a16:creationId xmlns:a16="http://schemas.microsoft.com/office/drawing/2014/main" id="{99E825AD-2F18-DF03-B452-80F4CBCBE137}"/>
              </a:ext>
            </a:extLst>
          </p:cNvPr>
          <p:cNvSpPr/>
          <p:nvPr/>
        </p:nvSpPr>
        <p:spPr>
          <a:xfrm>
            <a:off x="5098266" y="46811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8" name="Rectángulo: esquinas redondeadas 627">
            <a:extLst>
              <a:ext uri="{FF2B5EF4-FFF2-40B4-BE49-F238E27FC236}">
                <a16:creationId xmlns:a16="http://schemas.microsoft.com/office/drawing/2014/main" id="{AB93AE66-49CB-9508-3F5D-C194F3BD1CD9}"/>
              </a:ext>
            </a:extLst>
          </p:cNvPr>
          <p:cNvSpPr/>
          <p:nvPr/>
        </p:nvSpPr>
        <p:spPr>
          <a:xfrm>
            <a:off x="5131604" y="463629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9" name="Elipse 628">
            <a:extLst>
              <a:ext uri="{FF2B5EF4-FFF2-40B4-BE49-F238E27FC236}">
                <a16:creationId xmlns:a16="http://schemas.microsoft.com/office/drawing/2014/main" id="{7E855D30-B4F1-F051-3F32-741F9A012F38}"/>
              </a:ext>
            </a:extLst>
          </p:cNvPr>
          <p:cNvSpPr/>
          <p:nvPr/>
        </p:nvSpPr>
        <p:spPr>
          <a:xfrm>
            <a:off x="5079272" y="44510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0" name="Elipse 629">
            <a:extLst>
              <a:ext uri="{FF2B5EF4-FFF2-40B4-BE49-F238E27FC236}">
                <a16:creationId xmlns:a16="http://schemas.microsoft.com/office/drawing/2014/main" id="{5BD591F7-B3B1-E11E-3588-EC4938EEE624}"/>
              </a:ext>
            </a:extLst>
          </p:cNvPr>
          <p:cNvSpPr/>
          <p:nvPr/>
        </p:nvSpPr>
        <p:spPr>
          <a:xfrm rot="872776">
            <a:off x="5146066" y="442954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1" name="Conector recto 630">
            <a:extLst>
              <a:ext uri="{FF2B5EF4-FFF2-40B4-BE49-F238E27FC236}">
                <a16:creationId xmlns:a16="http://schemas.microsoft.com/office/drawing/2014/main" id="{5CB284CC-D252-D937-9F8A-ADAA0181A71D}"/>
              </a:ext>
            </a:extLst>
          </p:cNvPr>
          <p:cNvCxnSpPr>
            <a:cxnSpLocks/>
          </p:cNvCxnSpPr>
          <p:nvPr/>
        </p:nvCxnSpPr>
        <p:spPr>
          <a:xfrm>
            <a:off x="5134034" y="4536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onector recto 631">
            <a:extLst>
              <a:ext uri="{FF2B5EF4-FFF2-40B4-BE49-F238E27FC236}">
                <a16:creationId xmlns:a16="http://schemas.microsoft.com/office/drawing/2014/main" id="{1421F621-EACC-40B4-FC32-820A5421F06E}"/>
              </a:ext>
            </a:extLst>
          </p:cNvPr>
          <p:cNvCxnSpPr>
            <a:cxnSpLocks/>
          </p:cNvCxnSpPr>
          <p:nvPr/>
        </p:nvCxnSpPr>
        <p:spPr>
          <a:xfrm flipV="1">
            <a:off x="5183272" y="4536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Elipse 632">
            <a:extLst>
              <a:ext uri="{FF2B5EF4-FFF2-40B4-BE49-F238E27FC236}">
                <a16:creationId xmlns:a16="http://schemas.microsoft.com/office/drawing/2014/main" id="{40CFC293-91A2-D800-D3C5-7E994B506107}"/>
              </a:ext>
            </a:extLst>
          </p:cNvPr>
          <p:cNvSpPr/>
          <p:nvPr/>
        </p:nvSpPr>
        <p:spPr>
          <a:xfrm rot="19333876">
            <a:off x="5065607" y="444280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4" name="Conector recto 633">
            <a:extLst>
              <a:ext uri="{FF2B5EF4-FFF2-40B4-BE49-F238E27FC236}">
                <a16:creationId xmlns:a16="http://schemas.microsoft.com/office/drawing/2014/main" id="{4CCC30A2-0811-4154-E093-1A91E19DC3AF}"/>
              </a:ext>
            </a:extLst>
          </p:cNvPr>
          <p:cNvCxnSpPr>
            <a:cxnSpLocks/>
          </p:cNvCxnSpPr>
          <p:nvPr/>
        </p:nvCxnSpPr>
        <p:spPr>
          <a:xfrm>
            <a:off x="5153681" y="4621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ángulo: esquinas redondeadas 634">
            <a:extLst>
              <a:ext uri="{FF2B5EF4-FFF2-40B4-BE49-F238E27FC236}">
                <a16:creationId xmlns:a16="http://schemas.microsoft.com/office/drawing/2014/main" id="{5B4C9618-A13D-8E91-C5E4-3DA540F1B859}"/>
              </a:ext>
            </a:extLst>
          </p:cNvPr>
          <p:cNvSpPr/>
          <p:nvPr/>
        </p:nvSpPr>
        <p:spPr>
          <a:xfrm>
            <a:off x="4845899" y="4632832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6" name="Rectángulo 635">
            <a:extLst>
              <a:ext uri="{FF2B5EF4-FFF2-40B4-BE49-F238E27FC236}">
                <a16:creationId xmlns:a16="http://schemas.microsoft.com/office/drawing/2014/main" id="{EC2C55CA-D636-A27E-67F2-D94BD71362F6}"/>
              </a:ext>
            </a:extLst>
          </p:cNvPr>
          <p:cNvSpPr/>
          <p:nvPr/>
        </p:nvSpPr>
        <p:spPr>
          <a:xfrm>
            <a:off x="4845853" y="4684955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7" name="Rectángulo: esquinas redondeadas 636">
            <a:extLst>
              <a:ext uri="{FF2B5EF4-FFF2-40B4-BE49-F238E27FC236}">
                <a16:creationId xmlns:a16="http://schemas.microsoft.com/office/drawing/2014/main" id="{A69918B5-AF01-E44D-A981-187D528D5E22}"/>
              </a:ext>
            </a:extLst>
          </p:cNvPr>
          <p:cNvSpPr/>
          <p:nvPr/>
        </p:nvSpPr>
        <p:spPr>
          <a:xfrm>
            <a:off x="4879191" y="4640111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8" name="Elipse 637">
            <a:extLst>
              <a:ext uri="{FF2B5EF4-FFF2-40B4-BE49-F238E27FC236}">
                <a16:creationId xmlns:a16="http://schemas.microsoft.com/office/drawing/2014/main" id="{C9FD3175-4920-BA3C-3054-029EEA8320B0}"/>
              </a:ext>
            </a:extLst>
          </p:cNvPr>
          <p:cNvSpPr/>
          <p:nvPr/>
        </p:nvSpPr>
        <p:spPr>
          <a:xfrm>
            <a:off x="4826859" y="4454895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9" name="Elipse 638">
            <a:extLst>
              <a:ext uri="{FF2B5EF4-FFF2-40B4-BE49-F238E27FC236}">
                <a16:creationId xmlns:a16="http://schemas.microsoft.com/office/drawing/2014/main" id="{66D9D9BF-F42C-DC92-ECC3-E6A11ED677DC}"/>
              </a:ext>
            </a:extLst>
          </p:cNvPr>
          <p:cNvSpPr/>
          <p:nvPr/>
        </p:nvSpPr>
        <p:spPr>
          <a:xfrm rot="872776">
            <a:off x="4893653" y="443336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B2B67A1B-2ACE-260E-2C0A-F32EA93B0144}"/>
              </a:ext>
            </a:extLst>
          </p:cNvPr>
          <p:cNvCxnSpPr>
            <a:cxnSpLocks/>
          </p:cNvCxnSpPr>
          <p:nvPr/>
        </p:nvCxnSpPr>
        <p:spPr>
          <a:xfrm>
            <a:off x="4881621" y="453997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BC1507D4-E40F-951B-2178-80ADFD914369}"/>
              </a:ext>
            </a:extLst>
          </p:cNvPr>
          <p:cNvCxnSpPr>
            <a:cxnSpLocks/>
          </p:cNvCxnSpPr>
          <p:nvPr/>
        </p:nvCxnSpPr>
        <p:spPr>
          <a:xfrm flipV="1">
            <a:off x="4930859" y="453997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Elipse 194">
            <a:extLst>
              <a:ext uri="{FF2B5EF4-FFF2-40B4-BE49-F238E27FC236}">
                <a16:creationId xmlns:a16="http://schemas.microsoft.com/office/drawing/2014/main" id="{0982ED05-A460-A5C4-8E4E-687C1122C42E}"/>
              </a:ext>
            </a:extLst>
          </p:cNvPr>
          <p:cNvSpPr/>
          <p:nvPr/>
        </p:nvSpPr>
        <p:spPr>
          <a:xfrm rot="19333876">
            <a:off x="4813194" y="444662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B37DFC44-F68F-0F18-429E-3B5CEACA8FBB}"/>
              </a:ext>
            </a:extLst>
          </p:cNvPr>
          <p:cNvCxnSpPr>
            <a:cxnSpLocks/>
          </p:cNvCxnSpPr>
          <p:nvPr/>
        </p:nvCxnSpPr>
        <p:spPr>
          <a:xfrm>
            <a:off x="4901268" y="462490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ángulo: esquinas redondeadas 196">
            <a:extLst>
              <a:ext uri="{FF2B5EF4-FFF2-40B4-BE49-F238E27FC236}">
                <a16:creationId xmlns:a16="http://schemas.microsoft.com/office/drawing/2014/main" id="{64D917B0-3DDB-3E6E-9785-ED5FAE90E273}"/>
              </a:ext>
            </a:extLst>
          </p:cNvPr>
          <p:cNvSpPr/>
          <p:nvPr/>
        </p:nvSpPr>
        <p:spPr>
          <a:xfrm>
            <a:off x="5811883" y="4621736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1441BD4-A336-4FEE-7D0A-48299F41FE05}"/>
              </a:ext>
            </a:extLst>
          </p:cNvPr>
          <p:cNvSpPr/>
          <p:nvPr/>
        </p:nvSpPr>
        <p:spPr>
          <a:xfrm>
            <a:off x="5811837" y="4673859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9EADBC52-317D-867D-F52D-0F6E272D3C44}"/>
              </a:ext>
            </a:extLst>
          </p:cNvPr>
          <p:cNvSpPr/>
          <p:nvPr/>
        </p:nvSpPr>
        <p:spPr>
          <a:xfrm>
            <a:off x="5845175" y="4629015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D1EB69D3-E047-9479-FD4C-9A96399FD9F7}"/>
              </a:ext>
            </a:extLst>
          </p:cNvPr>
          <p:cNvSpPr/>
          <p:nvPr/>
        </p:nvSpPr>
        <p:spPr>
          <a:xfrm>
            <a:off x="5792843" y="4443799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117A74C-1431-3B30-FCC3-2BA0BB106C4B}"/>
              </a:ext>
            </a:extLst>
          </p:cNvPr>
          <p:cNvCxnSpPr>
            <a:cxnSpLocks/>
          </p:cNvCxnSpPr>
          <p:nvPr/>
        </p:nvCxnSpPr>
        <p:spPr>
          <a:xfrm>
            <a:off x="5847605" y="452887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EBA0A724-DFE6-A812-A731-50725E2C551C}"/>
              </a:ext>
            </a:extLst>
          </p:cNvPr>
          <p:cNvCxnSpPr>
            <a:cxnSpLocks/>
          </p:cNvCxnSpPr>
          <p:nvPr/>
        </p:nvCxnSpPr>
        <p:spPr>
          <a:xfrm flipV="1">
            <a:off x="5896843" y="452887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A1A2BCCD-3E93-7D64-CA47-541CD2EF9E38}"/>
              </a:ext>
            </a:extLst>
          </p:cNvPr>
          <p:cNvCxnSpPr>
            <a:cxnSpLocks/>
          </p:cNvCxnSpPr>
          <p:nvPr/>
        </p:nvCxnSpPr>
        <p:spPr>
          <a:xfrm>
            <a:off x="5867252" y="461380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ángulo: esquinas redondeadas 203">
            <a:extLst>
              <a:ext uri="{FF2B5EF4-FFF2-40B4-BE49-F238E27FC236}">
                <a16:creationId xmlns:a16="http://schemas.microsoft.com/office/drawing/2014/main" id="{4950DC26-9941-2D93-1089-67CAFFE5A0C7}"/>
              </a:ext>
            </a:extLst>
          </p:cNvPr>
          <p:cNvSpPr/>
          <p:nvPr/>
        </p:nvSpPr>
        <p:spPr>
          <a:xfrm>
            <a:off x="8948783" y="462901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E788B219-756E-14D6-E6EF-CB93A7D9D425}"/>
              </a:ext>
            </a:extLst>
          </p:cNvPr>
          <p:cNvSpPr/>
          <p:nvPr/>
        </p:nvSpPr>
        <p:spPr>
          <a:xfrm>
            <a:off x="8948737" y="468113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3" name="Rectángulo: esquinas redondeadas 212">
            <a:extLst>
              <a:ext uri="{FF2B5EF4-FFF2-40B4-BE49-F238E27FC236}">
                <a16:creationId xmlns:a16="http://schemas.microsoft.com/office/drawing/2014/main" id="{9F80A75E-6D17-04B1-4376-7152A52C5031}"/>
              </a:ext>
            </a:extLst>
          </p:cNvPr>
          <p:cNvSpPr/>
          <p:nvPr/>
        </p:nvSpPr>
        <p:spPr>
          <a:xfrm>
            <a:off x="8982075" y="463629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5A15DAF8-71FF-02B8-35ED-3C32B0DED05F}"/>
              </a:ext>
            </a:extLst>
          </p:cNvPr>
          <p:cNvSpPr/>
          <p:nvPr/>
        </p:nvSpPr>
        <p:spPr>
          <a:xfrm>
            <a:off x="8929743" y="445107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7745CAE0-B7CE-9644-A593-05E1F1E19F4B}"/>
              </a:ext>
            </a:extLst>
          </p:cNvPr>
          <p:cNvCxnSpPr>
            <a:cxnSpLocks/>
          </p:cNvCxnSpPr>
          <p:nvPr/>
        </p:nvCxnSpPr>
        <p:spPr>
          <a:xfrm>
            <a:off x="8984505" y="4536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BEC71BA1-E914-FE6E-9996-0DAB1D9C3D25}"/>
              </a:ext>
            </a:extLst>
          </p:cNvPr>
          <p:cNvCxnSpPr>
            <a:cxnSpLocks/>
          </p:cNvCxnSpPr>
          <p:nvPr/>
        </p:nvCxnSpPr>
        <p:spPr>
          <a:xfrm flipV="1">
            <a:off x="9033743" y="4536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>
            <a:extLst>
              <a:ext uri="{FF2B5EF4-FFF2-40B4-BE49-F238E27FC236}">
                <a16:creationId xmlns:a16="http://schemas.microsoft.com/office/drawing/2014/main" id="{580626E3-DBB4-A6B6-7D22-853BEA79EFB2}"/>
              </a:ext>
            </a:extLst>
          </p:cNvPr>
          <p:cNvCxnSpPr>
            <a:cxnSpLocks/>
          </p:cNvCxnSpPr>
          <p:nvPr/>
        </p:nvCxnSpPr>
        <p:spPr>
          <a:xfrm>
            <a:off x="9004152" y="4621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ángulo: esquinas redondeadas 224">
            <a:extLst>
              <a:ext uri="{FF2B5EF4-FFF2-40B4-BE49-F238E27FC236}">
                <a16:creationId xmlns:a16="http://schemas.microsoft.com/office/drawing/2014/main" id="{B2820622-508A-54DE-9A31-A8B757D80E9D}"/>
              </a:ext>
            </a:extLst>
          </p:cNvPr>
          <p:cNvSpPr/>
          <p:nvPr/>
        </p:nvSpPr>
        <p:spPr>
          <a:xfrm>
            <a:off x="11333208" y="462901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6" name="Rectángulo 225">
            <a:extLst>
              <a:ext uri="{FF2B5EF4-FFF2-40B4-BE49-F238E27FC236}">
                <a16:creationId xmlns:a16="http://schemas.microsoft.com/office/drawing/2014/main" id="{8C8B1317-50F1-8E17-14B6-D6FEE83EED10}"/>
              </a:ext>
            </a:extLst>
          </p:cNvPr>
          <p:cNvSpPr/>
          <p:nvPr/>
        </p:nvSpPr>
        <p:spPr>
          <a:xfrm>
            <a:off x="11333162" y="468113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7" name="Rectángulo: esquinas redondeadas 226">
            <a:extLst>
              <a:ext uri="{FF2B5EF4-FFF2-40B4-BE49-F238E27FC236}">
                <a16:creationId xmlns:a16="http://schemas.microsoft.com/office/drawing/2014/main" id="{FB4B5C13-6699-2C5E-ADE6-22098113FC10}"/>
              </a:ext>
            </a:extLst>
          </p:cNvPr>
          <p:cNvSpPr/>
          <p:nvPr/>
        </p:nvSpPr>
        <p:spPr>
          <a:xfrm>
            <a:off x="11366500" y="463629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3A7F1566-F47A-BCC9-9A13-F57F48F0B16B}"/>
              </a:ext>
            </a:extLst>
          </p:cNvPr>
          <p:cNvSpPr/>
          <p:nvPr/>
        </p:nvSpPr>
        <p:spPr>
          <a:xfrm>
            <a:off x="11314168" y="445107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30884403-DFE7-B808-E2E0-62C5939B2CB3}"/>
              </a:ext>
            </a:extLst>
          </p:cNvPr>
          <p:cNvCxnSpPr>
            <a:cxnSpLocks/>
          </p:cNvCxnSpPr>
          <p:nvPr/>
        </p:nvCxnSpPr>
        <p:spPr>
          <a:xfrm>
            <a:off x="11368930" y="4536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7B2C7A0A-0F98-8377-C6E6-630687513BCB}"/>
              </a:ext>
            </a:extLst>
          </p:cNvPr>
          <p:cNvCxnSpPr>
            <a:cxnSpLocks/>
          </p:cNvCxnSpPr>
          <p:nvPr/>
        </p:nvCxnSpPr>
        <p:spPr>
          <a:xfrm flipV="1">
            <a:off x="11418168" y="4536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B8D4C4F6-65CC-F4F7-6998-D118F9611BFF}"/>
              </a:ext>
            </a:extLst>
          </p:cNvPr>
          <p:cNvCxnSpPr>
            <a:cxnSpLocks/>
          </p:cNvCxnSpPr>
          <p:nvPr/>
        </p:nvCxnSpPr>
        <p:spPr>
          <a:xfrm>
            <a:off x="11388577" y="4621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ángulo: esquinas redondeadas 231">
            <a:extLst>
              <a:ext uri="{FF2B5EF4-FFF2-40B4-BE49-F238E27FC236}">
                <a16:creationId xmlns:a16="http://schemas.microsoft.com/office/drawing/2014/main" id="{60B8F522-D5B9-49E3-B54E-9B122C7647EF}"/>
              </a:ext>
            </a:extLst>
          </p:cNvPr>
          <p:cNvSpPr/>
          <p:nvPr/>
        </p:nvSpPr>
        <p:spPr>
          <a:xfrm>
            <a:off x="6576730" y="462832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3" name="Rectángulo 232">
            <a:extLst>
              <a:ext uri="{FF2B5EF4-FFF2-40B4-BE49-F238E27FC236}">
                <a16:creationId xmlns:a16="http://schemas.microsoft.com/office/drawing/2014/main" id="{7F60B637-4F91-3DE1-2B4B-E89F3CA13086}"/>
              </a:ext>
            </a:extLst>
          </p:cNvPr>
          <p:cNvSpPr/>
          <p:nvPr/>
        </p:nvSpPr>
        <p:spPr>
          <a:xfrm>
            <a:off x="6576684" y="468045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07E8A2E6-A89D-8669-B1F2-78A026144ADC}"/>
              </a:ext>
            </a:extLst>
          </p:cNvPr>
          <p:cNvSpPr/>
          <p:nvPr/>
        </p:nvSpPr>
        <p:spPr>
          <a:xfrm>
            <a:off x="6610022" y="463560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1" name="Rectángulo: esquinas redondeadas 240">
            <a:extLst>
              <a:ext uri="{FF2B5EF4-FFF2-40B4-BE49-F238E27FC236}">
                <a16:creationId xmlns:a16="http://schemas.microsoft.com/office/drawing/2014/main" id="{8257E182-0176-43DC-8AFF-273548E12C40}"/>
              </a:ext>
            </a:extLst>
          </p:cNvPr>
          <p:cNvSpPr/>
          <p:nvPr/>
        </p:nvSpPr>
        <p:spPr>
          <a:xfrm>
            <a:off x="7719971" y="462832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2" name="Rectángulo 241">
            <a:extLst>
              <a:ext uri="{FF2B5EF4-FFF2-40B4-BE49-F238E27FC236}">
                <a16:creationId xmlns:a16="http://schemas.microsoft.com/office/drawing/2014/main" id="{3BF2F716-25F9-578D-6DAF-E93484BCF30B}"/>
              </a:ext>
            </a:extLst>
          </p:cNvPr>
          <p:cNvSpPr/>
          <p:nvPr/>
        </p:nvSpPr>
        <p:spPr>
          <a:xfrm>
            <a:off x="7719925" y="468045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3" name="Rectángulo: esquinas redondeadas 242">
            <a:extLst>
              <a:ext uri="{FF2B5EF4-FFF2-40B4-BE49-F238E27FC236}">
                <a16:creationId xmlns:a16="http://schemas.microsoft.com/office/drawing/2014/main" id="{44060A5B-7FA7-05FD-9160-6756135909A5}"/>
              </a:ext>
            </a:extLst>
          </p:cNvPr>
          <p:cNvSpPr/>
          <p:nvPr/>
        </p:nvSpPr>
        <p:spPr>
          <a:xfrm>
            <a:off x="7753263" y="463560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F04AEACF-B328-5DDD-4C0F-A0FE6E8287F8}"/>
              </a:ext>
            </a:extLst>
          </p:cNvPr>
          <p:cNvSpPr/>
          <p:nvPr/>
        </p:nvSpPr>
        <p:spPr>
          <a:xfrm>
            <a:off x="7700931" y="445039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50A6EA4E-E262-1BB8-DAB3-7BE11819AE3B}"/>
              </a:ext>
            </a:extLst>
          </p:cNvPr>
          <p:cNvSpPr/>
          <p:nvPr/>
        </p:nvSpPr>
        <p:spPr>
          <a:xfrm rot="872776">
            <a:off x="7767725" y="442885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7A6CF353-DF2B-38F2-EB29-FC088BA4CAC9}"/>
              </a:ext>
            </a:extLst>
          </p:cNvPr>
          <p:cNvCxnSpPr>
            <a:cxnSpLocks/>
          </p:cNvCxnSpPr>
          <p:nvPr/>
        </p:nvCxnSpPr>
        <p:spPr>
          <a:xfrm>
            <a:off x="7755693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89202892-186B-03ED-8959-B108B77F1189}"/>
              </a:ext>
            </a:extLst>
          </p:cNvPr>
          <p:cNvCxnSpPr>
            <a:cxnSpLocks/>
          </p:cNvCxnSpPr>
          <p:nvPr/>
        </p:nvCxnSpPr>
        <p:spPr>
          <a:xfrm flipV="1">
            <a:off x="7804931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Elipse 247">
            <a:extLst>
              <a:ext uri="{FF2B5EF4-FFF2-40B4-BE49-F238E27FC236}">
                <a16:creationId xmlns:a16="http://schemas.microsoft.com/office/drawing/2014/main" id="{65E86785-2727-77F5-092E-5D8E50954FEF}"/>
              </a:ext>
            </a:extLst>
          </p:cNvPr>
          <p:cNvSpPr/>
          <p:nvPr/>
        </p:nvSpPr>
        <p:spPr>
          <a:xfrm rot="19333876">
            <a:off x="7687266" y="444211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27B5B839-5CD8-79E4-6E91-D38F2BF6EF19}"/>
              </a:ext>
            </a:extLst>
          </p:cNvPr>
          <p:cNvCxnSpPr>
            <a:cxnSpLocks/>
          </p:cNvCxnSpPr>
          <p:nvPr/>
        </p:nvCxnSpPr>
        <p:spPr>
          <a:xfrm>
            <a:off x="7775340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CDD2A567-CBBF-1588-118B-B767CBB9CA6F}"/>
              </a:ext>
            </a:extLst>
          </p:cNvPr>
          <p:cNvSpPr/>
          <p:nvPr/>
        </p:nvSpPr>
        <p:spPr>
          <a:xfrm>
            <a:off x="8000958" y="4641286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1" name="Rectángulo 250">
            <a:extLst>
              <a:ext uri="{FF2B5EF4-FFF2-40B4-BE49-F238E27FC236}">
                <a16:creationId xmlns:a16="http://schemas.microsoft.com/office/drawing/2014/main" id="{00355393-0B1C-85A0-6AD0-1A9602A11BB0}"/>
              </a:ext>
            </a:extLst>
          </p:cNvPr>
          <p:cNvSpPr/>
          <p:nvPr/>
        </p:nvSpPr>
        <p:spPr>
          <a:xfrm>
            <a:off x="8000912" y="469340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2" name="Rectángulo: esquinas redondeadas 251">
            <a:extLst>
              <a:ext uri="{FF2B5EF4-FFF2-40B4-BE49-F238E27FC236}">
                <a16:creationId xmlns:a16="http://schemas.microsoft.com/office/drawing/2014/main" id="{7705E4C7-636E-2D40-3EB3-748451F81638}"/>
              </a:ext>
            </a:extLst>
          </p:cNvPr>
          <p:cNvSpPr/>
          <p:nvPr/>
        </p:nvSpPr>
        <p:spPr>
          <a:xfrm>
            <a:off x="8034250" y="4648565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3" name="Elipse 252">
            <a:extLst>
              <a:ext uri="{FF2B5EF4-FFF2-40B4-BE49-F238E27FC236}">
                <a16:creationId xmlns:a16="http://schemas.microsoft.com/office/drawing/2014/main" id="{D6C2182D-7A6F-27FC-907F-D6CC8BB28646}"/>
              </a:ext>
            </a:extLst>
          </p:cNvPr>
          <p:cNvSpPr/>
          <p:nvPr/>
        </p:nvSpPr>
        <p:spPr>
          <a:xfrm>
            <a:off x="7981918" y="446334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4" name="Elipse 253">
            <a:extLst>
              <a:ext uri="{FF2B5EF4-FFF2-40B4-BE49-F238E27FC236}">
                <a16:creationId xmlns:a16="http://schemas.microsoft.com/office/drawing/2014/main" id="{B34B593F-9407-2E1E-F51E-4E4E877C6A10}"/>
              </a:ext>
            </a:extLst>
          </p:cNvPr>
          <p:cNvSpPr/>
          <p:nvPr/>
        </p:nvSpPr>
        <p:spPr>
          <a:xfrm rot="872776">
            <a:off x="8048712" y="4441816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5" name="Conector recto 254">
            <a:extLst>
              <a:ext uri="{FF2B5EF4-FFF2-40B4-BE49-F238E27FC236}">
                <a16:creationId xmlns:a16="http://schemas.microsoft.com/office/drawing/2014/main" id="{09746DF5-76AE-0FD6-6641-8C30B3F4F8F7}"/>
              </a:ext>
            </a:extLst>
          </p:cNvPr>
          <p:cNvCxnSpPr>
            <a:cxnSpLocks/>
          </p:cNvCxnSpPr>
          <p:nvPr/>
        </p:nvCxnSpPr>
        <p:spPr>
          <a:xfrm>
            <a:off x="8036680" y="454842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6810BA32-B814-4F90-A014-446B3DFBD45D}"/>
              </a:ext>
            </a:extLst>
          </p:cNvPr>
          <p:cNvCxnSpPr>
            <a:cxnSpLocks/>
          </p:cNvCxnSpPr>
          <p:nvPr/>
        </p:nvCxnSpPr>
        <p:spPr>
          <a:xfrm flipV="1">
            <a:off x="8085918" y="454842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Elipse 256">
            <a:extLst>
              <a:ext uri="{FF2B5EF4-FFF2-40B4-BE49-F238E27FC236}">
                <a16:creationId xmlns:a16="http://schemas.microsoft.com/office/drawing/2014/main" id="{DF46BBBE-BB99-8B3E-4CDF-176B400E712E}"/>
              </a:ext>
            </a:extLst>
          </p:cNvPr>
          <p:cNvSpPr/>
          <p:nvPr/>
        </p:nvSpPr>
        <p:spPr>
          <a:xfrm rot="19333876">
            <a:off x="7968253" y="4455077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8" name="Conector recto 257">
            <a:extLst>
              <a:ext uri="{FF2B5EF4-FFF2-40B4-BE49-F238E27FC236}">
                <a16:creationId xmlns:a16="http://schemas.microsoft.com/office/drawing/2014/main" id="{EADC7D68-4DEA-D1DC-5FDC-96DBA762FE8D}"/>
              </a:ext>
            </a:extLst>
          </p:cNvPr>
          <p:cNvCxnSpPr>
            <a:cxnSpLocks/>
          </p:cNvCxnSpPr>
          <p:nvPr/>
        </p:nvCxnSpPr>
        <p:spPr>
          <a:xfrm>
            <a:off x="8056327" y="463335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ángulo: esquinas redondeadas 258">
            <a:extLst>
              <a:ext uri="{FF2B5EF4-FFF2-40B4-BE49-F238E27FC236}">
                <a16:creationId xmlns:a16="http://schemas.microsoft.com/office/drawing/2014/main" id="{0CBAF26D-FDB3-13D8-1041-0C8C72F2DE6C}"/>
              </a:ext>
            </a:extLst>
          </p:cNvPr>
          <p:cNvSpPr/>
          <p:nvPr/>
        </p:nvSpPr>
        <p:spPr>
          <a:xfrm>
            <a:off x="3173043" y="464197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78C1AC57-93AA-72D7-7E5C-7D985276FF55}"/>
              </a:ext>
            </a:extLst>
          </p:cNvPr>
          <p:cNvSpPr/>
          <p:nvPr/>
        </p:nvSpPr>
        <p:spPr>
          <a:xfrm>
            <a:off x="3172997" y="469409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1" name="Rectángulo: esquinas redondeadas 260">
            <a:extLst>
              <a:ext uri="{FF2B5EF4-FFF2-40B4-BE49-F238E27FC236}">
                <a16:creationId xmlns:a16="http://schemas.microsoft.com/office/drawing/2014/main" id="{3CBE514E-E9FF-DB61-A2AD-1F32B37EF2FA}"/>
              </a:ext>
            </a:extLst>
          </p:cNvPr>
          <p:cNvSpPr/>
          <p:nvPr/>
        </p:nvSpPr>
        <p:spPr>
          <a:xfrm>
            <a:off x="3206335" y="464925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5B2A0F3B-6296-17DF-14CD-964448B6554F}"/>
              </a:ext>
            </a:extLst>
          </p:cNvPr>
          <p:cNvSpPr/>
          <p:nvPr/>
        </p:nvSpPr>
        <p:spPr>
          <a:xfrm>
            <a:off x="3154003" y="446403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3" name="Elipse 262">
            <a:extLst>
              <a:ext uri="{FF2B5EF4-FFF2-40B4-BE49-F238E27FC236}">
                <a16:creationId xmlns:a16="http://schemas.microsoft.com/office/drawing/2014/main" id="{7527ABC5-0C3C-9A30-AD5F-6E7DA7D317AF}"/>
              </a:ext>
            </a:extLst>
          </p:cNvPr>
          <p:cNvSpPr/>
          <p:nvPr/>
        </p:nvSpPr>
        <p:spPr>
          <a:xfrm rot="872776">
            <a:off x="3220797" y="444250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DF2CD3-A714-7024-7212-7A24962D715F}"/>
              </a:ext>
            </a:extLst>
          </p:cNvPr>
          <p:cNvCxnSpPr>
            <a:cxnSpLocks/>
          </p:cNvCxnSpPr>
          <p:nvPr/>
        </p:nvCxnSpPr>
        <p:spPr>
          <a:xfrm>
            <a:off x="3208765" y="454911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7B622CD8-F294-DFBD-104C-B111FCDEB716}"/>
              </a:ext>
            </a:extLst>
          </p:cNvPr>
          <p:cNvCxnSpPr>
            <a:cxnSpLocks/>
          </p:cNvCxnSpPr>
          <p:nvPr/>
        </p:nvCxnSpPr>
        <p:spPr>
          <a:xfrm flipV="1">
            <a:off x="3258003" y="454911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Elipse 301">
            <a:extLst>
              <a:ext uri="{FF2B5EF4-FFF2-40B4-BE49-F238E27FC236}">
                <a16:creationId xmlns:a16="http://schemas.microsoft.com/office/drawing/2014/main" id="{30CF0EE5-442A-E4FA-2AC1-5A1CFF7B42B6}"/>
              </a:ext>
            </a:extLst>
          </p:cNvPr>
          <p:cNvSpPr/>
          <p:nvPr/>
        </p:nvSpPr>
        <p:spPr>
          <a:xfrm rot="19333876">
            <a:off x="3140338" y="445576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3" name="Conector recto 302">
            <a:extLst>
              <a:ext uri="{FF2B5EF4-FFF2-40B4-BE49-F238E27FC236}">
                <a16:creationId xmlns:a16="http://schemas.microsoft.com/office/drawing/2014/main" id="{7842A8CB-2D9A-FC98-A025-E9A261BA4771}"/>
              </a:ext>
            </a:extLst>
          </p:cNvPr>
          <p:cNvCxnSpPr>
            <a:cxnSpLocks/>
          </p:cNvCxnSpPr>
          <p:nvPr/>
        </p:nvCxnSpPr>
        <p:spPr>
          <a:xfrm>
            <a:off x="3228412" y="463404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tángulo: esquinas redondeadas 303">
            <a:extLst>
              <a:ext uri="{FF2B5EF4-FFF2-40B4-BE49-F238E27FC236}">
                <a16:creationId xmlns:a16="http://schemas.microsoft.com/office/drawing/2014/main" id="{42BC3137-AB23-D88C-FC3C-1F2AAB84756C}"/>
              </a:ext>
            </a:extLst>
          </p:cNvPr>
          <p:cNvSpPr/>
          <p:nvPr/>
        </p:nvSpPr>
        <p:spPr>
          <a:xfrm>
            <a:off x="2611054" y="4641974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113094A-FBAD-6496-C4C1-7DC65545A05E}"/>
              </a:ext>
            </a:extLst>
          </p:cNvPr>
          <p:cNvSpPr/>
          <p:nvPr/>
        </p:nvSpPr>
        <p:spPr>
          <a:xfrm>
            <a:off x="2611008" y="469409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6" name="Rectángulo: esquinas redondeadas 305">
            <a:extLst>
              <a:ext uri="{FF2B5EF4-FFF2-40B4-BE49-F238E27FC236}">
                <a16:creationId xmlns:a16="http://schemas.microsoft.com/office/drawing/2014/main" id="{98C61DA6-8150-5D06-DC54-02668F665AB3}"/>
              </a:ext>
            </a:extLst>
          </p:cNvPr>
          <p:cNvSpPr/>
          <p:nvPr/>
        </p:nvSpPr>
        <p:spPr>
          <a:xfrm>
            <a:off x="2644346" y="4649253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7" name="Elipse 306">
            <a:extLst>
              <a:ext uri="{FF2B5EF4-FFF2-40B4-BE49-F238E27FC236}">
                <a16:creationId xmlns:a16="http://schemas.microsoft.com/office/drawing/2014/main" id="{F4F40CB7-CD43-CE42-C4A9-F94B9D0FC94F}"/>
              </a:ext>
            </a:extLst>
          </p:cNvPr>
          <p:cNvSpPr/>
          <p:nvPr/>
        </p:nvSpPr>
        <p:spPr>
          <a:xfrm>
            <a:off x="2592014" y="446403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8" name="Elipse 307">
            <a:extLst>
              <a:ext uri="{FF2B5EF4-FFF2-40B4-BE49-F238E27FC236}">
                <a16:creationId xmlns:a16="http://schemas.microsoft.com/office/drawing/2014/main" id="{AC401EAE-EDA9-3BFA-D448-593A58E153C2}"/>
              </a:ext>
            </a:extLst>
          </p:cNvPr>
          <p:cNvSpPr/>
          <p:nvPr/>
        </p:nvSpPr>
        <p:spPr>
          <a:xfrm rot="872776">
            <a:off x="2658808" y="444250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9" name="Conector recto 308">
            <a:extLst>
              <a:ext uri="{FF2B5EF4-FFF2-40B4-BE49-F238E27FC236}">
                <a16:creationId xmlns:a16="http://schemas.microsoft.com/office/drawing/2014/main" id="{43A25920-16CD-E7A4-D4BB-9C9F1C3A0AB3}"/>
              </a:ext>
            </a:extLst>
          </p:cNvPr>
          <p:cNvCxnSpPr>
            <a:cxnSpLocks/>
          </p:cNvCxnSpPr>
          <p:nvPr/>
        </p:nvCxnSpPr>
        <p:spPr>
          <a:xfrm>
            <a:off x="2646776" y="454911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ector recto 309">
            <a:extLst>
              <a:ext uri="{FF2B5EF4-FFF2-40B4-BE49-F238E27FC236}">
                <a16:creationId xmlns:a16="http://schemas.microsoft.com/office/drawing/2014/main" id="{A6C1CAF8-B138-66C2-E783-31E16D412B9B}"/>
              </a:ext>
            </a:extLst>
          </p:cNvPr>
          <p:cNvCxnSpPr>
            <a:cxnSpLocks/>
          </p:cNvCxnSpPr>
          <p:nvPr/>
        </p:nvCxnSpPr>
        <p:spPr>
          <a:xfrm flipV="1">
            <a:off x="2696014" y="454911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Elipse 310">
            <a:extLst>
              <a:ext uri="{FF2B5EF4-FFF2-40B4-BE49-F238E27FC236}">
                <a16:creationId xmlns:a16="http://schemas.microsoft.com/office/drawing/2014/main" id="{EFDE359A-9AF0-A4D2-9104-D670BC6A6AE1}"/>
              </a:ext>
            </a:extLst>
          </p:cNvPr>
          <p:cNvSpPr/>
          <p:nvPr/>
        </p:nvSpPr>
        <p:spPr>
          <a:xfrm rot="19333876">
            <a:off x="2578349" y="445576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2A8076EB-E50F-7DBB-26C9-D87BF9E4FC27}"/>
              </a:ext>
            </a:extLst>
          </p:cNvPr>
          <p:cNvCxnSpPr>
            <a:cxnSpLocks/>
          </p:cNvCxnSpPr>
          <p:nvPr/>
        </p:nvCxnSpPr>
        <p:spPr>
          <a:xfrm>
            <a:off x="2666423" y="463404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ángulo: esquinas redondeadas 312">
            <a:extLst>
              <a:ext uri="{FF2B5EF4-FFF2-40B4-BE49-F238E27FC236}">
                <a16:creationId xmlns:a16="http://schemas.microsoft.com/office/drawing/2014/main" id="{AA9D89CD-124F-3689-1DE8-9AFB500C1B4C}"/>
              </a:ext>
            </a:extLst>
          </p:cNvPr>
          <p:cNvSpPr/>
          <p:nvPr/>
        </p:nvSpPr>
        <p:spPr>
          <a:xfrm>
            <a:off x="2350941" y="463469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4" name="Rectángulo 313">
            <a:extLst>
              <a:ext uri="{FF2B5EF4-FFF2-40B4-BE49-F238E27FC236}">
                <a16:creationId xmlns:a16="http://schemas.microsoft.com/office/drawing/2014/main" id="{727E8012-8333-FE29-A9C7-E919BDCD728B}"/>
              </a:ext>
            </a:extLst>
          </p:cNvPr>
          <p:cNvSpPr/>
          <p:nvPr/>
        </p:nvSpPr>
        <p:spPr>
          <a:xfrm>
            <a:off x="2350895" y="468681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5" name="Rectángulo: esquinas redondeadas 314">
            <a:extLst>
              <a:ext uri="{FF2B5EF4-FFF2-40B4-BE49-F238E27FC236}">
                <a16:creationId xmlns:a16="http://schemas.microsoft.com/office/drawing/2014/main" id="{7BB9CE3A-3DE1-ADF6-1A30-83180E319AEC}"/>
              </a:ext>
            </a:extLst>
          </p:cNvPr>
          <p:cNvSpPr/>
          <p:nvPr/>
        </p:nvSpPr>
        <p:spPr>
          <a:xfrm>
            <a:off x="2384233" y="464197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6" name="Elipse 315">
            <a:extLst>
              <a:ext uri="{FF2B5EF4-FFF2-40B4-BE49-F238E27FC236}">
                <a16:creationId xmlns:a16="http://schemas.microsoft.com/office/drawing/2014/main" id="{661DE669-A75C-589B-203A-AB3A1F3633A7}"/>
              </a:ext>
            </a:extLst>
          </p:cNvPr>
          <p:cNvSpPr/>
          <p:nvPr/>
        </p:nvSpPr>
        <p:spPr>
          <a:xfrm>
            <a:off x="2331901" y="445675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7" name="Elipse 316">
            <a:extLst>
              <a:ext uri="{FF2B5EF4-FFF2-40B4-BE49-F238E27FC236}">
                <a16:creationId xmlns:a16="http://schemas.microsoft.com/office/drawing/2014/main" id="{EB5391DD-7013-5859-782F-99494820E209}"/>
              </a:ext>
            </a:extLst>
          </p:cNvPr>
          <p:cNvSpPr/>
          <p:nvPr/>
        </p:nvSpPr>
        <p:spPr>
          <a:xfrm rot="872776">
            <a:off x="2398695" y="443522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8" name="Conector recto 317">
            <a:extLst>
              <a:ext uri="{FF2B5EF4-FFF2-40B4-BE49-F238E27FC236}">
                <a16:creationId xmlns:a16="http://schemas.microsoft.com/office/drawing/2014/main" id="{7665BCFB-E375-E007-F3B4-AA9648AF15EE}"/>
              </a:ext>
            </a:extLst>
          </p:cNvPr>
          <p:cNvCxnSpPr>
            <a:cxnSpLocks/>
          </p:cNvCxnSpPr>
          <p:nvPr/>
        </p:nvCxnSpPr>
        <p:spPr>
          <a:xfrm>
            <a:off x="2386663" y="45418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cto 318">
            <a:extLst>
              <a:ext uri="{FF2B5EF4-FFF2-40B4-BE49-F238E27FC236}">
                <a16:creationId xmlns:a16="http://schemas.microsoft.com/office/drawing/2014/main" id="{0328CCEA-456A-489E-2E10-DB0D381550CA}"/>
              </a:ext>
            </a:extLst>
          </p:cNvPr>
          <p:cNvCxnSpPr>
            <a:cxnSpLocks/>
          </p:cNvCxnSpPr>
          <p:nvPr/>
        </p:nvCxnSpPr>
        <p:spPr>
          <a:xfrm flipV="1">
            <a:off x="2435901" y="45418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Elipse 319">
            <a:extLst>
              <a:ext uri="{FF2B5EF4-FFF2-40B4-BE49-F238E27FC236}">
                <a16:creationId xmlns:a16="http://schemas.microsoft.com/office/drawing/2014/main" id="{4F134437-E57F-216F-8B61-2CEBD3F18A37}"/>
              </a:ext>
            </a:extLst>
          </p:cNvPr>
          <p:cNvSpPr/>
          <p:nvPr/>
        </p:nvSpPr>
        <p:spPr>
          <a:xfrm rot="19333876">
            <a:off x="2318236" y="444848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2" name="Conector recto 321">
            <a:extLst>
              <a:ext uri="{FF2B5EF4-FFF2-40B4-BE49-F238E27FC236}">
                <a16:creationId xmlns:a16="http://schemas.microsoft.com/office/drawing/2014/main" id="{3244019A-F1E9-66B8-FF30-B98331CD9AD0}"/>
              </a:ext>
            </a:extLst>
          </p:cNvPr>
          <p:cNvCxnSpPr>
            <a:cxnSpLocks/>
          </p:cNvCxnSpPr>
          <p:nvPr/>
        </p:nvCxnSpPr>
        <p:spPr>
          <a:xfrm>
            <a:off x="2406310" y="46267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Rectángulo: esquinas redondeadas 322">
            <a:extLst>
              <a:ext uri="{FF2B5EF4-FFF2-40B4-BE49-F238E27FC236}">
                <a16:creationId xmlns:a16="http://schemas.microsoft.com/office/drawing/2014/main" id="{92D6DEF4-0176-9F82-45CC-AAB91288D86C}"/>
              </a:ext>
            </a:extLst>
          </p:cNvPr>
          <p:cNvSpPr/>
          <p:nvPr/>
        </p:nvSpPr>
        <p:spPr>
          <a:xfrm>
            <a:off x="1505091" y="4629888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4" name="Rectángulo 323">
            <a:extLst>
              <a:ext uri="{FF2B5EF4-FFF2-40B4-BE49-F238E27FC236}">
                <a16:creationId xmlns:a16="http://schemas.microsoft.com/office/drawing/2014/main" id="{17FFB74D-1BF8-1552-E980-C6C040FFD1F0}"/>
              </a:ext>
            </a:extLst>
          </p:cNvPr>
          <p:cNvSpPr/>
          <p:nvPr/>
        </p:nvSpPr>
        <p:spPr>
          <a:xfrm>
            <a:off x="1505045" y="468201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5" name="Rectángulo: esquinas redondeadas 324">
            <a:extLst>
              <a:ext uri="{FF2B5EF4-FFF2-40B4-BE49-F238E27FC236}">
                <a16:creationId xmlns:a16="http://schemas.microsoft.com/office/drawing/2014/main" id="{E8BB9FB6-6C92-AC6A-69A8-1B625F9FED42}"/>
              </a:ext>
            </a:extLst>
          </p:cNvPr>
          <p:cNvSpPr/>
          <p:nvPr/>
        </p:nvSpPr>
        <p:spPr>
          <a:xfrm>
            <a:off x="1538383" y="4637167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6" name="Elipse 325">
            <a:extLst>
              <a:ext uri="{FF2B5EF4-FFF2-40B4-BE49-F238E27FC236}">
                <a16:creationId xmlns:a16="http://schemas.microsoft.com/office/drawing/2014/main" id="{A458822A-2CC5-8A96-C9F9-A5DBAEB6472A}"/>
              </a:ext>
            </a:extLst>
          </p:cNvPr>
          <p:cNvSpPr/>
          <p:nvPr/>
        </p:nvSpPr>
        <p:spPr>
          <a:xfrm>
            <a:off x="1486051" y="445195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2DC178F7-9EC0-11D3-7A06-DD4E6B76044D}"/>
              </a:ext>
            </a:extLst>
          </p:cNvPr>
          <p:cNvSpPr/>
          <p:nvPr/>
        </p:nvSpPr>
        <p:spPr>
          <a:xfrm rot="872776">
            <a:off x="1552845" y="443041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E863EB3C-47FF-6986-A754-64689CA7CACD}"/>
              </a:ext>
            </a:extLst>
          </p:cNvPr>
          <p:cNvCxnSpPr>
            <a:cxnSpLocks/>
          </p:cNvCxnSpPr>
          <p:nvPr/>
        </p:nvCxnSpPr>
        <p:spPr>
          <a:xfrm>
            <a:off x="1540813" y="453702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3EEC9E10-50C7-6518-1D35-6D9B532A1119}"/>
              </a:ext>
            </a:extLst>
          </p:cNvPr>
          <p:cNvCxnSpPr>
            <a:cxnSpLocks/>
          </p:cNvCxnSpPr>
          <p:nvPr/>
        </p:nvCxnSpPr>
        <p:spPr>
          <a:xfrm flipV="1">
            <a:off x="1590051" y="453702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Elipse 329">
            <a:extLst>
              <a:ext uri="{FF2B5EF4-FFF2-40B4-BE49-F238E27FC236}">
                <a16:creationId xmlns:a16="http://schemas.microsoft.com/office/drawing/2014/main" id="{66AF89D2-7098-2390-16CB-144A65C5B5A9}"/>
              </a:ext>
            </a:extLst>
          </p:cNvPr>
          <p:cNvSpPr/>
          <p:nvPr/>
        </p:nvSpPr>
        <p:spPr>
          <a:xfrm rot="19333876">
            <a:off x="1472386" y="444367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5DF4835D-9648-2F12-220D-C96BA6FD12DE}"/>
              </a:ext>
            </a:extLst>
          </p:cNvPr>
          <p:cNvCxnSpPr>
            <a:cxnSpLocks/>
          </p:cNvCxnSpPr>
          <p:nvPr/>
        </p:nvCxnSpPr>
        <p:spPr>
          <a:xfrm>
            <a:off x="1560460" y="462195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ángulo: esquinas redondeadas 331">
            <a:extLst>
              <a:ext uri="{FF2B5EF4-FFF2-40B4-BE49-F238E27FC236}">
                <a16:creationId xmlns:a16="http://schemas.microsoft.com/office/drawing/2014/main" id="{464B0513-6F9B-5BD2-3339-B67953922100}"/>
              </a:ext>
            </a:extLst>
          </p:cNvPr>
          <p:cNvSpPr/>
          <p:nvPr/>
        </p:nvSpPr>
        <p:spPr>
          <a:xfrm>
            <a:off x="789951" y="4641974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3E9E349D-30B8-0C01-B0F6-C03A0BCBC6F2}"/>
              </a:ext>
            </a:extLst>
          </p:cNvPr>
          <p:cNvSpPr/>
          <p:nvPr/>
        </p:nvSpPr>
        <p:spPr>
          <a:xfrm>
            <a:off x="789905" y="4694097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4" name="Rectángulo: esquinas redondeadas 333">
            <a:extLst>
              <a:ext uri="{FF2B5EF4-FFF2-40B4-BE49-F238E27FC236}">
                <a16:creationId xmlns:a16="http://schemas.microsoft.com/office/drawing/2014/main" id="{C7BCE73E-F0B7-0202-832D-E02671F745A9}"/>
              </a:ext>
            </a:extLst>
          </p:cNvPr>
          <p:cNvSpPr/>
          <p:nvPr/>
        </p:nvSpPr>
        <p:spPr>
          <a:xfrm>
            <a:off x="823243" y="4649253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5" name="Elipse 334">
            <a:extLst>
              <a:ext uri="{FF2B5EF4-FFF2-40B4-BE49-F238E27FC236}">
                <a16:creationId xmlns:a16="http://schemas.microsoft.com/office/drawing/2014/main" id="{1949DD9E-490E-0615-46B2-FF9B63D3595E}"/>
              </a:ext>
            </a:extLst>
          </p:cNvPr>
          <p:cNvSpPr/>
          <p:nvPr/>
        </p:nvSpPr>
        <p:spPr>
          <a:xfrm>
            <a:off x="770911" y="4464037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6" name="Elipse 335">
            <a:extLst>
              <a:ext uri="{FF2B5EF4-FFF2-40B4-BE49-F238E27FC236}">
                <a16:creationId xmlns:a16="http://schemas.microsoft.com/office/drawing/2014/main" id="{24632E42-A76F-1F47-7E36-1325C0A81D5A}"/>
              </a:ext>
            </a:extLst>
          </p:cNvPr>
          <p:cNvSpPr/>
          <p:nvPr/>
        </p:nvSpPr>
        <p:spPr>
          <a:xfrm rot="872776">
            <a:off x="837705" y="444250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1D3BB4F-18E8-7241-B2F7-A6B674D9AFB7}"/>
              </a:ext>
            </a:extLst>
          </p:cNvPr>
          <p:cNvCxnSpPr>
            <a:cxnSpLocks/>
          </p:cNvCxnSpPr>
          <p:nvPr/>
        </p:nvCxnSpPr>
        <p:spPr>
          <a:xfrm>
            <a:off x="825673" y="454911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6A8007E5-E53E-719A-1AC4-180A71E228A4}"/>
              </a:ext>
            </a:extLst>
          </p:cNvPr>
          <p:cNvCxnSpPr>
            <a:cxnSpLocks/>
          </p:cNvCxnSpPr>
          <p:nvPr/>
        </p:nvCxnSpPr>
        <p:spPr>
          <a:xfrm flipV="1">
            <a:off x="874911" y="454911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Elipse 338">
            <a:extLst>
              <a:ext uri="{FF2B5EF4-FFF2-40B4-BE49-F238E27FC236}">
                <a16:creationId xmlns:a16="http://schemas.microsoft.com/office/drawing/2014/main" id="{67B6A088-150C-675B-26B2-1E1D3A3FCD27}"/>
              </a:ext>
            </a:extLst>
          </p:cNvPr>
          <p:cNvSpPr/>
          <p:nvPr/>
        </p:nvSpPr>
        <p:spPr>
          <a:xfrm rot="19333876">
            <a:off x="757246" y="445576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C44289B0-E8F4-2417-0B7E-E5E8C9A45D5B}"/>
              </a:ext>
            </a:extLst>
          </p:cNvPr>
          <p:cNvCxnSpPr>
            <a:cxnSpLocks/>
          </p:cNvCxnSpPr>
          <p:nvPr/>
        </p:nvCxnSpPr>
        <p:spPr>
          <a:xfrm>
            <a:off x="845320" y="463404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Rectángulo: esquinas redondeadas 340">
            <a:extLst>
              <a:ext uri="{FF2B5EF4-FFF2-40B4-BE49-F238E27FC236}">
                <a16:creationId xmlns:a16="http://schemas.microsoft.com/office/drawing/2014/main" id="{3A28D072-454C-979A-9DFB-446E4F70599F}"/>
              </a:ext>
            </a:extLst>
          </p:cNvPr>
          <p:cNvSpPr/>
          <p:nvPr/>
        </p:nvSpPr>
        <p:spPr>
          <a:xfrm>
            <a:off x="362043" y="462832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2" name="Rectángulo 341">
            <a:extLst>
              <a:ext uri="{FF2B5EF4-FFF2-40B4-BE49-F238E27FC236}">
                <a16:creationId xmlns:a16="http://schemas.microsoft.com/office/drawing/2014/main" id="{CC30C143-2C52-CD5C-B950-D7A0B641381A}"/>
              </a:ext>
            </a:extLst>
          </p:cNvPr>
          <p:cNvSpPr/>
          <p:nvPr/>
        </p:nvSpPr>
        <p:spPr>
          <a:xfrm>
            <a:off x="361997" y="468045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3" name="Rectángulo: esquinas redondeadas 342">
            <a:extLst>
              <a:ext uri="{FF2B5EF4-FFF2-40B4-BE49-F238E27FC236}">
                <a16:creationId xmlns:a16="http://schemas.microsoft.com/office/drawing/2014/main" id="{25CE6516-9CF2-9304-8B8D-8903CC5ADA1B}"/>
              </a:ext>
            </a:extLst>
          </p:cNvPr>
          <p:cNvSpPr/>
          <p:nvPr/>
        </p:nvSpPr>
        <p:spPr>
          <a:xfrm>
            <a:off x="395335" y="463560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4" name="Elipse 343">
            <a:extLst>
              <a:ext uri="{FF2B5EF4-FFF2-40B4-BE49-F238E27FC236}">
                <a16:creationId xmlns:a16="http://schemas.microsoft.com/office/drawing/2014/main" id="{9CE61C70-6FD2-0E3A-C5D8-6BA111368C20}"/>
              </a:ext>
            </a:extLst>
          </p:cNvPr>
          <p:cNvSpPr/>
          <p:nvPr/>
        </p:nvSpPr>
        <p:spPr>
          <a:xfrm>
            <a:off x="343003" y="445039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5" name="Elipse 344">
            <a:extLst>
              <a:ext uri="{FF2B5EF4-FFF2-40B4-BE49-F238E27FC236}">
                <a16:creationId xmlns:a16="http://schemas.microsoft.com/office/drawing/2014/main" id="{B5F04D13-553D-AD55-455B-B6E3CA9CE641}"/>
              </a:ext>
            </a:extLst>
          </p:cNvPr>
          <p:cNvSpPr/>
          <p:nvPr/>
        </p:nvSpPr>
        <p:spPr>
          <a:xfrm rot="872776">
            <a:off x="409797" y="442885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668FED6-D2E5-F49A-40AC-2FA68035B398}"/>
              </a:ext>
            </a:extLst>
          </p:cNvPr>
          <p:cNvCxnSpPr>
            <a:cxnSpLocks/>
          </p:cNvCxnSpPr>
          <p:nvPr/>
        </p:nvCxnSpPr>
        <p:spPr>
          <a:xfrm>
            <a:off x="397765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8C845133-98FB-DC19-A111-7866E53FD732}"/>
              </a:ext>
            </a:extLst>
          </p:cNvPr>
          <p:cNvCxnSpPr>
            <a:cxnSpLocks/>
          </p:cNvCxnSpPr>
          <p:nvPr/>
        </p:nvCxnSpPr>
        <p:spPr>
          <a:xfrm flipV="1">
            <a:off x="447003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Elipse 347">
            <a:extLst>
              <a:ext uri="{FF2B5EF4-FFF2-40B4-BE49-F238E27FC236}">
                <a16:creationId xmlns:a16="http://schemas.microsoft.com/office/drawing/2014/main" id="{726CEEEA-812E-6289-9266-729B8827B3AA}"/>
              </a:ext>
            </a:extLst>
          </p:cNvPr>
          <p:cNvSpPr/>
          <p:nvPr/>
        </p:nvSpPr>
        <p:spPr>
          <a:xfrm rot="19333876">
            <a:off x="329338" y="444211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E2C8DA46-9211-453B-B296-327B7322059A}"/>
              </a:ext>
            </a:extLst>
          </p:cNvPr>
          <p:cNvCxnSpPr>
            <a:cxnSpLocks/>
          </p:cNvCxnSpPr>
          <p:nvPr/>
        </p:nvCxnSpPr>
        <p:spPr>
          <a:xfrm>
            <a:off x="417412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ángulo: esquinas redondeadas 349">
            <a:extLst>
              <a:ext uri="{FF2B5EF4-FFF2-40B4-BE49-F238E27FC236}">
                <a16:creationId xmlns:a16="http://schemas.microsoft.com/office/drawing/2014/main" id="{5C4118F2-F8BD-9F1B-542D-DC6B32A30695}"/>
              </a:ext>
            </a:extLst>
          </p:cNvPr>
          <p:cNvSpPr/>
          <p:nvPr/>
        </p:nvSpPr>
        <p:spPr>
          <a:xfrm>
            <a:off x="1748658" y="4628327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1" name="Rectángulo 350">
            <a:extLst>
              <a:ext uri="{FF2B5EF4-FFF2-40B4-BE49-F238E27FC236}">
                <a16:creationId xmlns:a16="http://schemas.microsoft.com/office/drawing/2014/main" id="{30223917-2203-DF63-EBCE-7A94D0780852}"/>
              </a:ext>
            </a:extLst>
          </p:cNvPr>
          <p:cNvSpPr/>
          <p:nvPr/>
        </p:nvSpPr>
        <p:spPr>
          <a:xfrm>
            <a:off x="1748612" y="4680450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2" name="Rectángulo: esquinas redondeadas 351">
            <a:extLst>
              <a:ext uri="{FF2B5EF4-FFF2-40B4-BE49-F238E27FC236}">
                <a16:creationId xmlns:a16="http://schemas.microsoft.com/office/drawing/2014/main" id="{9B6ED5CC-0347-4039-1B04-34BD54DFC7A5}"/>
              </a:ext>
            </a:extLst>
          </p:cNvPr>
          <p:cNvSpPr/>
          <p:nvPr/>
        </p:nvSpPr>
        <p:spPr>
          <a:xfrm>
            <a:off x="1781950" y="4635606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3CDC268E-BEEE-29AF-8F21-7A8AD7AF6366}"/>
              </a:ext>
            </a:extLst>
          </p:cNvPr>
          <p:cNvSpPr/>
          <p:nvPr/>
        </p:nvSpPr>
        <p:spPr>
          <a:xfrm>
            <a:off x="1729618" y="4450390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54" name="Conector recto 353">
            <a:extLst>
              <a:ext uri="{FF2B5EF4-FFF2-40B4-BE49-F238E27FC236}">
                <a16:creationId xmlns:a16="http://schemas.microsoft.com/office/drawing/2014/main" id="{439DC251-21AC-F76D-3AD7-30A027AEFD26}"/>
              </a:ext>
            </a:extLst>
          </p:cNvPr>
          <p:cNvCxnSpPr>
            <a:cxnSpLocks/>
          </p:cNvCxnSpPr>
          <p:nvPr/>
        </p:nvCxnSpPr>
        <p:spPr>
          <a:xfrm>
            <a:off x="1784380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63067FD3-553A-793C-4988-83E20CC059C2}"/>
              </a:ext>
            </a:extLst>
          </p:cNvPr>
          <p:cNvCxnSpPr>
            <a:cxnSpLocks/>
          </p:cNvCxnSpPr>
          <p:nvPr/>
        </p:nvCxnSpPr>
        <p:spPr>
          <a:xfrm flipV="1">
            <a:off x="1833618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865A6FE5-F027-8B22-213E-8ACAA0BEB97A}"/>
              </a:ext>
            </a:extLst>
          </p:cNvPr>
          <p:cNvCxnSpPr>
            <a:cxnSpLocks/>
          </p:cNvCxnSpPr>
          <p:nvPr/>
        </p:nvCxnSpPr>
        <p:spPr>
          <a:xfrm>
            <a:off x="1804027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Rectángulo: esquinas redondeadas 356">
            <a:extLst>
              <a:ext uri="{FF2B5EF4-FFF2-40B4-BE49-F238E27FC236}">
                <a16:creationId xmlns:a16="http://schemas.microsoft.com/office/drawing/2014/main" id="{97852469-4BB0-19B1-2CFE-084833442D89}"/>
              </a:ext>
            </a:extLst>
          </p:cNvPr>
          <p:cNvSpPr/>
          <p:nvPr/>
        </p:nvSpPr>
        <p:spPr>
          <a:xfrm>
            <a:off x="2029827" y="4641974"/>
            <a:ext cx="165953" cy="163517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8" name="Rectángulo 357">
            <a:extLst>
              <a:ext uri="{FF2B5EF4-FFF2-40B4-BE49-F238E27FC236}">
                <a16:creationId xmlns:a16="http://schemas.microsoft.com/office/drawing/2014/main" id="{9D33CDB7-8C02-F30E-CD54-0B500771A69E}"/>
              </a:ext>
            </a:extLst>
          </p:cNvPr>
          <p:cNvSpPr/>
          <p:nvPr/>
        </p:nvSpPr>
        <p:spPr>
          <a:xfrm>
            <a:off x="2029781" y="4694097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9" name="Rectángulo: esquinas redondeadas 358">
            <a:extLst>
              <a:ext uri="{FF2B5EF4-FFF2-40B4-BE49-F238E27FC236}">
                <a16:creationId xmlns:a16="http://schemas.microsoft.com/office/drawing/2014/main" id="{844F0A9B-3873-65E9-0E08-4DB5762904BC}"/>
              </a:ext>
            </a:extLst>
          </p:cNvPr>
          <p:cNvSpPr/>
          <p:nvPr/>
        </p:nvSpPr>
        <p:spPr>
          <a:xfrm>
            <a:off x="2063119" y="4649253"/>
            <a:ext cx="104775" cy="165600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0" name="Elipse 359">
            <a:extLst>
              <a:ext uri="{FF2B5EF4-FFF2-40B4-BE49-F238E27FC236}">
                <a16:creationId xmlns:a16="http://schemas.microsoft.com/office/drawing/2014/main" id="{8BCD52FF-6E68-B23C-DCB8-1BD32F079A4E}"/>
              </a:ext>
            </a:extLst>
          </p:cNvPr>
          <p:cNvSpPr/>
          <p:nvPr/>
        </p:nvSpPr>
        <p:spPr>
          <a:xfrm>
            <a:off x="2010787" y="4464037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4D15011-7AB3-8C14-6803-1F9F86359237}"/>
              </a:ext>
            </a:extLst>
          </p:cNvPr>
          <p:cNvCxnSpPr>
            <a:cxnSpLocks/>
          </p:cNvCxnSpPr>
          <p:nvPr/>
        </p:nvCxnSpPr>
        <p:spPr>
          <a:xfrm>
            <a:off x="2065549" y="454911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361">
            <a:extLst>
              <a:ext uri="{FF2B5EF4-FFF2-40B4-BE49-F238E27FC236}">
                <a16:creationId xmlns:a16="http://schemas.microsoft.com/office/drawing/2014/main" id="{5A7BA930-F828-B7C8-5B75-3D5B0C9DE1F4}"/>
              </a:ext>
            </a:extLst>
          </p:cNvPr>
          <p:cNvCxnSpPr>
            <a:cxnSpLocks/>
          </p:cNvCxnSpPr>
          <p:nvPr/>
        </p:nvCxnSpPr>
        <p:spPr>
          <a:xfrm flipV="1">
            <a:off x="2114787" y="454911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4B031355-A5EF-34EF-D46E-717343DB469C}"/>
              </a:ext>
            </a:extLst>
          </p:cNvPr>
          <p:cNvCxnSpPr>
            <a:cxnSpLocks/>
          </p:cNvCxnSpPr>
          <p:nvPr/>
        </p:nvCxnSpPr>
        <p:spPr>
          <a:xfrm>
            <a:off x="2085196" y="463404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ángulo: esquinas redondeadas 363">
            <a:extLst>
              <a:ext uri="{FF2B5EF4-FFF2-40B4-BE49-F238E27FC236}">
                <a16:creationId xmlns:a16="http://schemas.microsoft.com/office/drawing/2014/main" id="{45F7D1D1-D472-DB74-EB35-D5DBB776202D}"/>
              </a:ext>
            </a:extLst>
          </p:cNvPr>
          <p:cNvSpPr/>
          <p:nvPr/>
        </p:nvSpPr>
        <p:spPr>
          <a:xfrm>
            <a:off x="6828169" y="4634695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EDAA1261-2456-133F-BB52-07024AF5A1D2}"/>
              </a:ext>
            </a:extLst>
          </p:cNvPr>
          <p:cNvSpPr/>
          <p:nvPr/>
        </p:nvSpPr>
        <p:spPr>
          <a:xfrm>
            <a:off x="6828123" y="4686818"/>
            <a:ext cx="166688" cy="121444"/>
          </a:xfrm>
          <a:prstGeom prst="rect">
            <a:avLst/>
          </a:prstGeom>
          <a:solidFill>
            <a:srgbClr val="91744A"/>
          </a:solidFill>
          <a:ln>
            <a:solidFill>
              <a:srgbClr val="91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6" name="Rectángulo: esquinas redondeadas 365">
            <a:extLst>
              <a:ext uri="{FF2B5EF4-FFF2-40B4-BE49-F238E27FC236}">
                <a16:creationId xmlns:a16="http://schemas.microsoft.com/office/drawing/2014/main" id="{8EF71C8C-C673-104E-9B13-CCC232133295}"/>
              </a:ext>
            </a:extLst>
          </p:cNvPr>
          <p:cNvSpPr/>
          <p:nvPr/>
        </p:nvSpPr>
        <p:spPr>
          <a:xfrm>
            <a:off x="6861461" y="4641974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3" name="Rectángulo: esquinas redondeadas 372">
            <a:extLst>
              <a:ext uri="{FF2B5EF4-FFF2-40B4-BE49-F238E27FC236}">
                <a16:creationId xmlns:a16="http://schemas.microsoft.com/office/drawing/2014/main" id="{5ADEF521-D4C2-1EB0-D06E-93771AE62B94}"/>
              </a:ext>
            </a:extLst>
          </p:cNvPr>
          <p:cNvSpPr/>
          <p:nvPr/>
        </p:nvSpPr>
        <p:spPr>
          <a:xfrm>
            <a:off x="7106343" y="4641286"/>
            <a:ext cx="165953" cy="163517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4" name="Rectángulo 373">
            <a:extLst>
              <a:ext uri="{FF2B5EF4-FFF2-40B4-BE49-F238E27FC236}">
                <a16:creationId xmlns:a16="http://schemas.microsoft.com/office/drawing/2014/main" id="{B4B19BC6-C570-37D6-07E4-24E8D8E4C96B}"/>
              </a:ext>
            </a:extLst>
          </p:cNvPr>
          <p:cNvSpPr/>
          <p:nvPr/>
        </p:nvSpPr>
        <p:spPr>
          <a:xfrm>
            <a:off x="7106297" y="469340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5" name="Rectángulo: esquinas redondeadas 374">
            <a:extLst>
              <a:ext uri="{FF2B5EF4-FFF2-40B4-BE49-F238E27FC236}">
                <a16:creationId xmlns:a16="http://schemas.microsoft.com/office/drawing/2014/main" id="{E16542A9-5608-1A49-3515-071C82425284}"/>
              </a:ext>
            </a:extLst>
          </p:cNvPr>
          <p:cNvSpPr/>
          <p:nvPr/>
        </p:nvSpPr>
        <p:spPr>
          <a:xfrm>
            <a:off x="7139635" y="4648565"/>
            <a:ext cx="104775" cy="165600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Rectángulo 381">
            <a:extLst>
              <a:ext uri="{FF2B5EF4-FFF2-40B4-BE49-F238E27FC236}">
                <a16:creationId xmlns:a16="http://schemas.microsoft.com/office/drawing/2014/main" id="{554AEC8C-4FE8-243A-9A18-86DB8363AEE7}"/>
              </a:ext>
            </a:extLst>
          </p:cNvPr>
          <p:cNvSpPr/>
          <p:nvPr/>
        </p:nvSpPr>
        <p:spPr>
          <a:xfrm>
            <a:off x="6669422" y="4729582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Rectángulo: esquinas redondeadas 382">
            <a:extLst>
              <a:ext uri="{FF2B5EF4-FFF2-40B4-BE49-F238E27FC236}">
                <a16:creationId xmlns:a16="http://schemas.microsoft.com/office/drawing/2014/main" id="{EA8DD0E9-FF6B-0B19-059B-38FF2D77468C}"/>
              </a:ext>
            </a:extLst>
          </p:cNvPr>
          <p:cNvSpPr/>
          <p:nvPr/>
        </p:nvSpPr>
        <p:spPr>
          <a:xfrm>
            <a:off x="6696181" y="4863034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0" name="Rectángulo 639">
            <a:extLst>
              <a:ext uri="{FF2B5EF4-FFF2-40B4-BE49-F238E27FC236}">
                <a16:creationId xmlns:a16="http://schemas.microsoft.com/office/drawing/2014/main" id="{ADB9A04C-C374-AB68-D3BE-201F93479DB7}"/>
              </a:ext>
            </a:extLst>
          </p:cNvPr>
          <p:cNvSpPr/>
          <p:nvPr/>
        </p:nvSpPr>
        <p:spPr>
          <a:xfrm>
            <a:off x="6696135" y="491515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1" name="Rectángulo: esquinas redondeadas 640">
            <a:extLst>
              <a:ext uri="{FF2B5EF4-FFF2-40B4-BE49-F238E27FC236}">
                <a16:creationId xmlns:a16="http://schemas.microsoft.com/office/drawing/2014/main" id="{625206C6-6541-2757-F0BC-591925BB8951}"/>
              </a:ext>
            </a:extLst>
          </p:cNvPr>
          <p:cNvSpPr/>
          <p:nvPr/>
        </p:nvSpPr>
        <p:spPr>
          <a:xfrm>
            <a:off x="6729473" y="4870313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2" name="Elipse 641">
            <a:extLst>
              <a:ext uri="{FF2B5EF4-FFF2-40B4-BE49-F238E27FC236}">
                <a16:creationId xmlns:a16="http://schemas.microsoft.com/office/drawing/2014/main" id="{763F9379-EF2B-B30D-AD4C-713CB150C4C1}"/>
              </a:ext>
            </a:extLst>
          </p:cNvPr>
          <p:cNvSpPr/>
          <p:nvPr/>
        </p:nvSpPr>
        <p:spPr>
          <a:xfrm>
            <a:off x="6677141" y="468509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3" name="Elipse 642">
            <a:extLst>
              <a:ext uri="{FF2B5EF4-FFF2-40B4-BE49-F238E27FC236}">
                <a16:creationId xmlns:a16="http://schemas.microsoft.com/office/drawing/2014/main" id="{A2140C25-0ABA-E3CC-96C0-EB08BAF51C0C}"/>
              </a:ext>
            </a:extLst>
          </p:cNvPr>
          <p:cNvSpPr/>
          <p:nvPr/>
        </p:nvSpPr>
        <p:spPr>
          <a:xfrm rot="872776">
            <a:off x="6743935" y="466356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727A822F-9F4D-EAB6-A86A-C76269D1B4E0}"/>
              </a:ext>
            </a:extLst>
          </p:cNvPr>
          <p:cNvCxnSpPr>
            <a:cxnSpLocks/>
          </p:cNvCxnSpPr>
          <p:nvPr/>
        </p:nvCxnSpPr>
        <p:spPr>
          <a:xfrm>
            <a:off x="6731903" y="477017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onector recto 644">
            <a:extLst>
              <a:ext uri="{FF2B5EF4-FFF2-40B4-BE49-F238E27FC236}">
                <a16:creationId xmlns:a16="http://schemas.microsoft.com/office/drawing/2014/main" id="{DFAD64CD-FFF0-E9CA-BC6B-B36C8B85B53C}"/>
              </a:ext>
            </a:extLst>
          </p:cNvPr>
          <p:cNvCxnSpPr>
            <a:cxnSpLocks/>
          </p:cNvCxnSpPr>
          <p:nvPr/>
        </p:nvCxnSpPr>
        <p:spPr>
          <a:xfrm flipV="1">
            <a:off x="6781141" y="477017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Elipse 645">
            <a:extLst>
              <a:ext uri="{FF2B5EF4-FFF2-40B4-BE49-F238E27FC236}">
                <a16:creationId xmlns:a16="http://schemas.microsoft.com/office/drawing/2014/main" id="{4F9CD0CB-1F37-3641-38E0-3ADB75D36EDD}"/>
              </a:ext>
            </a:extLst>
          </p:cNvPr>
          <p:cNvSpPr/>
          <p:nvPr/>
        </p:nvSpPr>
        <p:spPr>
          <a:xfrm rot="19333876">
            <a:off x="6663476" y="467682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7" name="Conector recto 646">
            <a:extLst>
              <a:ext uri="{FF2B5EF4-FFF2-40B4-BE49-F238E27FC236}">
                <a16:creationId xmlns:a16="http://schemas.microsoft.com/office/drawing/2014/main" id="{92A0EC3A-3B53-8AA2-8352-B28C11115DC3}"/>
              </a:ext>
            </a:extLst>
          </p:cNvPr>
          <p:cNvCxnSpPr>
            <a:cxnSpLocks/>
          </p:cNvCxnSpPr>
          <p:nvPr/>
        </p:nvCxnSpPr>
        <p:spPr>
          <a:xfrm>
            <a:off x="6751550" y="485510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Rectángulo 647">
            <a:extLst>
              <a:ext uri="{FF2B5EF4-FFF2-40B4-BE49-F238E27FC236}">
                <a16:creationId xmlns:a16="http://schemas.microsoft.com/office/drawing/2014/main" id="{DC692A8C-1152-E3FE-1CE3-B767D5DC1088}"/>
              </a:ext>
            </a:extLst>
          </p:cNvPr>
          <p:cNvSpPr/>
          <p:nvPr/>
        </p:nvSpPr>
        <p:spPr>
          <a:xfrm>
            <a:off x="5565767" y="4730474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9" name="Rectángulo: esquinas redondeadas 648">
            <a:extLst>
              <a:ext uri="{FF2B5EF4-FFF2-40B4-BE49-F238E27FC236}">
                <a16:creationId xmlns:a16="http://schemas.microsoft.com/office/drawing/2014/main" id="{3928C41A-0A2B-BCDC-049B-396E54B2243E}"/>
              </a:ext>
            </a:extLst>
          </p:cNvPr>
          <p:cNvSpPr/>
          <p:nvPr/>
        </p:nvSpPr>
        <p:spPr>
          <a:xfrm>
            <a:off x="5592526" y="4863926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0" name="Rectángulo 649">
            <a:extLst>
              <a:ext uri="{FF2B5EF4-FFF2-40B4-BE49-F238E27FC236}">
                <a16:creationId xmlns:a16="http://schemas.microsoft.com/office/drawing/2014/main" id="{BA4C11A7-97B2-EE38-240B-080BE527FEE6}"/>
              </a:ext>
            </a:extLst>
          </p:cNvPr>
          <p:cNvSpPr/>
          <p:nvPr/>
        </p:nvSpPr>
        <p:spPr>
          <a:xfrm>
            <a:off x="5592480" y="4916049"/>
            <a:ext cx="166688" cy="121444"/>
          </a:xfrm>
          <a:prstGeom prst="rect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1" name="Rectángulo: esquinas redondeadas 650">
            <a:extLst>
              <a:ext uri="{FF2B5EF4-FFF2-40B4-BE49-F238E27FC236}">
                <a16:creationId xmlns:a16="http://schemas.microsoft.com/office/drawing/2014/main" id="{C2AACB66-F9A5-EAC8-241C-9F87985AF068}"/>
              </a:ext>
            </a:extLst>
          </p:cNvPr>
          <p:cNvSpPr/>
          <p:nvPr/>
        </p:nvSpPr>
        <p:spPr>
          <a:xfrm>
            <a:off x="5625818" y="4871205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2" name="Elipse 651">
            <a:extLst>
              <a:ext uri="{FF2B5EF4-FFF2-40B4-BE49-F238E27FC236}">
                <a16:creationId xmlns:a16="http://schemas.microsoft.com/office/drawing/2014/main" id="{CD2EEBEA-75F1-035F-A021-A1FC0E1FA6A9}"/>
              </a:ext>
            </a:extLst>
          </p:cNvPr>
          <p:cNvSpPr/>
          <p:nvPr/>
        </p:nvSpPr>
        <p:spPr>
          <a:xfrm>
            <a:off x="5573486" y="4685989"/>
            <a:ext cx="209551" cy="198175"/>
          </a:xfrm>
          <a:prstGeom prst="ellipse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3" name="Elipse 652">
            <a:extLst>
              <a:ext uri="{FF2B5EF4-FFF2-40B4-BE49-F238E27FC236}">
                <a16:creationId xmlns:a16="http://schemas.microsoft.com/office/drawing/2014/main" id="{F18E9B2D-0CEB-8B54-A890-DD08BE99CF5A}"/>
              </a:ext>
            </a:extLst>
          </p:cNvPr>
          <p:cNvSpPr/>
          <p:nvPr/>
        </p:nvSpPr>
        <p:spPr>
          <a:xfrm rot="872776">
            <a:off x="5640280" y="4664456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4" name="Conector recto 653">
            <a:extLst>
              <a:ext uri="{FF2B5EF4-FFF2-40B4-BE49-F238E27FC236}">
                <a16:creationId xmlns:a16="http://schemas.microsoft.com/office/drawing/2014/main" id="{80787589-16F6-7856-6DFC-D01D64E391FF}"/>
              </a:ext>
            </a:extLst>
          </p:cNvPr>
          <p:cNvCxnSpPr>
            <a:cxnSpLocks/>
          </p:cNvCxnSpPr>
          <p:nvPr/>
        </p:nvCxnSpPr>
        <p:spPr>
          <a:xfrm>
            <a:off x="5628248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ector recto 654">
            <a:extLst>
              <a:ext uri="{FF2B5EF4-FFF2-40B4-BE49-F238E27FC236}">
                <a16:creationId xmlns:a16="http://schemas.microsoft.com/office/drawing/2014/main" id="{70589DE6-B5B7-F476-8DAB-4CD771B0AC52}"/>
              </a:ext>
            </a:extLst>
          </p:cNvPr>
          <p:cNvCxnSpPr>
            <a:cxnSpLocks/>
          </p:cNvCxnSpPr>
          <p:nvPr/>
        </p:nvCxnSpPr>
        <p:spPr>
          <a:xfrm flipV="1">
            <a:off x="5677486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Elipse 655">
            <a:extLst>
              <a:ext uri="{FF2B5EF4-FFF2-40B4-BE49-F238E27FC236}">
                <a16:creationId xmlns:a16="http://schemas.microsoft.com/office/drawing/2014/main" id="{EE0F1315-70D5-D380-5CC0-B3C5BC12F7C7}"/>
              </a:ext>
            </a:extLst>
          </p:cNvPr>
          <p:cNvSpPr/>
          <p:nvPr/>
        </p:nvSpPr>
        <p:spPr>
          <a:xfrm rot="19333876">
            <a:off x="5559821" y="4677717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91A9E885-50BB-43AD-C2D3-C29972545DBF}"/>
              </a:ext>
            </a:extLst>
          </p:cNvPr>
          <p:cNvCxnSpPr>
            <a:cxnSpLocks/>
          </p:cNvCxnSpPr>
          <p:nvPr/>
        </p:nvCxnSpPr>
        <p:spPr>
          <a:xfrm>
            <a:off x="5647895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8" name="Rectángulo 657">
            <a:extLst>
              <a:ext uri="{FF2B5EF4-FFF2-40B4-BE49-F238E27FC236}">
                <a16:creationId xmlns:a16="http://schemas.microsoft.com/office/drawing/2014/main" id="{7D21364F-48C1-122B-57D8-65904F7C6F2B}"/>
              </a:ext>
            </a:extLst>
          </p:cNvPr>
          <p:cNvSpPr/>
          <p:nvPr/>
        </p:nvSpPr>
        <p:spPr>
          <a:xfrm>
            <a:off x="2480240" y="4730474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9" name="Rectángulo: esquinas redondeadas 658">
            <a:extLst>
              <a:ext uri="{FF2B5EF4-FFF2-40B4-BE49-F238E27FC236}">
                <a16:creationId xmlns:a16="http://schemas.microsoft.com/office/drawing/2014/main" id="{7942F000-EF00-2823-E019-F13741C8FC4A}"/>
              </a:ext>
            </a:extLst>
          </p:cNvPr>
          <p:cNvSpPr/>
          <p:nvPr/>
        </p:nvSpPr>
        <p:spPr>
          <a:xfrm>
            <a:off x="2506999" y="4863926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0" name="Rectángulo 659">
            <a:extLst>
              <a:ext uri="{FF2B5EF4-FFF2-40B4-BE49-F238E27FC236}">
                <a16:creationId xmlns:a16="http://schemas.microsoft.com/office/drawing/2014/main" id="{2B880562-CB47-797D-BB27-A8DCDC3AA832}"/>
              </a:ext>
            </a:extLst>
          </p:cNvPr>
          <p:cNvSpPr/>
          <p:nvPr/>
        </p:nvSpPr>
        <p:spPr>
          <a:xfrm>
            <a:off x="2506953" y="491604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1" name="Rectángulo: esquinas redondeadas 660">
            <a:extLst>
              <a:ext uri="{FF2B5EF4-FFF2-40B4-BE49-F238E27FC236}">
                <a16:creationId xmlns:a16="http://schemas.microsoft.com/office/drawing/2014/main" id="{496AB01B-50EC-7FA9-C991-B4C94FF6E5FD}"/>
              </a:ext>
            </a:extLst>
          </p:cNvPr>
          <p:cNvSpPr/>
          <p:nvPr/>
        </p:nvSpPr>
        <p:spPr>
          <a:xfrm>
            <a:off x="2540291" y="4871205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2" name="Elipse 661">
            <a:extLst>
              <a:ext uri="{FF2B5EF4-FFF2-40B4-BE49-F238E27FC236}">
                <a16:creationId xmlns:a16="http://schemas.microsoft.com/office/drawing/2014/main" id="{6078CD29-5BD8-B1A5-1173-00B1FEE0B654}"/>
              </a:ext>
            </a:extLst>
          </p:cNvPr>
          <p:cNvSpPr/>
          <p:nvPr/>
        </p:nvSpPr>
        <p:spPr>
          <a:xfrm>
            <a:off x="2487959" y="468598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3" name="Elipse 662">
            <a:extLst>
              <a:ext uri="{FF2B5EF4-FFF2-40B4-BE49-F238E27FC236}">
                <a16:creationId xmlns:a16="http://schemas.microsoft.com/office/drawing/2014/main" id="{C48479DA-E021-80D5-F404-72AD9CB2429A}"/>
              </a:ext>
            </a:extLst>
          </p:cNvPr>
          <p:cNvSpPr/>
          <p:nvPr/>
        </p:nvSpPr>
        <p:spPr>
          <a:xfrm rot="872776">
            <a:off x="2554753" y="4664456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286ABB6C-AD35-1175-CC01-98FCA949EABB}"/>
              </a:ext>
            </a:extLst>
          </p:cNvPr>
          <p:cNvCxnSpPr>
            <a:cxnSpLocks/>
          </p:cNvCxnSpPr>
          <p:nvPr/>
        </p:nvCxnSpPr>
        <p:spPr>
          <a:xfrm>
            <a:off x="2542721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2FEC76B9-4816-53F0-09DC-1FFC3B2E6918}"/>
              </a:ext>
            </a:extLst>
          </p:cNvPr>
          <p:cNvCxnSpPr>
            <a:cxnSpLocks/>
          </p:cNvCxnSpPr>
          <p:nvPr/>
        </p:nvCxnSpPr>
        <p:spPr>
          <a:xfrm flipV="1">
            <a:off x="2591959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6" name="Elipse 665">
            <a:extLst>
              <a:ext uri="{FF2B5EF4-FFF2-40B4-BE49-F238E27FC236}">
                <a16:creationId xmlns:a16="http://schemas.microsoft.com/office/drawing/2014/main" id="{B3607FF8-93FF-0A4F-3519-E30474E33673}"/>
              </a:ext>
            </a:extLst>
          </p:cNvPr>
          <p:cNvSpPr/>
          <p:nvPr/>
        </p:nvSpPr>
        <p:spPr>
          <a:xfrm rot="19333876">
            <a:off x="2474294" y="4677717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7" name="Conector recto 666">
            <a:extLst>
              <a:ext uri="{FF2B5EF4-FFF2-40B4-BE49-F238E27FC236}">
                <a16:creationId xmlns:a16="http://schemas.microsoft.com/office/drawing/2014/main" id="{DAA50BC5-2FB8-F00E-1E4B-3FF83F3121AE}"/>
              </a:ext>
            </a:extLst>
          </p:cNvPr>
          <p:cNvCxnSpPr>
            <a:cxnSpLocks/>
          </p:cNvCxnSpPr>
          <p:nvPr/>
        </p:nvCxnSpPr>
        <p:spPr>
          <a:xfrm>
            <a:off x="2562368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Rectángulo 667">
            <a:extLst>
              <a:ext uri="{FF2B5EF4-FFF2-40B4-BE49-F238E27FC236}">
                <a16:creationId xmlns:a16="http://schemas.microsoft.com/office/drawing/2014/main" id="{08A7BE05-BC4E-176E-008E-74DB62407E30}"/>
              </a:ext>
            </a:extLst>
          </p:cNvPr>
          <p:cNvSpPr/>
          <p:nvPr/>
        </p:nvSpPr>
        <p:spPr>
          <a:xfrm>
            <a:off x="9679649" y="4949549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9" name="Rectángulo: esquinas redondeadas 668">
            <a:extLst>
              <a:ext uri="{FF2B5EF4-FFF2-40B4-BE49-F238E27FC236}">
                <a16:creationId xmlns:a16="http://schemas.microsoft.com/office/drawing/2014/main" id="{FE034A4F-14B6-C25A-8912-3A6B4983968A}"/>
              </a:ext>
            </a:extLst>
          </p:cNvPr>
          <p:cNvSpPr/>
          <p:nvPr/>
        </p:nvSpPr>
        <p:spPr>
          <a:xfrm>
            <a:off x="9706408" y="5083001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0" name="Rectángulo 669">
            <a:extLst>
              <a:ext uri="{FF2B5EF4-FFF2-40B4-BE49-F238E27FC236}">
                <a16:creationId xmlns:a16="http://schemas.microsoft.com/office/drawing/2014/main" id="{3DDB3AD3-19B2-7E59-DB72-6ACF621997A3}"/>
              </a:ext>
            </a:extLst>
          </p:cNvPr>
          <p:cNvSpPr/>
          <p:nvPr/>
        </p:nvSpPr>
        <p:spPr>
          <a:xfrm>
            <a:off x="9706362" y="5135124"/>
            <a:ext cx="166688" cy="121444"/>
          </a:xfrm>
          <a:prstGeom prst="rect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1" name="Rectángulo: esquinas redondeadas 670">
            <a:extLst>
              <a:ext uri="{FF2B5EF4-FFF2-40B4-BE49-F238E27FC236}">
                <a16:creationId xmlns:a16="http://schemas.microsoft.com/office/drawing/2014/main" id="{A42571AE-AB64-DD81-AEAC-D02ED1BE374E}"/>
              </a:ext>
            </a:extLst>
          </p:cNvPr>
          <p:cNvSpPr/>
          <p:nvPr/>
        </p:nvSpPr>
        <p:spPr>
          <a:xfrm>
            <a:off x="9739700" y="5090280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2" name="Elipse 671">
            <a:extLst>
              <a:ext uri="{FF2B5EF4-FFF2-40B4-BE49-F238E27FC236}">
                <a16:creationId xmlns:a16="http://schemas.microsoft.com/office/drawing/2014/main" id="{BAA4BEEA-9CA6-1610-C7AB-993853899FAE}"/>
              </a:ext>
            </a:extLst>
          </p:cNvPr>
          <p:cNvSpPr/>
          <p:nvPr/>
        </p:nvSpPr>
        <p:spPr>
          <a:xfrm>
            <a:off x="9687368" y="4905064"/>
            <a:ext cx="209551" cy="198175"/>
          </a:xfrm>
          <a:prstGeom prst="ellipse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3" name="Elipse 672">
            <a:extLst>
              <a:ext uri="{FF2B5EF4-FFF2-40B4-BE49-F238E27FC236}">
                <a16:creationId xmlns:a16="http://schemas.microsoft.com/office/drawing/2014/main" id="{F42EF84C-1F61-EFA3-D57C-10F3B722C6E6}"/>
              </a:ext>
            </a:extLst>
          </p:cNvPr>
          <p:cNvSpPr/>
          <p:nvPr/>
        </p:nvSpPr>
        <p:spPr>
          <a:xfrm rot="872776">
            <a:off x="9754162" y="488353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4" name="Conector recto 673">
            <a:extLst>
              <a:ext uri="{FF2B5EF4-FFF2-40B4-BE49-F238E27FC236}">
                <a16:creationId xmlns:a16="http://schemas.microsoft.com/office/drawing/2014/main" id="{EAB0173E-F954-94DF-2881-74CBEE438FF4}"/>
              </a:ext>
            </a:extLst>
          </p:cNvPr>
          <p:cNvCxnSpPr>
            <a:cxnSpLocks/>
          </p:cNvCxnSpPr>
          <p:nvPr/>
        </p:nvCxnSpPr>
        <p:spPr>
          <a:xfrm>
            <a:off x="9742130" y="499013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onector recto 674">
            <a:extLst>
              <a:ext uri="{FF2B5EF4-FFF2-40B4-BE49-F238E27FC236}">
                <a16:creationId xmlns:a16="http://schemas.microsoft.com/office/drawing/2014/main" id="{84ED549B-3043-3A9B-BAE5-4DF7AECED90E}"/>
              </a:ext>
            </a:extLst>
          </p:cNvPr>
          <p:cNvCxnSpPr>
            <a:cxnSpLocks/>
          </p:cNvCxnSpPr>
          <p:nvPr/>
        </p:nvCxnSpPr>
        <p:spPr>
          <a:xfrm flipV="1">
            <a:off x="9791368" y="499013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Elipse 675">
            <a:extLst>
              <a:ext uri="{FF2B5EF4-FFF2-40B4-BE49-F238E27FC236}">
                <a16:creationId xmlns:a16="http://schemas.microsoft.com/office/drawing/2014/main" id="{618E7C30-340D-BF46-615C-297BAB4A68DC}"/>
              </a:ext>
            </a:extLst>
          </p:cNvPr>
          <p:cNvSpPr/>
          <p:nvPr/>
        </p:nvSpPr>
        <p:spPr>
          <a:xfrm rot="19333876">
            <a:off x="9673703" y="489679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7" name="Conector recto 676">
            <a:extLst>
              <a:ext uri="{FF2B5EF4-FFF2-40B4-BE49-F238E27FC236}">
                <a16:creationId xmlns:a16="http://schemas.microsoft.com/office/drawing/2014/main" id="{1E59DCDA-F580-F686-2A3B-1408BCA87028}"/>
              </a:ext>
            </a:extLst>
          </p:cNvPr>
          <p:cNvCxnSpPr>
            <a:cxnSpLocks/>
          </p:cNvCxnSpPr>
          <p:nvPr/>
        </p:nvCxnSpPr>
        <p:spPr>
          <a:xfrm>
            <a:off x="9761777" y="507506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ángulo: esquinas redondeadas 391">
            <a:extLst>
              <a:ext uri="{FF2B5EF4-FFF2-40B4-BE49-F238E27FC236}">
                <a16:creationId xmlns:a16="http://schemas.microsoft.com/office/drawing/2014/main" id="{CD3D62B8-1E98-F2F7-AF08-0866D002BAA5}"/>
              </a:ext>
            </a:extLst>
          </p:cNvPr>
          <p:cNvSpPr/>
          <p:nvPr/>
        </p:nvSpPr>
        <p:spPr>
          <a:xfrm>
            <a:off x="7849726" y="4870559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3F39B22C-B7BA-B610-E12C-E5FD26AD42C8}"/>
              </a:ext>
            </a:extLst>
          </p:cNvPr>
          <p:cNvSpPr/>
          <p:nvPr/>
        </p:nvSpPr>
        <p:spPr>
          <a:xfrm>
            <a:off x="7849680" y="492268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Rectángulo: esquinas redondeadas 393">
            <a:extLst>
              <a:ext uri="{FF2B5EF4-FFF2-40B4-BE49-F238E27FC236}">
                <a16:creationId xmlns:a16="http://schemas.microsoft.com/office/drawing/2014/main" id="{C963870F-D17B-8765-AE55-39A65323A4DF}"/>
              </a:ext>
            </a:extLst>
          </p:cNvPr>
          <p:cNvSpPr/>
          <p:nvPr/>
        </p:nvSpPr>
        <p:spPr>
          <a:xfrm>
            <a:off x="7883018" y="4877838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Elipse 394">
            <a:extLst>
              <a:ext uri="{FF2B5EF4-FFF2-40B4-BE49-F238E27FC236}">
                <a16:creationId xmlns:a16="http://schemas.microsoft.com/office/drawing/2014/main" id="{2AD3F04F-BB9D-1CE2-36EA-8598ED4A1D15}"/>
              </a:ext>
            </a:extLst>
          </p:cNvPr>
          <p:cNvSpPr/>
          <p:nvPr/>
        </p:nvSpPr>
        <p:spPr>
          <a:xfrm>
            <a:off x="7830686" y="469262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3CA3F0A6-4747-425F-1C53-1F95D5F97037}"/>
              </a:ext>
            </a:extLst>
          </p:cNvPr>
          <p:cNvSpPr/>
          <p:nvPr/>
        </p:nvSpPr>
        <p:spPr>
          <a:xfrm rot="872776">
            <a:off x="7897480" y="4671089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15B6395-AC7A-0F8C-7E98-8DF87274E2AD}"/>
              </a:ext>
            </a:extLst>
          </p:cNvPr>
          <p:cNvCxnSpPr>
            <a:cxnSpLocks/>
          </p:cNvCxnSpPr>
          <p:nvPr/>
        </p:nvCxnSpPr>
        <p:spPr>
          <a:xfrm>
            <a:off x="7885448" y="477769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ector recto 397">
            <a:extLst>
              <a:ext uri="{FF2B5EF4-FFF2-40B4-BE49-F238E27FC236}">
                <a16:creationId xmlns:a16="http://schemas.microsoft.com/office/drawing/2014/main" id="{BFF1A7D6-62D7-EFA8-F72B-D5CB7800664B}"/>
              </a:ext>
            </a:extLst>
          </p:cNvPr>
          <p:cNvCxnSpPr>
            <a:cxnSpLocks/>
          </p:cNvCxnSpPr>
          <p:nvPr/>
        </p:nvCxnSpPr>
        <p:spPr>
          <a:xfrm flipV="1">
            <a:off x="7934686" y="477769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Elipse 398">
            <a:extLst>
              <a:ext uri="{FF2B5EF4-FFF2-40B4-BE49-F238E27FC236}">
                <a16:creationId xmlns:a16="http://schemas.microsoft.com/office/drawing/2014/main" id="{3E65E1C5-ADC2-8AA6-7C90-353C290D6A41}"/>
              </a:ext>
            </a:extLst>
          </p:cNvPr>
          <p:cNvSpPr/>
          <p:nvPr/>
        </p:nvSpPr>
        <p:spPr>
          <a:xfrm rot="19333876">
            <a:off x="7817021" y="4684350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0" name="Conector recto 399">
            <a:extLst>
              <a:ext uri="{FF2B5EF4-FFF2-40B4-BE49-F238E27FC236}">
                <a16:creationId xmlns:a16="http://schemas.microsoft.com/office/drawing/2014/main" id="{AEFF2E35-FED1-9E1F-995D-8E65C28346C0}"/>
              </a:ext>
            </a:extLst>
          </p:cNvPr>
          <p:cNvCxnSpPr>
            <a:cxnSpLocks/>
          </p:cNvCxnSpPr>
          <p:nvPr/>
        </p:nvCxnSpPr>
        <p:spPr>
          <a:xfrm>
            <a:off x="7905095" y="486262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Rectángulo: esquinas redondeadas 409">
            <a:extLst>
              <a:ext uri="{FF2B5EF4-FFF2-40B4-BE49-F238E27FC236}">
                <a16:creationId xmlns:a16="http://schemas.microsoft.com/office/drawing/2014/main" id="{A956E1E7-C5EB-A629-E730-649A9F6F761F}"/>
              </a:ext>
            </a:extLst>
          </p:cNvPr>
          <p:cNvSpPr/>
          <p:nvPr/>
        </p:nvSpPr>
        <p:spPr>
          <a:xfrm>
            <a:off x="6991593" y="4863926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1" name="Rectángulo 410">
            <a:extLst>
              <a:ext uri="{FF2B5EF4-FFF2-40B4-BE49-F238E27FC236}">
                <a16:creationId xmlns:a16="http://schemas.microsoft.com/office/drawing/2014/main" id="{098DC239-26D9-5002-DCB2-77D97D259318}"/>
              </a:ext>
            </a:extLst>
          </p:cNvPr>
          <p:cNvSpPr/>
          <p:nvPr/>
        </p:nvSpPr>
        <p:spPr>
          <a:xfrm>
            <a:off x="6991547" y="491604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2" name="Rectángulo: esquinas redondeadas 411">
            <a:extLst>
              <a:ext uri="{FF2B5EF4-FFF2-40B4-BE49-F238E27FC236}">
                <a16:creationId xmlns:a16="http://schemas.microsoft.com/office/drawing/2014/main" id="{93E6031E-D91A-3743-5D70-A2A7FF025817}"/>
              </a:ext>
            </a:extLst>
          </p:cNvPr>
          <p:cNvSpPr/>
          <p:nvPr/>
        </p:nvSpPr>
        <p:spPr>
          <a:xfrm>
            <a:off x="7024885" y="4871205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3" name="Elipse 412">
            <a:extLst>
              <a:ext uri="{FF2B5EF4-FFF2-40B4-BE49-F238E27FC236}">
                <a16:creationId xmlns:a16="http://schemas.microsoft.com/office/drawing/2014/main" id="{34A0C327-C703-7485-3157-C8B6BBD971A1}"/>
              </a:ext>
            </a:extLst>
          </p:cNvPr>
          <p:cNvSpPr/>
          <p:nvPr/>
        </p:nvSpPr>
        <p:spPr>
          <a:xfrm>
            <a:off x="6972553" y="468598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4" name="Elipse 413">
            <a:extLst>
              <a:ext uri="{FF2B5EF4-FFF2-40B4-BE49-F238E27FC236}">
                <a16:creationId xmlns:a16="http://schemas.microsoft.com/office/drawing/2014/main" id="{7AFE08C1-8255-D84E-6860-BAA7C76E4C59}"/>
              </a:ext>
            </a:extLst>
          </p:cNvPr>
          <p:cNvSpPr/>
          <p:nvPr/>
        </p:nvSpPr>
        <p:spPr>
          <a:xfrm rot="872776">
            <a:off x="7039347" y="466445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5" name="Conector recto 414">
            <a:extLst>
              <a:ext uri="{FF2B5EF4-FFF2-40B4-BE49-F238E27FC236}">
                <a16:creationId xmlns:a16="http://schemas.microsoft.com/office/drawing/2014/main" id="{2EB11944-D213-42BE-1EBB-C02CFAB77118}"/>
              </a:ext>
            </a:extLst>
          </p:cNvPr>
          <p:cNvCxnSpPr>
            <a:cxnSpLocks/>
          </p:cNvCxnSpPr>
          <p:nvPr/>
        </p:nvCxnSpPr>
        <p:spPr>
          <a:xfrm>
            <a:off x="7027315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ector recto 415">
            <a:extLst>
              <a:ext uri="{FF2B5EF4-FFF2-40B4-BE49-F238E27FC236}">
                <a16:creationId xmlns:a16="http://schemas.microsoft.com/office/drawing/2014/main" id="{33715577-C8A2-1239-4D74-EEA9535416A1}"/>
              </a:ext>
            </a:extLst>
          </p:cNvPr>
          <p:cNvCxnSpPr>
            <a:cxnSpLocks/>
          </p:cNvCxnSpPr>
          <p:nvPr/>
        </p:nvCxnSpPr>
        <p:spPr>
          <a:xfrm flipV="1">
            <a:off x="7076553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Elipse 416">
            <a:extLst>
              <a:ext uri="{FF2B5EF4-FFF2-40B4-BE49-F238E27FC236}">
                <a16:creationId xmlns:a16="http://schemas.microsoft.com/office/drawing/2014/main" id="{71CD5E68-23EC-6863-D840-6E76B3960460}"/>
              </a:ext>
            </a:extLst>
          </p:cNvPr>
          <p:cNvSpPr/>
          <p:nvPr/>
        </p:nvSpPr>
        <p:spPr>
          <a:xfrm rot="19333876">
            <a:off x="6958888" y="467771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8" name="Conector recto 417">
            <a:extLst>
              <a:ext uri="{FF2B5EF4-FFF2-40B4-BE49-F238E27FC236}">
                <a16:creationId xmlns:a16="http://schemas.microsoft.com/office/drawing/2014/main" id="{08EF6068-E20C-450A-EA2F-CA32C089516B}"/>
              </a:ext>
            </a:extLst>
          </p:cNvPr>
          <p:cNvCxnSpPr>
            <a:cxnSpLocks/>
          </p:cNvCxnSpPr>
          <p:nvPr/>
        </p:nvCxnSpPr>
        <p:spPr>
          <a:xfrm>
            <a:off x="7046962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Rectángulo: esquinas redondeadas 418">
            <a:extLst>
              <a:ext uri="{FF2B5EF4-FFF2-40B4-BE49-F238E27FC236}">
                <a16:creationId xmlns:a16="http://schemas.microsoft.com/office/drawing/2014/main" id="{C421808B-9DD2-D97A-D65B-53BE0FFF6A4D}"/>
              </a:ext>
            </a:extLst>
          </p:cNvPr>
          <p:cNvSpPr/>
          <p:nvPr/>
        </p:nvSpPr>
        <p:spPr>
          <a:xfrm>
            <a:off x="1812362" y="4863926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0" name="Rectángulo 419">
            <a:extLst>
              <a:ext uri="{FF2B5EF4-FFF2-40B4-BE49-F238E27FC236}">
                <a16:creationId xmlns:a16="http://schemas.microsoft.com/office/drawing/2014/main" id="{4D33C88C-DEB2-99C3-DF93-5532D423DBCA}"/>
              </a:ext>
            </a:extLst>
          </p:cNvPr>
          <p:cNvSpPr/>
          <p:nvPr/>
        </p:nvSpPr>
        <p:spPr>
          <a:xfrm>
            <a:off x="1812316" y="491604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1" name="Rectángulo: esquinas redondeadas 420">
            <a:extLst>
              <a:ext uri="{FF2B5EF4-FFF2-40B4-BE49-F238E27FC236}">
                <a16:creationId xmlns:a16="http://schemas.microsoft.com/office/drawing/2014/main" id="{CE5DDCAF-76B9-6787-E023-9D7886DECE06}"/>
              </a:ext>
            </a:extLst>
          </p:cNvPr>
          <p:cNvSpPr/>
          <p:nvPr/>
        </p:nvSpPr>
        <p:spPr>
          <a:xfrm>
            <a:off x="1845654" y="4871205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2" name="Elipse 421">
            <a:extLst>
              <a:ext uri="{FF2B5EF4-FFF2-40B4-BE49-F238E27FC236}">
                <a16:creationId xmlns:a16="http://schemas.microsoft.com/office/drawing/2014/main" id="{5F90CE25-A7B4-AAFB-E9B3-A396878412B5}"/>
              </a:ext>
            </a:extLst>
          </p:cNvPr>
          <p:cNvSpPr/>
          <p:nvPr/>
        </p:nvSpPr>
        <p:spPr>
          <a:xfrm>
            <a:off x="1793322" y="468598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3" name="Elipse 422">
            <a:extLst>
              <a:ext uri="{FF2B5EF4-FFF2-40B4-BE49-F238E27FC236}">
                <a16:creationId xmlns:a16="http://schemas.microsoft.com/office/drawing/2014/main" id="{2CCB5F7C-B3F4-E89A-253F-9377DF3CA7DD}"/>
              </a:ext>
            </a:extLst>
          </p:cNvPr>
          <p:cNvSpPr/>
          <p:nvPr/>
        </p:nvSpPr>
        <p:spPr>
          <a:xfrm rot="872776">
            <a:off x="1860116" y="466445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4" name="Conector recto 423">
            <a:extLst>
              <a:ext uri="{FF2B5EF4-FFF2-40B4-BE49-F238E27FC236}">
                <a16:creationId xmlns:a16="http://schemas.microsoft.com/office/drawing/2014/main" id="{FC116604-FE7B-FEB9-CCC1-7654B2D8CCC3}"/>
              </a:ext>
            </a:extLst>
          </p:cNvPr>
          <p:cNvCxnSpPr>
            <a:cxnSpLocks/>
          </p:cNvCxnSpPr>
          <p:nvPr/>
        </p:nvCxnSpPr>
        <p:spPr>
          <a:xfrm>
            <a:off x="1848084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ector recto 424">
            <a:extLst>
              <a:ext uri="{FF2B5EF4-FFF2-40B4-BE49-F238E27FC236}">
                <a16:creationId xmlns:a16="http://schemas.microsoft.com/office/drawing/2014/main" id="{D66DA86A-EA58-4BC0-2863-4FAA8861B2E4}"/>
              </a:ext>
            </a:extLst>
          </p:cNvPr>
          <p:cNvCxnSpPr>
            <a:cxnSpLocks/>
          </p:cNvCxnSpPr>
          <p:nvPr/>
        </p:nvCxnSpPr>
        <p:spPr>
          <a:xfrm flipV="1">
            <a:off x="1897322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Elipse 425">
            <a:extLst>
              <a:ext uri="{FF2B5EF4-FFF2-40B4-BE49-F238E27FC236}">
                <a16:creationId xmlns:a16="http://schemas.microsoft.com/office/drawing/2014/main" id="{B68A0246-6CBC-CB8D-5750-B4649B3C1EF2}"/>
              </a:ext>
            </a:extLst>
          </p:cNvPr>
          <p:cNvSpPr/>
          <p:nvPr/>
        </p:nvSpPr>
        <p:spPr>
          <a:xfrm rot="19333876">
            <a:off x="1779657" y="467771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7" name="Conector recto 426">
            <a:extLst>
              <a:ext uri="{FF2B5EF4-FFF2-40B4-BE49-F238E27FC236}">
                <a16:creationId xmlns:a16="http://schemas.microsoft.com/office/drawing/2014/main" id="{782BF78B-401B-BC4A-7473-64C61EF3896E}"/>
              </a:ext>
            </a:extLst>
          </p:cNvPr>
          <p:cNvCxnSpPr>
            <a:cxnSpLocks/>
          </p:cNvCxnSpPr>
          <p:nvPr/>
        </p:nvCxnSpPr>
        <p:spPr>
          <a:xfrm>
            <a:off x="1867731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ectángulo: esquinas redondeadas 427">
            <a:extLst>
              <a:ext uri="{FF2B5EF4-FFF2-40B4-BE49-F238E27FC236}">
                <a16:creationId xmlns:a16="http://schemas.microsoft.com/office/drawing/2014/main" id="{B4CBC279-7D19-86BD-1046-36E9A8145269}"/>
              </a:ext>
            </a:extLst>
          </p:cNvPr>
          <p:cNvSpPr/>
          <p:nvPr/>
        </p:nvSpPr>
        <p:spPr>
          <a:xfrm>
            <a:off x="583550" y="4863926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9" name="Rectángulo 428">
            <a:extLst>
              <a:ext uri="{FF2B5EF4-FFF2-40B4-BE49-F238E27FC236}">
                <a16:creationId xmlns:a16="http://schemas.microsoft.com/office/drawing/2014/main" id="{4BD1D343-95AE-0A0E-0000-1A6AFAFE0EAD}"/>
              </a:ext>
            </a:extLst>
          </p:cNvPr>
          <p:cNvSpPr/>
          <p:nvPr/>
        </p:nvSpPr>
        <p:spPr>
          <a:xfrm>
            <a:off x="583504" y="4916049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0" name="Rectángulo: esquinas redondeadas 429">
            <a:extLst>
              <a:ext uri="{FF2B5EF4-FFF2-40B4-BE49-F238E27FC236}">
                <a16:creationId xmlns:a16="http://schemas.microsoft.com/office/drawing/2014/main" id="{9F574BE2-E0E1-DC11-2D30-DB78D76FDAA8}"/>
              </a:ext>
            </a:extLst>
          </p:cNvPr>
          <p:cNvSpPr/>
          <p:nvPr/>
        </p:nvSpPr>
        <p:spPr>
          <a:xfrm>
            <a:off x="616842" y="4871205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1" name="Elipse 430">
            <a:extLst>
              <a:ext uri="{FF2B5EF4-FFF2-40B4-BE49-F238E27FC236}">
                <a16:creationId xmlns:a16="http://schemas.microsoft.com/office/drawing/2014/main" id="{F301A9D8-B927-8709-9CA6-4D2EBED9FD6F}"/>
              </a:ext>
            </a:extLst>
          </p:cNvPr>
          <p:cNvSpPr/>
          <p:nvPr/>
        </p:nvSpPr>
        <p:spPr>
          <a:xfrm>
            <a:off x="564510" y="4685989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2" name="Elipse 431">
            <a:extLst>
              <a:ext uri="{FF2B5EF4-FFF2-40B4-BE49-F238E27FC236}">
                <a16:creationId xmlns:a16="http://schemas.microsoft.com/office/drawing/2014/main" id="{D369CEA1-18AA-5DF0-3A1E-5F6BDA9798CD}"/>
              </a:ext>
            </a:extLst>
          </p:cNvPr>
          <p:cNvSpPr/>
          <p:nvPr/>
        </p:nvSpPr>
        <p:spPr>
          <a:xfrm rot="872776">
            <a:off x="631304" y="466445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3" name="Conector recto 432">
            <a:extLst>
              <a:ext uri="{FF2B5EF4-FFF2-40B4-BE49-F238E27FC236}">
                <a16:creationId xmlns:a16="http://schemas.microsoft.com/office/drawing/2014/main" id="{5988B44F-8933-6DBA-3B37-574EEA89E369}"/>
              </a:ext>
            </a:extLst>
          </p:cNvPr>
          <p:cNvCxnSpPr>
            <a:cxnSpLocks/>
          </p:cNvCxnSpPr>
          <p:nvPr/>
        </p:nvCxnSpPr>
        <p:spPr>
          <a:xfrm>
            <a:off x="619272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ector recto 433">
            <a:extLst>
              <a:ext uri="{FF2B5EF4-FFF2-40B4-BE49-F238E27FC236}">
                <a16:creationId xmlns:a16="http://schemas.microsoft.com/office/drawing/2014/main" id="{AF8D6AAD-3A8A-F604-1FD4-51F943E3CAD0}"/>
              </a:ext>
            </a:extLst>
          </p:cNvPr>
          <p:cNvCxnSpPr>
            <a:cxnSpLocks/>
          </p:cNvCxnSpPr>
          <p:nvPr/>
        </p:nvCxnSpPr>
        <p:spPr>
          <a:xfrm flipV="1">
            <a:off x="668510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Elipse 434">
            <a:extLst>
              <a:ext uri="{FF2B5EF4-FFF2-40B4-BE49-F238E27FC236}">
                <a16:creationId xmlns:a16="http://schemas.microsoft.com/office/drawing/2014/main" id="{F9EAFAB0-E937-1A70-080E-E997B39E51DC}"/>
              </a:ext>
            </a:extLst>
          </p:cNvPr>
          <p:cNvSpPr/>
          <p:nvPr/>
        </p:nvSpPr>
        <p:spPr>
          <a:xfrm rot="19333876">
            <a:off x="550845" y="467771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6" name="Conector recto 435">
            <a:extLst>
              <a:ext uri="{FF2B5EF4-FFF2-40B4-BE49-F238E27FC236}">
                <a16:creationId xmlns:a16="http://schemas.microsoft.com/office/drawing/2014/main" id="{A5603BB0-EAA3-B08A-59E7-722AA50BFA82}"/>
              </a:ext>
            </a:extLst>
          </p:cNvPr>
          <p:cNvCxnSpPr>
            <a:cxnSpLocks/>
          </p:cNvCxnSpPr>
          <p:nvPr/>
        </p:nvCxnSpPr>
        <p:spPr>
          <a:xfrm>
            <a:off x="638919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6" name="Rectángulo: esquinas redondeadas 445">
            <a:extLst>
              <a:ext uri="{FF2B5EF4-FFF2-40B4-BE49-F238E27FC236}">
                <a16:creationId xmlns:a16="http://schemas.microsoft.com/office/drawing/2014/main" id="{0BCDAD96-0940-70E2-1F67-F531FE85A455}"/>
              </a:ext>
            </a:extLst>
          </p:cNvPr>
          <p:cNvSpPr/>
          <p:nvPr/>
        </p:nvSpPr>
        <p:spPr>
          <a:xfrm>
            <a:off x="11228488" y="4863926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7" name="Rectángulo 446">
            <a:extLst>
              <a:ext uri="{FF2B5EF4-FFF2-40B4-BE49-F238E27FC236}">
                <a16:creationId xmlns:a16="http://schemas.microsoft.com/office/drawing/2014/main" id="{BE6F8D63-77DF-DAB3-3585-3B16DEB10D3A}"/>
              </a:ext>
            </a:extLst>
          </p:cNvPr>
          <p:cNvSpPr/>
          <p:nvPr/>
        </p:nvSpPr>
        <p:spPr>
          <a:xfrm>
            <a:off x="11228442" y="4916049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8" name="Rectángulo: esquinas redondeadas 447">
            <a:extLst>
              <a:ext uri="{FF2B5EF4-FFF2-40B4-BE49-F238E27FC236}">
                <a16:creationId xmlns:a16="http://schemas.microsoft.com/office/drawing/2014/main" id="{619FE6BC-A3D8-01DA-0D78-7374EE2969DC}"/>
              </a:ext>
            </a:extLst>
          </p:cNvPr>
          <p:cNvSpPr/>
          <p:nvPr/>
        </p:nvSpPr>
        <p:spPr>
          <a:xfrm>
            <a:off x="11261780" y="4871205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E6169780-8351-B342-3E9E-6AEF2927476A}"/>
              </a:ext>
            </a:extLst>
          </p:cNvPr>
          <p:cNvSpPr/>
          <p:nvPr/>
        </p:nvSpPr>
        <p:spPr>
          <a:xfrm>
            <a:off x="11209448" y="4685989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246654E2-5607-C5E7-15A7-0928B8CE8483}"/>
              </a:ext>
            </a:extLst>
          </p:cNvPr>
          <p:cNvSpPr/>
          <p:nvPr/>
        </p:nvSpPr>
        <p:spPr>
          <a:xfrm rot="872776">
            <a:off x="11276242" y="466445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1" name="Conector recto 450">
            <a:extLst>
              <a:ext uri="{FF2B5EF4-FFF2-40B4-BE49-F238E27FC236}">
                <a16:creationId xmlns:a16="http://schemas.microsoft.com/office/drawing/2014/main" id="{E9C7C304-0852-A3E9-A070-4B7D08317AD7}"/>
              </a:ext>
            </a:extLst>
          </p:cNvPr>
          <p:cNvCxnSpPr>
            <a:cxnSpLocks/>
          </p:cNvCxnSpPr>
          <p:nvPr/>
        </p:nvCxnSpPr>
        <p:spPr>
          <a:xfrm>
            <a:off x="11264210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451">
            <a:extLst>
              <a:ext uri="{FF2B5EF4-FFF2-40B4-BE49-F238E27FC236}">
                <a16:creationId xmlns:a16="http://schemas.microsoft.com/office/drawing/2014/main" id="{0570381D-33B1-BB56-3608-2F7B03A3B42B}"/>
              </a:ext>
            </a:extLst>
          </p:cNvPr>
          <p:cNvCxnSpPr>
            <a:cxnSpLocks/>
          </p:cNvCxnSpPr>
          <p:nvPr/>
        </p:nvCxnSpPr>
        <p:spPr>
          <a:xfrm flipV="1">
            <a:off x="11313448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Elipse 452">
            <a:extLst>
              <a:ext uri="{FF2B5EF4-FFF2-40B4-BE49-F238E27FC236}">
                <a16:creationId xmlns:a16="http://schemas.microsoft.com/office/drawing/2014/main" id="{6824CB53-B7C2-1080-0252-BFA4910F1152}"/>
              </a:ext>
            </a:extLst>
          </p:cNvPr>
          <p:cNvSpPr/>
          <p:nvPr/>
        </p:nvSpPr>
        <p:spPr>
          <a:xfrm rot="19333876">
            <a:off x="11195783" y="467771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4" name="Conector recto 453">
            <a:extLst>
              <a:ext uri="{FF2B5EF4-FFF2-40B4-BE49-F238E27FC236}">
                <a16:creationId xmlns:a16="http://schemas.microsoft.com/office/drawing/2014/main" id="{92C7DD36-C993-080A-545D-CF785B77709C}"/>
              </a:ext>
            </a:extLst>
          </p:cNvPr>
          <p:cNvCxnSpPr>
            <a:cxnSpLocks/>
          </p:cNvCxnSpPr>
          <p:nvPr/>
        </p:nvCxnSpPr>
        <p:spPr>
          <a:xfrm>
            <a:off x="11283857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Rectángulo: esquinas redondeadas 454">
            <a:extLst>
              <a:ext uri="{FF2B5EF4-FFF2-40B4-BE49-F238E27FC236}">
                <a16:creationId xmlns:a16="http://schemas.microsoft.com/office/drawing/2014/main" id="{8A0C65E9-92EF-B373-292C-3BF66EDED71B}"/>
              </a:ext>
            </a:extLst>
          </p:cNvPr>
          <p:cNvSpPr/>
          <p:nvPr/>
        </p:nvSpPr>
        <p:spPr>
          <a:xfrm>
            <a:off x="9817580" y="46131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6" name="Rectángulo 455">
            <a:extLst>
              <a:ext uri="{FF2B5EF4-FFF2-40B4-BE49-F238E27FC236}">
                <a16:creationId xmlns:a16="http://schemas.microsoft.com/office/drawing/2014/main" id="{E76FB396-8FE9-9E0B-72C7-B9FEAFBB3CB9}"/>
              </a:ext>
            </a:extLst>
          </p:cNvPr>
          <p:cNvSpPr/>
          <p:nvPr/>
        </p:nvSpPr>
        <p:spPr>
          <a:xfrm>
            <a:off x="9817534" y="46652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7" name="Rectángulo: esquinas redondeadas 456">
            <a:extLst>
              <a:ext uri="{FF2B5EF4-FFF2-40B4-BE49-F238E27FC236}">
                <a16:creationId xmlns:a16="http://schemas.microsoft.com/office/drawing/2014/main" id="{AAFDCA05-1CA0-A93D-2674-11BE6A8B2ADA}"/>
              </a:ext>
            </a:extLst>
          </p:cNvPr>
          <p:cNvSpPr/>
          <p:nvPr/>
        </p:nvSpPr>
        <p:spPr>
          <a:xfrm>
            <a:off x="9850872" y="46203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4266059C-EFA0-F420-BFD5-86E32F407BDB}"/>
              </a:ext>
            </a:extLst>
          </p:cNvPr>
          <p:cNvSpPr/>
          <p:nvPr/>
        </p:nvSpPr>
        <p:spPr>
          <a:xfrm>
            <a:off x="9798540" y="44351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95CE2FE4-F423-663E-4C66-E5F0E94D9E20}"/>
              </a:ext>
            </a:extLst>
          </p:cNvPr>
          <p:cNvSpPr/>
          <p:nvPr/>
        </p:nvSpPr>
        <p:spPr>
          <a:xfrm rot="872776">
            <a:off x="9865334" y="44136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0" name="Conector recto 459">
            <a:extLst>
              <a:ext uri="{FF2B5EF4-FFF2-40B4-BE49-F238E27FC236}">
                <a16:creationId xmlns:a16="http://schemas.microsoft.com/office/drawing/2014/main" id="{1AAAB05D-E8CD-0104-FE61-0CA6441A8FD3}"/>
              </a:ext>
            </a:extLst>
          </p:cNvPr>
          <p:cNvCxnSpPr>
            <a:cxnSpLocks/>
          </p:cNvCxnSpPr>
          <p:nvPr/>
        </p:nvCxnSpPr>
        <p:spPr>
          <a:xfrm>
            <a:off x="9853302" y="45202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460">
            <a:extLst>
              <a:ext uri="{FF2B5EF4-FFF2-40B4-BE49-F238E27FC236}">
                <a16:creationId xmlns:a16="http://schemas.microsoft.com/office/drawing/2014/main" id="{41D284D0-03CA-4016-734B-F9A4C2275654}"/>
              </a:ext>
            </a:extLst>
          </p:cNvPr>
          <p:cNvCxnSpPr>
            <a:cxnSpLocks/>
          </p:cNvCxnSpPr>
          <p:nvPr/>
        </p:nvCxnSpPr>
        <p:spPr>
          <a:xfrm flipV="1">
            <a:off x="9902540" y="45202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Elipse 461">
            <a:extLst>
              <a:ext uri="{FF2B5EF4-FFF2-40B4-BE49-F238E27FC236}">
                <a16:creationId xmlns:a16="http://schemas.microsoft.com/office/drawing/2014/main" id="{5C90D075-CC77-445C-8DA6-9E70EC905EAF}"/>
              </a:ext>
            </a:extLst>
          </p:cNvPr>
          <p:cNvSpPr/>
          <p:nvPr/>
        </p:nvSpPr>
        <p:spPr>
          <a:xfrm rot="19333876">
            <a:off x="9784875" y="44269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B0A3B33F-BE17-ADCB-D668-4E75AB816C2A}"/>
              </a:ext>
            </a:extLst>
          </p:cNvPr>
          <p:cNvCxnSpPr>
            <a:cxnSpLocks/>
          </p:cNvCxnSpPr>
          <p:nvPr/>
        </p:nvCxnSpPr>
        <p:spPr>
          <a:xfrm>
            <a:off x="9872949" y="46051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Rectángulo: esquinas redondeadas 463">
            <a:extLst>
              <a:ext uri="{FF2B5EF4-FFF2-40B4-BE49-F238E27FC236}">
                <a16:creationId xmlns:a16="http://schemas.microsoft.com/office/drawing/2014/main" id="{0FFB12CA-111B-8A6A-E66E-4A51F0F5564A}"/>
              </a:ext>
            </a:extLst>
          </p:cNvPr>
          <p:cNvSpPr/>
          <p:nvPr/>
        </p:nvSpPr>
        <p:spPr>
          <a:xfrm>
            <a:off x="10070369" y="4628327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5" name="Rectángulo 464">
            <a:extLst>
              <a:ext uri="{FF2B5EF4-FFF2-40B4-BE49-F238E27FC236}">
                <a16:creationId xmlns:a16="http://schemas.microsoft.com/office/drawing/2014/main" id="{801F5160-088F-6E46-7553-2BE5A06DB9D8}"/>
              </a:ext>
            </a:extLst>
          </p:cNvPr>
          <p:cNvSpPr/>
          <p:nvPr/>
        </p:nvSpPr>
        <p:spPr>
          <a:xfrm>
            <a:off x="10070323" y="468045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6" name="Rectángulo: esquinas redondeadas 465">
            <a:extLst>
              <a:ext uri="{FF2B5EF4-FFF2-40B4-BE49-F238E27FC236}">
                <a16:creationId xmlns:a16="http://schemas.microsoft.com/office/drawing/2014/main" id="{D91E3583-276D-CC82-225C-81FD04B50AB5}"/>
              </a:ext>
            </a:extLst>
          </p:cNvPr>
          <p:cNvSpPr/>
          <p:nvPr/>
        </p:nvSpPr>
        <p:spPr>
          <a:xfrm>
            <a:off x="10103661" y="4635606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7" name="Elipse 466">
            <a:extLst>
              <a:ext uri="{FF2B5EF4-FFF2-40B4-BE49-F238E27FC236}">
                <a16:creationId xmlns:a16="http://schemas.microsoft.com/office/drawing/2014/main" id="{6A2EB1AF-8DB0-D5D6-B366-4D04D9130EB5}"/>
              </a:ext>
            </a:extLst>
          </p:cNvPr>
          <p:cNvSpPr/>
          <p:nvPr/>
        </p:nvSpPr>
        <p:spPr>
          <a:xfrm>
            <a:off x="10051329" y="445039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3EAB3536-70AA-7523-144E-3DE781A75E56}"/>
              </a:ext>
            </a:extLst>
          </p:cNvPr>
          <p:cNvSpPr/>
          <p:nvPr/>
        </p:nvSpPr>
        <p:spPr>
          <a:xfrm rot="872776">
            <a:off x="10118123" y="4428857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9" name="Conector recto 468">
            <a:extLst>
              <a:ext uri="{FF2B5EF4-FFF2-40B4-BE49-F238E27FC236}">
                <a16:creationId xmlns:a16="http://schemas.microsoft.com/office/drawing/2014/main" id="{624B5C3E-0116-5E52-F98F-9685E9CCC484}"/>
              </a:ext>
            </a:extLst>
          </p:cNvPr>
          <p:cNvCxnSpPr>
            <a:cxnSpLocks/>
          </p:cNvCxnSpPr>
          <p:nvPr/>
        </p:nvCxnSpPr>
        <p:spPr>
          <a:xfrm>
            <a:off x="10106091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ector recto 469">
            <a:extLst>
              <a:ext uri="{FF2B5EF4-FFF2-40B4-BE49-F238E27FC236}">
                <a16:creationId xmlns:a16="http://schemas.microsoft.com/office/drawing/2014/main" id="{C4BBCE08-3F5A-753C-F9E2-74ECEA08D80C}"/>
              </a:ext>
            </a:extLst>
          </p:cNvPr>
          <p:cNvCxnSpPr>
            <a:cxnSpLocks/>
          </p:cNvCxnSpPr>
          <p:nvPr/>
        </p:nvCxnSpPr>
        <p:spPr>
          <a:xfrm flipV="1">
            <a:off x="10155329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Elipse 470">
            <a:extLst>
              <a:ext uri="{FF2B5EF4-FFF2-40B4-BE49-F238E27FC236}">
                <a16:creationId xmlns:a16="http://schemas.microsoft.com/office/drawing/2014/main" id="{F0031FF2-E45B-DAA2-09D5-FB780A99C83E}"/>
              </a:ext>
            </a:extLst>
          </p:cNvPr>
          <p:cNvSpPr/>
          <p:nvPr/>
        </p:nvSpPr>
        <p:spPr>
          <a:xfrm rot="19333876">
            <a:off x="10037664" y="4442118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2" name="Conector recto 471">
            <a:extLst>
              <a:ext uri="{FF2B5EF4-FFF2-40B4-BE49-F238E27FC236}">
                <a16:creationId xmlns:a16="http://schemas.microsoft.com/office/drawing/2014/main" id="{3D51A745-11BA-0F16-EE88-75DBCD6E3C24}"/>
              </a:ext>
            </a:extLst>
          </p:cNvPr>
          <p:cNvCxnSpPr>
            <a:cxnSpLocks/>
          </p:cNvCxnSpPr>
          <p:nvPr/>
        </p:nvCxnSpPr>
        <p:spPr>
          <a:xfrm>
            <a:off x="10125738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Rectángulo: esquinas redondeadas 472">
            <a:extLst>
              <a:ext uri="{FF2B5EF4-FFF2-40B4-BE49-F238E27FC236}">
                <a16:creationId xmlns:a16="http://schemas.microsoft.com/office/drawing/2014/main" id="{C97DCDA7-C556-18EF-30EA-74F319611B70}"/>
              </a:ext>
            </a:extLst>
          </p:cNvPr>
          <p:cNvSpPr/>
          <p:nvPr/>
        </p:nvSpPr>
        <p:spPr>
          <a:xfrm>
            <a:off x="10793423" y="4627639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4" name="Rectángulo 473">
            <a:extLst>
              <a:ext uri="{FF2B5EF4-FFF2-40B4-BE49-F238E27FC236}">
                <a16:creationId xmlns:a16="http://schemas.microsoft.com/office/drawing/2014/main" id="{808B0227-7B50-C73F-71F6-A368348E33E2}"/>
              </a:ext>
            </a:extLst>
          </p:cNvPr>
          <p:cNvSpPr/>
          <p:nvPr/>
        </p:nvSpPr>
        <p:spPr>
          <a:xfrm>
            <a:off x="10793377" y="4679762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5" name="Rectángulo: esquinas redondeadas 474">
            <a:extLst>
              <a:ext uri="{FF2B5EF4-FFF2-40B4-BE49-F238E27FC236}">
                <a16:creationId xmlns:a16="http://schemas.microsoft.com/office/drawing/2014/main" id="{A3136BDC-A2B9-77C0-D008-FAB2D8B7DBC5}"/>
              </a:ext>
            </a:extLst>
          </p:cNvPr>
          <p:cNvSpPr/>
          <p:nvPr/>
        </p:nvSpPr>
        <p:spPr>
          <a:xfrm>
            <a:off x="10826715" y="4634918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0316FA31-09E0-8584-9E30-E2D03AFD28FE}"/>
              </a:ext>
            </a:extLst>
          </p:cNvPr>
          <p:cNvSpPr/>
          <p:nvPr/>
        </p:nvSpPr>
        <p:spPr>
          <a:xfrm>
            <a:off x="10774383" y="4449702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87831DC8-C6BD-3C3C-3B94-EEC1C4F2BAB3}"/>
              </a:ext>
            </a:extLst>
          </p:cNvPr>
          <p:cNvSpPr/>
          <p:nvPr/>
        </p:nvSpPr>
        <p:spPr>
          <a:xfrm rot="872776">
            <a:off x="10841177" y="4428169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8" name="Conector recto 477">
            <a:extLst>
              <a:ext uri="{FF2B5EF4-FFF2-40B4-BE49-F238E27FC236}">
                <a16:creationId xmlns:a16="http://schemas.microsoft.com/office/drawing/2014/main" id="{09A714FB-730B-FD7D-DF97-CF7AC4AD7AE1}"/>
              </a:ext>
            </a:extLst>
          </p:cNvPr>
          <p:cNvCxnSpPr>
            <a:cxnSpLocks/>
          </p:cNvCxnSpPr>
          <p:nvPr/>
        </p:nvCxnSpPr>
        <p:spPr>
          <a:xfrm>
            <a:off x="10829145" y="453477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478">
            <a:extLst>
              <a:ext uri="{FF2B5EF4-FFF2-40B4-BE49-F238E27FC236}">
                <a16:creationId xmlns:a16="http://schemas.microsoft.com/office/drawing/2014/main" id="{1ED1609E-E0B3-4E41-67CE-FFB125889CB4}"/>
              </a:ext>
            </a:extLst>
          </p:cNvPr>
          <p:cNvCxnSpPr>
            <a:cxnSpLocks/>
          </p:cNvCxnSpPr>
          <p:nvPr/>
        </p:nvCxnSpPr>
        <p:spPr>
          <a:xfrm flipV="1">
            <a:off x="10878383" y="453477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Elipse 479">
            <a:extLst>
              <a:ext uri="{FF2B5EF4-FFF2-40B4-BE49-F238E27FC236}">
                <a16:creationId xmlns:a16="http://schemas.microsoft.com/office/drawing/2014/main" id="{7136365E-4FDB-BA35-E917-B46EE4EAED60}"/>
              </a:ext>
            </a:extLst>
          </p:cNvPr>
          <p:cNvSpPr/>
          <p:nvPr/>
        </p:nvSpPr>
        <p:spPr>
          <a:xfrm rot="19333876">
            <a:off x="10760718" y="4441430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1" name="Conector recto 480">
            <a:extLst>
              <a:ext uri="{FF2B5EF4-FFF2-40B4-BE49-F238E27FC236}">
                <a16:creationId xmlns:a16="http://schemas.microsoft.com/office/drawing/2014/main" id="{17638B62-87B5-4982-FEAB-89F85DB5AE23}"/>
              </a:ext>
            </a:extLst>
          </p:cNvPr>
          <p:cNvCxnSpPr>
            <a:cxnSpLocks/>
          </p:cNvCxnSpPr>
          <p:nvPr/>
        </p:nvCxnSpPr>
        <p:spPr>
          <a:xfrm>
            <a:off x="10848792" y="461970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Rectángulo: esquinas redondeadas 677">
            <a:extLst>
              <a:ext uri="{FF2B5EF4-FFF2-40B4-BE49-F238E27FC236}">
                <a16:creationId xmlns:a16="http://schemas.microsoft.com/office/drawing/2014/main" id="{095B7711-47C5-0C44-0582-153AC117BBCC}"/>
              </a:ext>
            </a:extLst>
          </p:cNvPr>
          <p:cNvSpPr/>
          <p:nvPr/>
        </p:nvSpPr>
        <p:spPr>
          <a:xfrm>
            <a:off x="2164798" y="485733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9" name="Rectángulo 678">
            <a:extLst>
              <a:ext uri="{FF2B5EF4-FFF2-40B4-BE49-F238E27FC236}">
                <a16:creationId xmlns:a16="http://schemas.microsoft.com/office/drawing/2014/main" id="{6D6BCE64-6415-0949-DEA9-3901436C1B7B}"/>
              </a:ext>
            </a:extLst>
          </p:cNvPr>
          <p:cNvSpPr/>
          <p:nvPr/>
        </p:nvSpPr>
        <p:spPr>
          <a:xfrm>
            <a:off x="2164752" y="490945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0" name="Rectángulo: esquinas redondeadas 679">
            <a:extLst>
              <a:ext uri="{FF2B5EF4-FFF2-40B4-BE49-F238E27FC236}">
                <a16:creationId xmlns:a16="http://schemas.microsoft.com/office/drawing/2014/main" id="{CA516ED1-320C-5C02-6491-04C88E0D3BD9}"/>
              </a:ext>
            </a:extLst>
          </p:cNvPr>
          <p:cNvSpPr/>
          <p:nvPr/>
        </p:nvSpPr>
        <p:spPr>
          <a:xfrm>
            <a:off x="2198090" y="486461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1" name="Elipse 680">
            <a:extLst>
              <a:ext uri="{FF2B5EF4-FFF2-40B4-BE49-F238E27FC236}">
                <a16:creationId xmlns:a16="http://schemas.microsoft.com/office/drawing/2014/main" id="{47E25AA9-9719-2B52-8543-0403E315328D}"/>
              </a:ext>
            </a:extLst>
          </p:cNvPr>
          <p:cNvSpPr/>
          <p:nvPr/>
        </p:nvSpPr>
        <p:spPr>
          <a:xfrm>
            <a:off x="2145758" y="467939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2" name="Elipse 681">
            <a:extLst>
              <a:ext uri="{FF2B5EF4-FFF2-40B4-BE49-F238E27FC236}">
                <a16:creationId xmlns:a16="http://schemas.microsoft.com/office/drawing/2014/main" id="{9687871D-261B-8C2C-D438-FEE7D6CDA218}"/>
              </a:ext>
            </a:extLst>
          </p:cNvPr>
          <p:cNvSpPr/>
          <p:nvPr/>
        </p:nvSpPr>
        <p:spPr>
          <a:xfrm rot="872776">
            <a:off x="2212552" y="465786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3" name="Conector recto 682">
            <a:extLst>
              <a:ext uri="{FF2B5EF4-FFF2-40B4-BE49-F238E27FC236}">
                <a16:creationId xmlns:a16="http://schemas.microsoft.com/office/drawing/2014/main" id="{A7B6864D-1091-8AE7-7930-EF4F7E3AB4EF}"/>
              </a:ext>
            </a:extLst>
          </p:cNvPr>
          <p:cNvCxnSpPr>
            <a:cxnSpLocks/>
          </p:cNvCxnSpPr>
          <p:nvPr/>
        </p:nvCxnSpPr>
        <p:spPr>
          <a:xfrm>
            <a:off x="2200520" y="476447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onector recto 683">
            <a:extLst>
              <a:ext uri="{FF2B5EF4-FFF2-40B4-BE49-F238E27FC236}">
                <a16:creationId xmlns:a16="http://schemas.microsoft.com/office/drawing/2014/main" id="{B34B50BC-0FB8-B763-0944-26369F8CE92B}"/>
              </a:ext>
            </a:extLst>
          </p:cNvPr>
          <p:cNvCxnSpPr>
            <a:cxnSpLocks/>
          </p:cNvCxnSpPr>
          <p:nvPr/>
        </p:nvCxnSpPr>
        <p:spPr>
          <a:xfrm flipV="1">
            <a:off x="2249758" y="476447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5" name="Elipse 684">
            <a:extLst>
              <a:ext uri="{FF2B5EF4-FFF2-40B4-BE49-F238E27FC236}">
                <a16:creationId xmlns:a16="http://schemas.microsoft.com/office/drawing/2014/main" id="{56A8F402-8478-E9DF-7AA8-53000783553A}"/>
              </a:ext>
            </a:extLst>
          </p:cNvPr>
          <p:cNvSpPr/>
          <p:nvPr/>
        </p:nvSpPr>
        <p:spPr>
          <a:xfrm rot="19333876">
            <a:off x="2132093" y="467112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6" name="Conector recto 685">
            <a:extLst>
              <a:ext uri="{FF2B5EF4-FFF2-40B4-BE49-F238E27FC236}">
                <a16:creationId xmlns:a16="http://schemas.microsoft.com/office/drawing/2014/main" id="{AB72A84D-8404-DD14-2C5C-F2B3D2D7477A}"/>
              </a:ext>
            </a:extLst>
          </p:cNvPr>
          <p:cNvCxnSpPr>
            <a:cxnSpLocks/>
          </p:cNvCxnSpPr>
          <p:nvPr/>
        </p:nvCxnSpPr>
        <p:spPr>
          <a:xfrm>
            <a:off x="2220167" y="484940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ángulo: esquinas redondeadas 686">
            <a:extLst>
              <a:ext uri="{FF2B5EF4-FFF2-40B4-BE49-F238E27FC236}">
                <a16:creationId xmlns:a16="http://schemas.microsoft.com/office/drawing/2014/main" id="{36C8A7BD-E4C6-235F-C48B-1D96B44CAA1D}"/>
              </a:ext>
            </a:extLst>
          </p:cNvPr>
          <p:cNvSpPr/>
          <p:nvPr/>
        </p:nvSpPr>
        <p:spPr>
          <a:xfrm>
            <a:off x="1426442" y="4886712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8" name="Rectángulo 687">
            <a:extLst>
              <a:ext uri="{FF2B5EF4-FFF2-40B4-BE49-F238E27FC236}">
                <a16:creationId xmlns:a16="http://schemas.microsoft.com/office/drawing/2014/main" id="{34E2A11A-5A4F-FD29-118B-8CA57B0ACC7C}"/>
              </a:ext>
            </a:extLst>
          </p:cNvPr>
          <p:cNvSpPr/>
          <p:nvPr/>
        </p:nvSpPr>
        <p:spPr>
          <a:xfrm>
            <a:off x="1426396" y="4938835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9" name="Rectángulo: esquinas redondeadas 688">
            <a:extLst>
              <a:ext uri="{FF2B5EF4-FFF2-40B4-BE49-F238E27FC236}">
                <a16:creationId xmlns:a16="http://schemas.microsoft.com/office/drawing/2014/main" id="{3EE1866B-9D9A-E8B8-FF1F-E5404BB6CAD3}"/>
              </a:ext>
            </a:extLst>
          </p:cNvPr>
          <p:cNvSpPr/>
          <p:nvPr/>
        </p:nvSpPr>
        <p:spPr>
          <a:xfrm>
            <a:off x="1459734" y="4893991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0" name="Elipse 689">
            <a:extLst>
              <a:ext uri="{FF2B5EF4-FFF2-40B4-BE49-F238E27FC236}">
                <a16:creationId xmlns:a16="http://schemas.microsoft.com/office/drawing/2014/main" id="{419BFE8B-F25A-F535-0228-411C0F3D56E9}"/>
              </a:ext>
            </a:extLst>
          </p:cNvPr>
          <p:cNvSpPr/>
          <p:nvPr/>
        </p:nvSpPr>
        <p:spPr>
          <a:xfrm>
            <a:off x="1407402" y="4708775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1" name="Elipse 690">
            <a:extLst>
              <a:ext uri="{FF2B5EF4-FFF2-40B4-BE49-F238E27FC236}">
                <a16:creationId xmlns:a16="http://schemas.microsoft.com/office/drawing/2014/main" id="{756C2920-81BE-8203-035B-5DE57A2AFBB4}"/>
              </a:ext>
            </a:extLst>
          </p:cNvPr>
          <p:cNvSpPr/>
          <p:nvPr/>
        </p:nvSpPr>
        <p:spPr>
          <a:xfrm rot="872776">
            <a:off x="1474196" y="468724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2" name="Conector recto 691">
            <a:extLst>
              <a:ext uri="{FF2B5EF4-FFF2-40B4-BE49-F238E27FC236}">
                <a16:creationId xmlns:a16="http://schemas.microsoft.com/office/drawing/2014/main" id="{B0A167B5-593F-E869-7169-08AA2B4707E5}"/>
              </a:ext>
            </a:extLst>
          </p:cNvPr>
          <p:cNvCxnSpPr>
            <a:cxnSpLocks/>
          </p:cNvCxnSpPr>
          <p:nvPr/>
        </p:nvCxnSpPr>
        <p:spPr>
          <a:xfrm>
            <a:off x="1462164" y="479385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onector recto 692">
            <a:extLst>
              <a:ext uri="{FF2B5EF4-FFF2-40B4-BE49-F238E27FC236}">
                <a16:creationId xmlns:a16="http://schemas.microsoft.com/office/drawing/2014/main" id="{8DF02959-F550-815B-C288-BAAC85F3B819}"/>
              </a:ext>
            </a:extLst>
          </p:cNvPr>
          <p:cNvCxnSpPr>
            <a:cxnSpLocks/>
          </p:cNvCxnSpPr>
          <p:nvPr/>
        </p:nvCxnSpPr>
        <p:spPr>
          <a:xfrm flipV="1">
            <a:off x="1511402" y="479385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4" name="Elipse 693">
            <a:extLst>
              <a:ext uri="{FF2B5EF4-FFF2-40B4-BE49-F238E27FC236}">
                <a16:creationId xmlns:a16="http://schemas.microsoft.com/office/drawing/2014/main" id="{8647E069-359D-F829-3B94-83048071709B}"/>
              </a:ext>
            </a:extLst>
          </p:cNvPr>
          <p:cNvSpPr/>
          <p:nvPr/>
        </p:nvSpPr>
        <p:spPr>
          <a:xfrm rot="19333876">
            <a:off x="1393737" y="470050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5" name="Conector recto 694">
            <a:extLst>
              <a:ext uri="{FF2B5EF4-FFF2-40B4-BE49-F238E27FC236}">
                <a16:creationId xmlns:a16="http://schemas.microsoft.com/office/drawing/2014/main" id="{BF1E9228-2DBE-FCD8-2FB1-E06B600FEA91}"/>
              </a:ext>
            </a:extLst>
          </p:cNvPr>
          <p:cNvCxnSpPr>
            <a:cxnSpLocks/>
          </p:cNvCxnSpPr>
          <p:nvPr/>
        </p:nvCxnSpPr>
        <p:spPr>
          <a:xfrm>
            <a:off x="1481811" y="487878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Rectángulo: esquinas redondeadas 481">
            <a:extLst>
              <a:ext uri="{FF2B5EF4-FFF2-40B4-BE49-F238E27FC236}">
                <a16:creationId xmlns:a16="http://schemas.microsoft.com/office/drawing/2014/main" id="{CC831451-1841-053E-917F-86CC75962985}"/>
              </a:ext>
            </a:extLst>
          </p:cNvPr>
          <p:cNvSpPr/>
          <p:nvPr/>
        </p:nvSpPr>
        <p:spPr>
          <a:xfrm>
            <a:off x="1613132" y="5073402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3" name="Rectángulo 482">
            <a:extLst>
              <a:ext uri="{FF2B5EF4-FFF2-40B4-BE49-F238E27FC236}">
                <a16:creationId xmlns:a16="http://schemas.microsoft.com/office/drawing/2014/main" id="{CDDEAA23-29EF-6172-8B53-CD4AFD2088DD}"/>
              </a:ext>
            </a:extLst>
          </p:cNvPr>
          <p:cNvSpPr/>
          <p:nvPr/>
        </p:nvSpPr>
        <p:spPr>
          <a:xfrm>
            <a:off x="1613086" y="5125525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4" name="Rectángulo: esquinas redondeadas 483">
            <a:extLst>
              <a:ext uri="{FF2B5EF4-FFF2-40B4-BE49-F238E27FC236}">
                <a16:creationId xmlns:a16="http://schemas.microsoft.com/office/drawing/2014/main" id="{23E3D9D8-BF8B-2B48-0FF4-828FD4DD09A0}"/>
              </a:ext>
            </a:extLst>
          </p:cNvPr>
          <p:cNvSpPr/>
          <p:nvPr/>
        </p:nvSpPr>
        <p:spPr>
          <a:xfrm>
            <a:off x="1646424" y="5080681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5" name="Elipse 484">
            <a:extLst>
              <a:ext uri="{FF2B5EF4-FFF2-40B4-BE49-F238E27FC236}">
                <a16:creationId xmlns:a16="http://schemas.microsoft.com/office/drawing/2014/main" id="{E029F0EA-C6B0-5AE3-6BC0-F15C243544A2}"/>
              </a:ext>
            </a:extLst>
          </p:cNvPr>
          <p:cNvSpPr/>
          <p:nvPr/>
        </p:nvSpPr>
        <p:spPr>
          <a:xfrm>
            <a:off x="1594092" y="4895465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CB6D3A63-7DA6-817D-292F-119DDF112D68}"/>
              </a:ext>
            </a:extLst>
          </p:cNvPr>
          <p:cNvSpPr/>
          <p:nvPr/>
        </p:nvSpPr>
        <p:spPr>
          <a:xfrm rot="872776">
            <a:off x="1660886" y="4873932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7" name="Conector recto 486">
            <a:extLst>
              <a:ext uri="{FF2B5EF4-FFF2-40B4-BE49-F238E27FC236}">
                <a16:creationId xmlns:a16="http://schemas.microsoft.com/office/drawing/2014/main" id="{07A1B914-ED42-B9BA-9C94-CF444033FC63}"/>
              </a:ext>
            </a:extLst>
          </p:cNvPr>
          <p:cNvCxnSpPr>
            <a:cxnSpLocks/>
          </p:cNvCxnSpPr>
          <p:nvPr/>
        </p:nvCxnSpPr>
        <p:spPr>
          <a:xfrm>
            <a:off x="1648854" y="4980540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ector recto 487">
            <a:extLst>
              <a:ext uri="{FF2B5EF4-FFF2-40B4-BE49-F238E27FC236}">
                <a16:creationId xmlns:a16="http://schemas.microsoft.com/office/drawing/2014/main" id="{D0BC3FD3-612F-3629-EF82-CE2A15529E4C}"/>
              </a:ext>
            </a:extLst>
          </p:cNvPr>
          <p:cNvCxnSpPr>
            <a:cxnSpLocks/>
          </p:cNvCxnSpPr>
          <p:nvPr/>
        </p:nvCxnSpPr>
        <p:spPr>
          <a:xfrm flipV="1">
            <a:off x="1698092" y="4980540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Elipse 488">
            <a:extLst>
              <a:ext uri="{FF2B5EF4-FFF2-40B4-BE49-F238E27FC236}">
                <a16:creationId xmlns:a16="http://schemas.microsoft.com/office/drawing/2014/main" id="{7D8ADBAE-DF4F-2E1F-93F3-5F8F349CA4D1}"/>
              </a:ext>
            </a:extLst>
          </p:cNvPr>
          <p:cNvSpPr/>
          <p:nvPr/>
        </p:nvSpPr>
        <p:spPr>
          <a:xfrm rot="19333876">
            <a:off x="1580427" y="4887193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0" name="Conector recto 489">
            <a:extLst>
              <a:ext uri="{FF2B5EF4-FFF2-40B4-BE49-F238E27FC236}">
                <a16:creationId xmlns:a16="http://schemas.microsoft.com/office/drawing/2014/main" id="{C3B8ABAE-AAEC-B97C-1F1B-CC78B734F113}"/>
              </a:ext>
            </a:extLst>
          </p:cNvPr>
          <p:cNvCxnSpPr>
            <a:cxnSpLocks/>
          </p:cNvCxnSpPr>
          <p:nvPr/>
        </p:nvCxnSpPr>
        <p:spPr>
          <a:xfrm>
            <a:off x="1668501" y="5065470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ángulo 498">
            <a:extLst>
              <a:ext uri="{FF2B5EF4-FFF2-40B4-BE49-F238E27FC236}">
                <a16:creationId xmlns:a16="http://schemas.microsoft.com/office/drawing/2014/main" id="{8DCF2CBB-F992-F309-9EC4-6665991A8FFC}"/>
              </a:ext>
            </a:extLst>
          </p:cNvPr>
          <p:cNvSpPr/>
          <p:nvPr/>
        </p:nvSpPr>
        <p:spPr>
          <a:xfrm>
            <a:off x="1910645" y="4941929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0" name="Rectángulo: esquinas redondeadas 499">
            <a:extLst>
              <a:ext uri="{FF2B5EF4-FFF2-40B4-BE49-F238E27FC236}">
                <a16:creationId xmlns:a16="http://schemas.microsoft.com/office/drawing/2014/main" id="{5995C763-C982-3DEE-6C65-4B38F24B43AF}"/>
              </a:ext>
            </a:extLst>
          </p:cNvPr>
          <p:cNvSpPr/>
          <p:nvPr/>
        </p:nvSpPr>
        <p:spPr>
          <a:xfrm>
            <a:off x="1937404" y="5075381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1" name="Rectángulo 500">
            <a:extLst>
              <a:ext uri="{FF2B5EF4-FFF2-40B4-BE49-F238E27FC236}">
                <a16:creationId xmlns:a16="http://schemas.microsoft.com/office/drawing/2014/main" id="{6B6E343D-279F-5BD4-3430-B3033D973599}"/>
              </a:ext>
            </a:extLst>
          </p:cNvPr>
          <p:cNvSpPr/>
          <p:nvPr/>
        </p:nvSpPr>
        <p:spPr>
          <a:xfrm>
            <a:off x="1937358" y="5127504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2" name="Rectángulo: esquinas redondeadas 501">
            <a:extLst>
              <a:ext uri="{FF2B5EF4-FFF2-40B4-BE49-F238E27FC236}">
                <a16:creationId xmlns:a16="http://schemas.microsoft.com/office/drawing/2014/main" id="{2B86D766-3DFF-D3FC-96BC-CD0F2BA22DAE}"/>
              </a:ext>
            </a:extLst>
          </p:cNvPr>
          <p:cNvSpPr/>
          <p:nvPr/>
        </p:nvSpPr>
        <p:spPr>
          <a:xfrm>
            <a:off x="1970696" y="5082660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3" name="Elipse 502">
            <a:extLst>
              <a:ext uri="{FF2B5EF4-FFF2-40B4-BE49-F238E27FC236}">
                <a16:creationId xmlns:a16="http://schemas.microsoft.com/office/drawing/2014/main" id="{1E4AA382-6C73-CEB9-2B4B-56824EEBC8C7}"/>
              </a:ext>
            </a:extLst>
          </p:cNvPr>
          <p:cNvSpPr/>
          <p:nvPr/>
        </p:nvSpPr>
        <p:spPr>
          <a:xfrm>
            <a:off x="1918364" y="4897444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4" name="Elipse 503">
            <a:extLst>
              <a:ext uri="{FF2B5EF4-FFF2-40B4-BE49-F238E27FC236}">
                <a16:creationId xmlns:a16="http://schemas.microsoft.com/office/drawing/2014/main" id="{38AD73D0-A642-0860-D757-C0A6E9204A6C}"/>
              </a:ext>
            </a:extLst>
          </p:cNvPr>
          <p:cNvSpPr/>
          <p:nvPr/>
        </p:nvSpPr>
        <p:spPr>
          <a:xfrm rot="872776">
            <a:off x="1985158" y="4875911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5" name="Conector recto 504">
            <a:extLst>
              <a:ext uri="{FF2B5EF4-FFF2-40B4-BE49-F238E27FC236}">
                <a16:creationId xmlns:a16="http://schemas.microsoft.com/office/drawing/2014/main" id="{C1EE50A8-1D9B-7239-604D-0D5558624AE8}"/>
              </a:ext>
            </a:extLst>
          </p:cNvPr>
          <p:cNvCxnSpPr>
            <a:cxnSpLocks/>
          </p:cNvCxnSpPr>
          <p:nvPr/>
        </p:nvCxnSpPr>
        <p:spPr>
          <a:xfrm>
            <a:off x="1973126" y="498251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ector recto 505">
            <a:extLst>
              <a:ext uri="{FF2B5EF4-FFF2-40B4-BE49-F238E27FC236}">
                <a16:creationId xmlns:a16="http://schemas.microsoft.com/office/drawing/2014/main" id="{7B018C53-0A53-6C4B-2618-6595E718F325}"/>
              </a:ext>
            </a:extLst>
          </p:cNvPr>
          <p:cNvCxnSpPr>
            <a:cxnSpLocks/>
          </p:cNvCxnSpPr>
          <p:nvPr/>
        </p:nvCxnSpPr>
        <p:spPr>
          <a:xfrm flipV="1">
            <a:off x="2022364" y="498251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Elipse 506">
            <a:extLst>
              <a:ext uri="{FF2B5EF4-FFF2-40B4-BE49-F238E27FC236}">
                <a16:creationId xmlns:a16="http://schemas.microsoft.com/office/drawing/2014/main" id="{EA7E0EF7-0275-CF1E-2A01-1ADB5FB927A8}"/>
              </a:ext>
            </a:extLst>
          </p:cNvPr>
          <p:cNvSpPr/>
          <p:nvPr/>
        </p:nvSpPr>
        <p:spPr>
          <a:xfrm rot="19333876">
            <a:off x="1904699" y="4889172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8" name="Conector recto 507">
            <a:extLst>
              <a:ext uri="{FF2B5EF4-FFF2-40B4-BE49-F238E27FC236}">
                <a16:creationId xmlns:a16="http://schemas.microsoft.com/office/drawing/2014/main" id="{54372F81-CC11-38BB-EE05-619530CDE71C}"/>
              </a:ext>
            </a:extLst>
          </p:cNvPr>
          <p:cNvCxnSpPr>
            <a:cxnSpLocks/>
          </p:cNvCxnSpPr>
          <p:nvPr/>
        </p:nvCxnSpPr>
        <p:spPr>
          <a:xfrm>
            <a:off x="1992773" y="506744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Rectángulo: esquinas redondeadas 509">
            <a:extLst>
              <a:ext uri="{FF2B5EF4-FFF2-40B4-BE49-F238E27FC236}">
                <a16:creationId xmlns:a16="http://schemas.microsoft.com/office/drawing/2014/main" id="{20CE6464-3FCA-43E6-7BA6-4C1D7D6D61C3}"/>
              </a:ext>
            </a:extLst>
          </p:cNvPr>
          <p:cNvSpPr/>
          <p:nvPr/>
        </p:nvSpPr>
        <p:spPr>
          <a:xfrm>
            <a:off x="2406034" y="5084906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1" name="Rectángulo 510">
            <a:extLst>
              <a:ext uri="{FF2B5EF4-FFF2-40B4-BE49-F238E27FC236}">
                <a16:creationId xmlns:a16="http://schemas.microsoft.com/office/drawing/2014/main" id="{3B260C8F-56B0-1D5B-0DDD-455DC20CE7F7}"/>
              </a:ext>
            </a:extLst>
          </p:cNvPr>
          <p:cNvSpPr/>
          <p:nvPr/>
        </p:nvSpPr>
        <p:spPr>
          <a:xfrm>
            <a:off x="2405988" y="5137029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6" name="Rectángulo: esquinas redondeadas 695">
            <a:extLst>
              <a:ext uri="{FF2B5EF4-FFF2-40B4-BE49-F238E27FC236}">
                <a16:creationId xmlns:a16="http://schemas.microsoft.com/office/drawing/2014/main" id="{FC9389C9-752F-841D-7F85-2D7A4E6151F9}"/>
              </a:ext>
            </a:extLst>
          </p:cNvPr>
          <p:cNvSpPr/>
          <p:nvPr/>
        </p:nvSpPr>
        <p:spPr>
          <a:xfrm>
            <a:off x="2439326" y="5092185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7" name="Elipse 696">
            <a:extLst>
              <a:ext uri="{FF2B5EF4-FFF2-40B4-BE49-F238E27FC236}">
                <a16:creationId xmlns:a16="http://schemas.microsoft.com/office/drawing/2014/main" id="{77182EAA-868B-F605-704C-2FC2DB1CBD95}"/>
              </a:ext>
            </a:extLst>
          </p:cNvPr>
          <p:cNvSpPr/>
          <p:nvPr/>
        </p:nvSpPr>
        <p:spPr>
          <a:xfrm>
            <a:off x="2386994" y="4906969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8" name="Conector recto 697">
            <a:extLst>
              <a:ext uri="{FF2B5EF4-FFF2-40B4-BE49-F238E27FC236}">
                <a16:creationId xmlns:a16="http://schemas.microsoft.com/office/drawing/2014/main" id="{C2AE91DB-A420-20FD-41A5-E78543A6A6A0}"/>
              </a:ext>
            </a:extLst>
          </p:cNvPr>
          <p:cNvCxnSpPr>
            <a:cxnSpLocks/>
          </p:cNvCxnSpPr>
          <p:nvPr/>
        </p:nvCxnSpPr>
        <p:spPr>
          <a:xfrm>
            <a:off x="2441756" y="499204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onector recto 698">
            <a:extLst>
              <a:ext uri="{FF2B5EF4-FFF2-40B4-BE49-F238E27FC236}">
                <a16:creationId xmlns:a16="http://schemas.microsoft.com/office/drawing/2014/main" id="{94CFA81C-88D6-E706-36E9-7491CD89CC3E}"/>
              </a:ext>
            </a:extLst>
          </p:cNvPr>
          <p:cNvCxnSpPr>
            <a:cxnSpLocks/>
          </p:cNvCxnSpPr>
          <p:nvPr/>
        </p:nvCxnSpPr>
        <p:spPr>
          <a:xfrm flipV="1">
            <a:off x="2490994" y="499204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onector recto 699">
            <a:extLst>
              <a:ext uri="{FF2B5EF4-FFF2-40B4-BE49-F238E27FC236}">
                <a16:creationId xmlns:a16="http://schemas.microsoft.com/office/drawing/2014/main" id="{FF47AEB9-8BA0-83DD-6285-B0E8BEA6D47A}"/>
              </a:ext>
            </a:extLst>
          </p:cNvPr>
          <p:cNvCxnSpPr>
            <a:cxnSpLocks/>
          </p:cNvCxnSpPr>
          <p:nvPr/>
        </p:nvCxnSpPr>
        <p:spPr>
          <a:xfrm>
            <a:off x="2461403" y="507697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ángulo: esquinas redondeadas 700">
            <a:extLst>
              <a:ext uri="{FF2B5EF4-FFF2-40B4-BE49-F238E27FC236}">
                <a16:creationId xmlns:a16="http://schemas.microsoft.com/office/drawing/2014/main" id="{19E7F390-AAA6-F521-49C1-F4117BC0E269}"/>
              </a:ext>
            </a:extLst>
          </p:cNvPr>
          <p:cNvSpPr/>
          <p:nvPr/>
        </p:nvSpPr>
        <p:spPr>
          <a:xfrm>
            <a:off x="226714" y="4849288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2" name="Rectángulo 701">
            <a:extLst>
              <a:ext uri="{FF2B5EF4-FFF2-40B4-BE49-F238E27FC236}">
                <a16:creationId xmlns:a16="http://schemas.microsoft.com/office/drawing/2014/main" id="{4AE32C58-3409-676F-6840-5AE48ED55167}"/>
              </a:ext>
            </a:extLst>
          </p:cNvPr>
          <p:cNvSpPr/>
          <p:nvPr/>
        </p:nvSpPr>
        <p:spPr>
          <a:xfrm>
            <a:off x="226668" y="4901411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3" name="Rectángulo: esquinas redondeadas 702">
            <a:extLst>
              <a:ext uri="{FF2B5EF4-FFF2-40B4-BE49-F238E27FC236}">
                <a16:creationId xmlns:a16="http://schemas.microsoft.com/office/drawing/2014/main" id="{022999E5-EF9D-C8FF-0B74-4B787BF8DE51}"/>
              </a:ext>
            </a:extLst>
          </p:cNvPr>
          <p:cNvSpPr/>
          <p:nvPr/>
        </p:nvSpPr>
        <p:spPr>
          <a:xfrm>
            <a:off x="260006" y="4856567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1" name="Elipse 490">
            <a:extLst>
              <a:ext uri="{FF2B5EF4-FFF2-40B4-BE49-F238E27FC236}">
                <a16:creationId xmlns:a16="http://schemas.microsoft.com/office/drawing/2014/main" id="{5D6EF399-71EC-28E1-EB8B-BD4437C1C86C}"/>
              </a:ext>
            </a:extLst>
          </p:cNvPr>
          <p:cNvSpPr/>
          <p:nvPr/>
        </p:nvSpPr>
        <p:spPr>
          <a:xfrm>
            <a:off x="207674" y="4671351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2" name="Conector recto 491">
            <a:extLst>
              <a:ext uri="{FF2B5EF4-FFF2-40B4-BE49-F238E27FC236}">
                <a16:creationId xmlns:a16="http://schemas.microsoft.com/office/drawing/2014/main" id="{AE68228E-DCC4-FDA4-2443-87FB084214DA}"/>
              </a:ext>
            </a:extLst>
          </p:cNvPr>
          <p:cNvCxnSpPr>
            <a:cxnSpLocks/>
          </p:cNvCxnSpPr>
          <p:nvPr/>
        </p:nvCxnSpPr>
        <p:spPr>
          <a:xfrm>
            <a:off x="262436" y="475642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492">
            <a:extLst>
              <a:ext uri="{FF2B5EF4-FFF2-40B4-BE49-F238E27FC236}">
                <a16:creationId xmlns:a16="http://schemas.microsoft.com/office/drawing/2014/main" id="{BBAFB31C-6E75-8583-3576-11C4B2D75AC5}"/>
              </a:ext>
            </a:extLst>
          </p:cNvPr>
          <p:cNvCxnSpPr>
            <a:cxnSpLocks/>
          </p:cNvCxnSpPr>
          <p:nvPr/>
        </p:nvCxnSpPr>
        <p:spPr>
          <a:xfrm flipV="1">
            <a:off x="311674" y="475642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493">
            <a:extLst>
              <a:ext uri="{FF2B5EF4-FFF2-40B4-BE49-F238E27FC236}">
                <a16:creationId xmlns:a16="http://schemas.microsoft.com/office/drawing/2014/main" id="{1E83D689-698B-E4E3-FDBE-AD82E7867018}"/>
              </a:ext>
            </a:extLst>
          </p:cNvPr>
          <p:cNvCxnSpPr>
            <a:cxnSpLocks/>
          </p:cNvCxnSpPr>
          <p:nvPr/>
        </p:nvCxnSpPr>
        <p:spPr>
          <a:xfrm>
            <a:off x="282083" y="484135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Rectángulo: esquinas redondeadas 494">
            <a:extLst>
              <a:ext uri="{FF2B5EF4-FFF2-40B4-BE49-F238E27FC236}">
                <a16:creationId xmlns:a16="http://schemas.microsoft.com/office/drawing/2014/main" id="{2CB5DC29-D664-8541-8876-D585EDF93C24}"/>
              </a:ext>
            </a:extLst>
          </p:cNvPr>
          <p:cNvSpPr/>
          <p:nvPr/>
        </p:nvSpPr>
        <p:spPr>
          <a:xfrm>
            <a:off x="7127603" y="5073515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6" name="Rectángulo 495">
            <a:extLst>
              <a:ext uri="{FF2B5EF4-FFF2-40B4-BE49-F238E27FC236}">
                <a16:creationId xmlns:a16="http://schemas.microsoft.com/office/drawing/2014/main" id="{DF11B59D-E4BF-8860-5AA5-6288D803FC1E}"/>
              </a:ext>
            </a:extLst>
          </p:cNvPr>
          <p:cNvSpPr/>
          <p:nvPr/>
        </p:nvSpPr>
        <p:spPr>
          <a:xfrm>
            <a:off x="7127557" y="5125638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7" name="Rectángulo: esquinas redondeadas 496">
            <a:extLst>
              <a:ext uri="{FF2B5EF4-FFF2-40B4-BE49-F238E27FC236}">
                <a16:creationId xmlns:a16="http://schemas.microsoft.com/office/drawing/2014/main" id="{21BD99D7-357A-9E4F-8C98-F1724840808D}"/>
              </a:ext>
            </a:extLst>
          </p:cNvPr>
          <p:cNvSpPr/>
          <p:nvPr/>
        </p:nvSpPr>
        <p:spPr>
          <a:xfrm>
            <a:off x="7160895" y="5080794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8" name="Elipse 497">
            <a:extLst>
              <a:ext uri="{FF2B5EF4-FFF2-40B4-BE49-F238E27FC236}">
                <a16:creationId xmlns:a16="http://schemas.microsoft.com/office/drawing/2014/main" id="{012A1845-37C7-A9E9-1DC3-BD275DE124A2}"/>
              </a:ext>
            </a:extLst>
          </p:cNvPr>
          <p:cNvSpPr/>
          <p:nvPr/>
        </p:nvSpPr>
        <p:spPr>
          <a:xfrm>
            <a:off x="7108563" y="4895578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9" name="Conector recto 508">
            <a:extLst>
              <a:ext uri="{FF2B5EF4-FFF2-40B4-BE49-F238E27FC236}">
                <a16:creationId xmlns:a16="http://schemas.microsoft.com/office/drawing/2014/main" id="{1BF5607A-1246-2614-0DDD-D53D8301B526}"/>
              </a:ext>
            </a:extLst>
          </p:cNvPr>
          <p:cNvCxnSpPr>
            <a:cxnSpLocks/>
          </p:cNvCxnSpPr>
          <p:nvPr/>
        </p:nvCxnSpPr>
        <p:spPr>
          <a:xfrm>
            <a:off x="7163325" y="49806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ector recto 383">
            <a:extLst>
              <a:ext uri="{FF2B5EF4-FFF2-40B4-BE49-F238E27FC236}">
                <a16:creationId xmlns:a16="http://schemas.microsoft.com/office/drawing/2014/main" id="{21036F68-58C4-F614-8BE3-FCA05C7BA667}"/>
              </a:ext>
            </a:extLst>
          </p:cNvPr>
          <p:cNvCxnSpPr>
            <a:cxnSpLocks/>
          </p:cNvCxnSpPr>
          <p:nvPr/>
        </p:nvCxnSpPr>
        <p:spPr>
          <a:xfrm flipV="1">
            <a:off x="7212563" y="49806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384">
            <a:extLst>
              <a:ext uri="{FF2B5EF4-FFF2-40B4-BE49-F238E27FC236}">
                <a16:creationId xmlns:a16="http://schemas.microsoft.com/office/drawing/2014/main" id="{7EE2D52D-9EEA-5EAF-9475-32CBFB94CAE9}"/>
              </a:ext>
            </a:extLst>
          </p:cNvPr>
          <p:cNvCxnSpPr>
            <a:cxnSpLocks/>
          </p:cNvCxnSpPr>
          <p:nvPr/>
        </p:nvCxnSpPr>
        <p:spPr>
          <a:xfrm>
            <a:off x="7182972" y="50655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ángulo: esquinas redondeadas 385">
            <a:extLst>
              <a:ext uri="{FF2B5EF4-FFF2-40B4-BE49-F238E27FC236}">
                <a16:creationId xmlns:a16="http://schemas.microsoft.com/office/drawing/2014/main" id="{BCE03792-7E98-CD37-0EB6-93CF9F6E18FA}"/>
              </a:ext>
            </a:extLst>
          </p:cNvPr>
          <p:cNvSpPr/>
          <p:nvPr/>
        </p:nvSpPr>
        <p:spPr>
          <a:xfrm>
            <a:off x="6576010" y="5043296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616E8D18-5CCB-D875-B248-1D0441C800CC}"/>
              </a:ext>
            </a:extLst>
          </p:cNvPr>
          <p:cNvSpPr/>
          <p:nvPr/>
        </p:nvSpPr>
        <p:spPr>
          <a:xfrm>
            <a:off x="6575964" y="5095419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Rectángulo: esquinas redondeadas 387">
            <a:extLst>
              <a:ext uri="{FF2B5EF4-FFF2-40B4-BE49-F238E27FC236}">
                <a16:creationId xmlns:a16="http://schemas.microsoft.com/office/drawing/2014/main" id="{AB499D66-FA9A-DE39-7B77-7D0CC1E03165}"/>
              </a:ext>
            </a:extLst>
          </p:cNvPr>
          <p:cNvSpPr/>
          <p:nvPr/>
        </p:nvSpPr>
        <p:spPr>
          <a:xfrm>
            <a:off x="6609302" y="5050575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Elipse 388">
            <a:extLst>
              <a:ext uri="{FF2B5EF4-FFF2-40B4-BE49-F238E27FC236}">
                <a16:creationId xmlns:a16="http://schemas.microsoft.com/office/drawing/2014/main" id="{2AE72D2C-B262-1B04-3E0A-1553B8EDF885}"/>
              </a:ext>
            </a:extLst>
          </p:cNvPr>
          <p:cNvSpPr/>
          <p:nvPr/>
        </p:nvSpPr>
        <p:spPr>
          <a:xfrm>
            <a:off x="6556970" y="4865359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BC1E6569-0FA0-0541-A099-467B4A69BD4F}"/>
              </a:ext>
            </a:extLst>
          </p:cNvPr>
          <p:cNvCxnSpPr>
            <a:cxnSpLocks/>
          </p:cNvCxnSpPr>
          <p:nvPr/>
        </p:nvCxnSpPr>
        <p:spPr>
          <a:xfrm>
            <a:off x="6611732" y="495043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390">
            <a:extLst>
              <a:ext uri="{FF2B5EF4-FFF2-40B4-BE49-F238E27FC236}">
                <a16:creationId xmlns:a16="http://schemas.microsoft.com/office/drawing/2014/main" id="{501CC6AC-4553-CE71-C4CC-BF55015CB6FB}"/>
              </a:ext>
            </a:extLst>
          </p:cNvPr>
          <p:cNvCxnSpPr>
            <a:cxnSpLocks/>
          </p:cNvCxnSpPr>
          <p:nvPr/>
        </p:nvCxnSpPr>
        <p:spPr>
          <a:xfrm flipV="1">
            <a:off x="6660970" y="495043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79F921BA-5692-2DF4-0BD1-7F8764368848}"/>
              </a:ext>
            </a:extLst>
          </p:cNvPr>
          <p:cNvCxnSpPr>
            <a:cxnSpLocks/>
          </p:cNvCxnSpPr>
          <p:nvPr/>
        </p:nvCxnSpPr>
        <p:spPr>
          <a:xfrm>
            <a:off x="6631379" y="503536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Rectángulo: esquinas redondeadas 401">
            <a:extLst>
              <a:ext uri="{FF2B5EF4-FFF2-40B4-BE49-F238E27FC236}">
                <a16:creationId xmlns:a16="http://schemas.microsoft.com/office/drawing/2014/main" id="{65CCA4F8-6564-E2BB-00C5-6ED18844B458}"/>
              </a:ext>
            </a:extLst>
          </p:cNvPr>
          <p:cNvSpPr/>
          <p:nvPr/>
        </p:nvSpPr>
        <p:spPr>
          <a:xfrm>
            <a:off x="8883598" y="487029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3" name="Rectángulo 402">
            <a:extLst>
              <a:ext uri="{FF2B5EF4-FFF2-40B4-BE49-F238E27FC236}">
                <a16:creationId xmlns:a16="http://schemas.microsoft.com/office/drawing/2014/main" id="{C3538678-A303-3B6A-4E2B-F96FBBE873C8}"/>
              </a:ext>
            </a:extLst>
          </p:cNvPr>
          <p:cNvSpPr/>
          <p:nvPr/>
        </p:nvSpPr>
        <p:spPr>
          <a:xfrm>
            <a:off x="8883552" y="492241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4" name="Rectángulo: esquinas redondeadas 403">
            <a:extLst>
              <a:ext uri="{FF2B5EF4-FFF2-40B4-BE49-F238E27FC236}">
                <a16:creationId xmlns:a16="http://schemas.microsoft.com/office/drawing/2014/main" id="{0188EEF4-EBD2-6213-21B4-B79F5C8AEE89}"/>
              </a:ext>
            </a:extLst>
          </p:cNvPr>
          <p:cNvSpPr/>
          <p:nvPr/>
        </p:nvSpPr>
        <p:spPr>
          <a:xfrm>
            <a:off x="8916890" y="487757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5" name="Elipse 404">
            <a:extLst>
              <a:ext uri="{FF2B5EF4-FFF2-40B4-BE49-F238E27FC236}">
                <a16:creationId xmlns:a16="http://schemas.microsoft.com/office/drawing/2014/main" id="{E4675364-5605-C86E-4AC6-2E7DBD0E5A86}"/>
              </a:ext>
            </a:extLst>
          </p:cNvPr>
          <p:cNvSpPr/>
          <p:nvPr/>
        </p:nvSpPr>
        <p:spPr>
          <a:xfrm>
            <a:off x="8864558" y="469235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56C86FC6-852D-17D1-1AB0-D38C693F913D}"/>
              </a:ext>
            </a:extLst>
          </p:cNvPr>
          <p:cNvSpPr/>
          <p:nvPr/>
        </p:nvSpPr>
        <p:spPr>
          <a:xfrm rot="872776">
            <a:off x="8931352" y="467082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7" name="Conector recto 406">
            <a:extLst>
              <a:ext uri="{FF2B5EF4-FFF2-40B4-BE49-F238E27FC236}">
                <a16:creationId xmlns:a16="http://schemas.microsoft.com/office/drawing/2014/main" id="{E4CC108B-9E6C-39C5-8668-9714ED57B523}"/>
              </a:ext>
            </a:extLst>
          </p:cNvPr>
          <p:cNvCxnSpPr>
            <a:cxnSpLocks/>
          </p:cNvCxnSpPr>
          <p:nvPr/>
        </p:nvCxnSpPr>
        <p:spPr>
          <a:xfrm>
            <a:off x="8919320" y="477743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407">
            <a:extLst>
              <a:ext uri="{FF2B5EF4-FFF2-40B4-BE49-F238E27FC236}">
                <a16:creationId xmlns:a16="http://schemas.microsoft.com/office/drawing/2014/main" id="{B5182629-5D19-15B0-81E2-B33A08854375}"/>
              </a:ext>
            </a:extLst>
          </p:cNvPr>
          <p:cNvCxnSpPr>
            <a:cxnSpLocks/>
          </p:cNvCxnSpPr>
          <p:nvPr/>
        </p:nvCxnSpPr>
        <p:spPr>
          <a:xfrm flipV="1">
            <a:off x="8968558" y="477743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Elipse 408">
            <a:extLst>
              <a:ext uri="{FF2B5EF4-FFF2-40B4-BE49-F238E27FC236}">
                <a16:creationId xmlns:a16="http://schemas.microsoft.com/office/drawing/2014/main" id="{B675DC54-656A-E04B-FC81-42EFC0C5580C}"/>
              </a:ext>
            </a:extLst>
          </p:cNvPr>
          <p:cNvSpPr/>
          <p:nvPr/>
        </p:nvSpPr>
        <p:spPr>
          <a:xfrm rot="19333876">
            <a:off x="8850893" y="468408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7" name="Conector recto 436">
            <a:extLst>
              <a:ext uri="{FF2B5EF4-FFF2-40B4-BE49-F238E27FC236}">
                <a16:creationId xmlns:a16="http://schemas.microsoft.com/office/drawing/2014/main" id="{5681F345-8FC2-12C2-364D-0E98EC797D07}"/>
              </a:ext>
            </a:extLst>
          </p:cNvPr>
          <p:cNvCxnSpPr>
            <a:cxnSpLocks/>
          </p:cNvCxnSpPr>
          <p:nvPr/>
        </p:nvCxnSpPr>
        <p:spPr>
          <a:xfrm>
            <a:off x="8938967" y="486236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ángulo: esquinas redondeadas 437">
            <a:extLst>
              <a:ext uri="{FF2B5EF4-FFF2-40B4-BE49-F238E27FC236}">
                <a16:creationId xmlns:a16="http://schemas.microsoft.com/office/drawing/2014/main" id="{BBA74909-3324-7D76-74DE-D164DD9582B8}"/>
              </a:ext>
            </a:extLst>
          </p:cNvPr>
          <p:cNvSpPr/>
          <p:nvPr/>
        </p:nvSpPr>
        <p:spPr>
          <a:xfrm>
            <a:off x="5238201" y="4858120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9" name="Rectángulo 438">
            <a:extLst>
              <a:ext uri="{FF2B5EF4-FFF2-40B4-BE49-F238E27FC236}">
                <a16:creationId xmlns:a16="http://schemas.microsoft.com/office/drawing/2014/main" id="{FF392321-0157-DE70-B925-860DD9A4BDFA}"/>
              </a:ext>
            </a:extLst>
          </p:cNvPr>
          <p:cNvSpPr/>
          <p:nvPr/>
        </p:nvSpPr>
        <p:spPr>
          <a:xfrm>
            <a:off x="5238155" y="4910243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0" name="Rectángulo: esquinas redondeadas 439">
            <a:extLst>
              <a:ext uri="{FF2B5EF4-FFF2-40B4-BE49-F238E27FC236}">
                <a16:creationId xmlns:a16="http://schemas.microsoft.com/office/drawing/2014/main" id="{8E5ABFA6-8712-E5F4-FB97-0EFFFA0A8097}"/>
              </a:ext>
            </a:extLst>
          </p:cNvPr>
          <p:cNvSpPr/>
          <p:nvPr/>
        </p:nvSpPr>
        <p:spPr>
          <a:xfrm>
            <a:off x="5271493" y="4865399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1" name="Elipse 440">
            <a:extLst>
              <a:ext uri="{FF2B5EF4-FFF2-40B4-BE49-F238E27FC236}">
                <a16:creationId xmlns:a16="http://schemas.microsoft.com/office/drawing/2014/main" id="{2B8653DF-BBA5-E351-3673-35DB0A8F297D}"/>
              </a:ext>
            </a:extLst>
          </p:cNvPr>
          <p:cNvSpPr/>
          <p:nvPr/>
        </p:nvSpPr>
        <p:spPr>
          <a:xfrm>
            <a:off x="5219161" y="4680183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42" name="Conector recto 441">
            <a:extLst>
              <a:ext uri="{FF2B5EF4-FFF2-40B4-BE49-F238E27FC236}">
                <a16:creationId xmlns:a16="http://schemas.microsoft.com/office/drawing/2014/main" id="{22235395-4726-69EB-018F-828F27319525}"/>
              </a:ext>
            </a:extLst>
          </p:cNvPr>
          <p:cNvCxnSpPr>
            <a:cxnSpLocks/>
          </p:cNvCxnSpPr>
          <p:nvPr/>
        </p:nvCxnSpPr>
        <p:spPr>
          <a:xfrm>
            <a:off x="5273923" y="476525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ector recto 442">
            <a:extLst>
              <a:ext uri="{FF2B5EF4-FFF2-40B4-BE49-F238E27FC236}">
                <a16:creationId xmlns:a16="http://schemas.microsoft.com/office/drawing/2014/main" id="{36E2C2D4-87F2-8B96-4CAC-7F90AB6780CD}"/>
              </a:ext>
            </a:extLst>
          </p:cNvPr>
          <p:cNvCxnSpPr>
            <a:cxnSpLocks/>
          </p:cNvCxnSpPr>
          <p:nvPr/>
        </p:nvCxnSpPr>
        <p:spPr>
          <a:xfrm flipV="1">
            <a:off x="5323161" y="476525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ector recto 443">
            <a:extLst>
              <a:ext uri="{FF2B5EF4-FFF2-40B4-BE49-F238E27FC236}">
                <a16:creationId xmlns:a16="http://schemas.microsoft.com/office/drawing/2014/main" id="{7280417D-A9C7-892E-456D-52F0530E1B4D}"/>
              </a:ext>
            </a:extLst>
          </p:cNvPr>
          <p:cNvCxnSpPr>
            <a:cxnSpLocks/>
          </p:cNvCxnSpPr>
          <p:nvPr/>
        </p:nvCxnSpPr>
        <p:spPr>
          <a:xfrm>
            <a:off x="5293570" y="485018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ectángulo: esquinas redondeadas 444">
            <a:extLst>
              <a:ext uri="{FF2B5EF4-FFF2-40B4-BE49-F238E27FC236}">
                <a16:creationId xmlns:a16="http://schemas.microsoft.com/office/drawing/2014/main" id="{68F152E8-E2C5-53AE-7A65-EE442D915121}"/>
              </a:ext>
            </a:extLst>
          </p:cNvPr>
          <p:cNvSpPr/>
          <p:nvPr/>
        </p:nvSpPr>
        <p:spPr>
          <a:xfrm>
            <a:off x="5485157" y="5100754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EC10A79F-C6AD-75AD-40D8-53C3EF027A68}"/>
              </a:ext>
            </a:extLst>
          </p:cNvPr>
          <p:cNvSpPr/>
          <p:nvPr/>
        </p:nvSpPr>
        <p:spPr>
          <a:xfrm>
            <a:off x="5485111" y="515287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5" name="Rectángulo: esquinas redondeadas 704">
            <a:extLst>
              <a:ext uri="{FF2B5EF4-FFF2-40B4-BE49-F238E27FC236}">
                <a16:creationId xmlns:a16="http://schemas.microsoft.com/office/drawing/2014/main" id="{C0274237-FA02-396D-E043-86FABC17B0B6}"/>
              </a:ext>
            </a:extLst>
          </p:cNvPr>
          <p:cNvSpPr/>
          <p:nvPr/>
        </p:nvSpPr>
        <p:spPr>
          <a:xfrm>
            <a:off x="5518449" y="5108033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6" name="Elipse 705">
            <a:extLst>
              <a:ext uri="{FF2B5EF4-FFF2-40B4-BE49-F238E27FC236}">
                <a16:creationId xmlns:a16="http://schemas.microsoft.com/office/drawing/2014/main" id="{5BB73095-FC51-8B63-39F1-06C86B8C8FBC}"/>
              </a:ext>
            </a:extLst>
          </p:cNvPr>
          <p:cNvSpPr/>
          <p:nvPr/>
        </p:nvSpPr>
        <p:spPr>
          <a:xfrm>
            <a:off x="5466117" y="492281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7" name="Elipse 706">
            <a:extLst>
              <a:ext uri="{FF2B5EF4-FFF2-40B4-BE49-F238E27FC236}">
                <a16:creationId xmlns:a16="http://schemas.microsoft.com/office/drawing/2014/main" id="{865F733E-419C-1070-9742-2502895D2C6D}"/>
              </a:ext>
            </a:extLst>
          </p:cNvPr>
          <p:cNvSpPr/>
          <p:nvPr/>
        </p:nvSpPr>
        <p:spPr>
          <a:xfrm rot="872776">
            <a:off x="5532911" y="490128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EA1D67BE-1DCD-D046-9A7D-E262DEEED98D}"/>
              </a:ext>
            </a:extLst>
          </p:cNvPr>
          <p:cNvCxnSpPr>
            <a:cxnSpLocks/>
          </p:cNvCxnSpPr>
          <p:nvPr/>
        </p:nvCxnSpPr>
        <p:spPr>
          <a:xfrm>
            <a:off x="5520879" y="500789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F38E0D3-8B4E-12C5-D618-BC132D8745DF}"/>
              </a:ext>
            </a:extLst>
          </p:cNvPr>
          <p:cNvCxnSpPr>
            <a:cxnSpLocks/>
          </p:cNvCxnSpPr>
          <p:nvPr/>
        </p:nvCxnSpPr>
        <p:spPr>
          <a:xfrm flipV="1">
            <a:off x="5570117" y="500789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Elipse 709">
            <a:extLst>
              <a:ext uri="{FF2B5EF4-FFF2-40B4-BE49-F238E27FC236}">
                <a16:creationId xmlns:a16="http://schemas.microsoft.com/office/drawing/2014/main" id="{91629783-63F7-FF48-EDDE-B78F6A64AAB5}"/>
              </a:ext>
            </a:extLst>
          </p:cNvPr>
          <p:cNvSpPr/>
          <p:nvPr/>
        </p:nvSpPr>
        <p:spPr>
          <a:xfrm rot="19333876">
            <a:off x="5452452" y="491454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1" name="Conector recto 710">
            <a:extLst>
              <a:ext uri="{FF2B5EF4-FFF2-40B4-BE49-F238E27FC236}">
                <a16:creationId xmlns:a16="http://schemas.microsoft.com/office/drawing/2014/main" id="{623F3022-8A9E-939A-3C31-D4D6334D1453}"/>
              </a:ext>
            </a:extLst>
          </p:cNvPr>
          <p:cNvCxnSpPr>
            <a:cxnSpLocks/>
          </p:cNvCxnSpPr>
          <p:nvPr/>
        </p:nvCxnSpPr>
        <p:spPr>
          <a:xfrm>
            <a:off x="5540526" y="509282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Rectángulo: esquinas redondeadas 711">
            <a:extLst>
              <a:ext uri="{FF2B5EF4-FFF2-40B4-BE49-F238E27FC236}">
                <a16:creationId xmlns:a16="http://schemas.microsoft.com/office/drawing/2014/main" id="{C8DD6B4E-9944-7132-1B09-4B3531A4A9DA}"/>
              </a:ext>
            </a:extLst>
          </p:cNvPr>
          <p:cNvSpPr/>
          <p:nvPr/>
        </p:nvSpPr>
        <p:spPr>
          <a:xfrm>
            <a:off x="4960491" y="4850910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3" name="Rectángulo 712">
            <a:extLst>
              <a:ext uri="{FF2B5EF4-FFF2-40B4-BE49-F238E27FC236}">
                <a16:creationId xmlns:a16="http://schemas.microsoft.com/office/drawing/2014/main" id="{EF4AA0E3-626E-2D4E-3199-5B6799F42889}"/>
              </a:ext>
            </a:extLst>
          </p:cNvPr>
          <p:cNvSpPr/>
          <p:nvPr/>
        </p:nvSpPr>
        <p:spPr>
          <a:xfrm>
            <a:off x="4960445" y="4903033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4" name="Rectángulo: esquinas redondeadas 713">
            <a:extLst>
              <a:ext uri="{FF2B5EF4-FFF2-40B4-BE49-F238E27FC236}">
                <a16:creationId xmlns:a16="http://schemas.microsoft.com/office/drawing/2014/main" id="{A77D9E59-0B31-F240-7C37-F5646183F397}"/>
              </a:ext>
            </a:extLst>
          </p:cNvPr>
          <p:cNvSpPr/>
          <p:nvPr/>
        </p:nvSpPr>
        <p:spPr>
          <a:xfrm>
            <a:off x="4993783" y="4858189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Elipse 714">
            <a:extLst>
              <a:ext uri="{FF2B5EF4-FFF2-40B4-BE49-F238E27FC236}">
                <a16:creationId xmlns:a16="http://schemas.microsoft.com/office/drawing/2014/main" id="{70F8BAA0-59B5-49A4-98A6-F6737CB724E6}"/>
              </a:ext>
            </a:extLst>
          </p:cNvPr>
          <p:cNvSpPr/>
          <p:nvPr/>
        </p:nvSpPr>
        <p:spPr>
          <a:xfrm>
            <a:off x="4941451" y="4672973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6" name="Elipse 715">
            <a:extLst>
              <a:ext uri="{FF2B5EF4-FFF2-40B4-BE49-F238E27FC236}">
                <a16:creationId xmlns:a16="http://schemas.microsoft.com/office/drawing/2014/main" id="{9E964D91-A252-DF14-3C14-3AAB640560DF}"/>
              </a:ext>
            </a:extLst>
          </p:cNvPr>
          <p:cNvSpPr/>
          <p:nvPr/>
        </p:nvSpPr>
        <p:spPr>
          <a:xfrm rot="872776">
            <a:off x="5008245" y="4651440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7" name="Conector recto 716">
            <a:extLst>
              <a:ext uri="{FF2B5EF4-FFF2-40B4-BE49-F238E27FC236}">
                <a16:creationId xmlns:a16="http://schemas.microsoft.com/office/drawing/2014/main" id="{F5F34CB2-56F7-93FC-0349-E1638CDFF767}"/>
              </a:ext>
            </a:extLst>
          </p:cNvPr>
          <p:cNvCxnSpPr>
            <a:cxnSpLocks/>
          </p:cNvCxnSpPr>
          <p:nvPr/>
        </p:nvCxnSpPr>
        <p:spPr>
          <a:xfrm>
            <a:off x="4996213" y="475804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5BA6C332-9C77-A71E-A8D1-4C29887A7BC0}"/>
              </a:ext>
            </a:extLst>
          </p:cNvPr>
          <p:cNvCxnSpPr>
            <a:cxnSpLocks/>
          </p:cNvCxnSpPr>
          <p:nvPr/>
        </p:nvCxnSpPr>
        <p:spPr>
          <a:xfrm flipV="1">
            <a:off x="5045451" y="475804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Elipse 718">
            <a:extLst>
              <a:ext uri="{FF2B5EF4-FFF2-40B4-BE49-F238E27FC236}">
                <a16:creationId xmlns:a16="http://schemas.microsoft.com/office/drawing/2014/main" id="{69A4CB5B-FC3E-5D1D-4976-087AFB901598}"/>
              </a:ext>
            </a:extLst>
          </p:cNvPr>
          <p:cNvSpPr/>
          <p:nvPr/>
        </p:nvSpPr>
        <p:spPr>
          <a:xfrm rot="19333876">
            <a:off x="4927786" y="4664701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E053DBFF-28B5-1679-A979-29501C423333}"/>
              </a:ext>
            </a:extLst>
          </p:cNvPr>
          <p:cNvCxnSpPr>
            <a:cxnSpLocks/>
          </p:cNvCxnSpPr>
          <p:nvPr/>
        </p:nvCxnSpPr>
        <p:spPr>
          <a:xfrm>
            <a:off x="5015860" y="484297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Rectángulo 720">
            <a:extLst>
              <a:ext uri="{FF2B5EF4-FFF2-40B4-BE49-F238E27FC236}">
                <a16:creationId xmlns:a16="http://schemas.microsoft.com/office/drawing/2014/main" id="{5E027DFB-AE23-C5EA-D4FB-4C6865A48E95}"/>
              </a:ext>
            </a:extLst>
          </p:cNvPr>
          <p:cNvSpPr/>
          <p:nvPr/>
        </p:nvSpPr>
        <p:spPr>
          <a:xfrm>
            <a:off x="5100037" y="4947956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2" name="Rectángulo: esquinas redondeadas 721">
            <a:extLst>
              <a:ext uri="{FF2B5EF4-FFF2-40B4-BE49-F238E27FC236}">
                <a16:creationId xmlns:a16="http://schemas.microsoft.com/office/drawing/2014/main" id="{7A90B752-DC10-C074-07AB-245654456FD4}"/>
              </a:ext>
            </a:extLst>
          </p:cNvPr>
          <p:cNvSpPr/>
          <p:nvPr/>
        </p:nvSpPr>
        <p:spPr>
          <a:xfrm>
            <a:off x="5126796" y="5081408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3" name="Rectángulo 722">
            <a:extLst>
              <a:ext uri="{FF2B5EF4-FFF2-40B4-BE49-F238E27FC236}">
                <a16:creationId xmlns:a16="http://schemas.microsoft.com/office/drawing/2014/main" id="{3DD125DC-6101-D49E-DEF6-C2FA945AE9F2}"/>
              </a:ext>
            </a:extLst>
          </p:cNvPr>
          <p:cNvSpPr/>
          <p:nvPr/>
        </p:nvSpPr>
        <p:spPr>
          <a:xfrm>
            <a:off x="5126750" y="513353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4" name="Rectángulo: esquinas redondeadas 723">
            <a:extLst>
              <a:ext uri="{FF2B5EF4-FFF2-40B4-BE49-F238E27FC236}">
                <a16:creationId xmlns:a16="http://schemas.microsoft.com/office/drawing/2014/main" id="{CD2E45B2-CD89-756C-BE0C-D2476E7E2DB5}"/>
              </a:ext>
            </a:extLst>
          </p:cNvPr>
          <p:cNvSpPr/>
          <p:nvPr/>
        </p:nvSpPr>
        <p:spPr>
          <a:xfrm>
            <a:off x="5160088" y="5088687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5" name="Elipse 724">
            <a:extLst>
              <a:ext uri="{FF2B5EF4-FFF2-40B4-BE49-F238E27FC236}">
                <a16:creationId xmlns:a16="http://schemas.microsoft.com/office/drawing/2014/main" id="{D6EE7040-14E0-0B82-C05A-1845A3A09E94}"/>
              </a:ext>
            </a:extLst>
          </p:cNvPr>
          <p:cNvSpPr/>
          <p:nvPr/>
        </p:nvSpPr>
        <p:spPr>
          <a:xfrm>
            <a:off x="5107756" y="490347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6" name="Elipse 725">
            <a:extLst>
              <a:ext uri="{FF2B5EF4-FFF2-40B4-BE49-F238E27FC236}">
                <a16:creationId xmlns:a16="http://schemas.microsoft.com/office/drawing/2014/main" id="{4A066223-FD7A-A3D5-2250-2EAC6C6E6499}"/>
              </a:ext>
            </a:extLst>
          </p:cNvPr>
          <p:cNvSpPr/>
          <p:nvPr/>
        </p:nvSpPr>
        <p:spPr>
          <a:xfrm rot="872776">
            <a:off x="5174550" y="4881938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65DFF321-6911-F86F-2DA6-68275A01FA3D}"/>
              </a:ext>
            </a:extLst>
          </p:cNvPr>
          <p:cNvCxnSpPr>
            <a:cxnSpLocks/>
          </p:cNvCxnSpPr>
          <p:nvPr/>
        </p:nvCxnSpPr>
        <p:spPr>
          <a:xfrm>
            <a:off x="5162518" y="498854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DE69933D-9461-E817-A7ED-1EA1C5899FB8}"/>
              </a:ext>
            </a:extLst>
          </p:cNvPr>
          <p:cNvCxnSpPr>
            <a:cxnSpLocks/>
          </p:cNvCxnSpPr>
          <p:nvPr/>
        </p:nvCxnSpPr>
        <p:spPr>
          <a:xfrm flipV="1">
            <a:off x="5211756" y="498854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9" name="Elipse 728">
            <a:extLst>
              <a:ext uri="{FF2B5EF4-FFF2-40B4-BE49-F238E27FC236}">
                <a16:creationId xmlns:a16="http://schemas.microsoft.com/office/drawing/2014/main" id="{D00E6425-ABBF-4464-F0BB-FD949670709A}"/>
              </a:ext>
            </a:extLst>
          </p:cNvPr>
          <p:cNvSpPr/>
          <p:nvPr/>
        </p:nvSpPr>
        <p:spPr>
          <a:xfrm rot="19333876">
            <a:off x="5094091" y="4895199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0588A483-951D-CA14-C5CD-194F55F937E8}"/>
              </a:ext>
            </a:extLst>
          </p:cNvPr>
          <p:cNvCxnSpPr>
            <a:cxnSpLocks/>
          </p:cNvCxnSpPr>
          <p:nvPr/>
        </p:nvCxnSpPr>
        <p:spPr>
          <a:xfrm>
            <a:off x="5182165" y="507347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1" name="Rectángulo: esquinas redondeadas 730">
            <a:extLst>
              <a:ext uri="{FF2B5EF4-FFF2-40B4-BE49-F238E27FC236}">
                <a16:creationId xmlns:a16="http://schemas.microsoft.com/office/drawing/2014/main" id="{16BAB519-D28F-9DDA-AAAC-E4E7D208B6C3}"/>
              </a:ext>
            </a:extLst>
          </p:cNvPr>
          <p:cNvSpPr/>
          <p:nvPr/>
        </p:nvSpPr>
        <p:spPr>
          <a:xfrm>
            <a:off x="4831975" y="508522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BFDC4E46-DB42-C6B7-38D0-78DBDE4CA4F1}"/>
              </a:ext>
            </a:extLst>
          </p:cNvPr>
          <p:cNvSpPr/>
          <p:nvPr/>
        </p:nvSpPr>
        <p:spPr>
          <a:xfrm>
            <a:off x="4831929" y="513734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3" name="Rectángulo: esquinas redondeadas 732">
            <a:extLst>
              <a:ext uri="{FF2B5EF4-FFF2-40B4-BE49-F238E27FC236}">
                <a16:creationId xmlns:a16="http://schemas.microsoft.com/office/drawing/2014/main" id="{0A70E015-8CDF-4AEC-4E63-D5CAC65BD848}"/>
              </a:ext>
            </a:extLst>
          </p:cNvPr>
          <p:cNvSpPr/>
          <p:nvPr/>
        </p:nvSpPr>
        <p:spPr>
          <a:xfrm>
            <a:off x="4865267" y="509250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Elipse 733">
            <a:extLst>
              <a:ext uri="{FF2B5EF4-FFF2-40B4-BE49-F238E27FC236}">
                <a16:creationId xmlns:a16="http://schemas.microsoft.com/office/drawing/2014/main" id="{24EDF0D4-7BCD-F030-69B9-8CB24E6295ED}"/>
              </a:ext>
            </a:extLst>
          </p:cNvPr>
          <p:cNvSpPr/>
          <p:nvPr/>
        </p:nvSpPr>
        <p:spPr>
          <a:xfrm>
            <a:off x="4812935" y="490728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5" name="Elipse 734">
            <a:extLst>
              <a:ext uri="{FF2B5EF4-FFF2-40B4-BE49-F238E27FC236}">
                <a16:creationId xmlns:a16="http://schemas.microsoft.com/office/drawing/2014/main" id="{60146B8F-628A-8ADC-CEBC-CC04EB25438F}"/>
              </a:ext>
            </a:extLst>
          </p:cNvPr>
          <p:cNvSpPr/>
          <p:nvPr/>
        </p:nvSpPr>
        <p:spPr>
          <a:xfrm rot="872776">
            <a:off x="4879729" y="488575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6" name="Conector recto 735">
            <a:extLst>
              <a:ext uri="{FF2B5EF4-FFF2-40B4-BE49-F238E27FC236}">
                <a16:creationId xmlns:a16="http://schemas.microsoft.com/office/drawing/2014/main" id="{9B5C01BD-D2F0-2F06-58ED-5C88095AE1B9}"/>
              </a:ext>
            </a:extLst>
          </p:cNvPr>
          <p:cNvCxnSpPr>
            <a:cxnSpLocks/>
          </p:cNvCxnSpPr>
          <p:nvPr/>
        </p:nvCxnSpPr>
        <p:spPr>
          <a:xfrm>
            <a:off x="4867697" y="499236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onector recto 736">
            <a:extLst>
              <a:ext uri="{FF2B5EF4-FFF2-40B4-BE49-F238E27FC236}">
                <a16:creationId xmlns:a16="http://schemas.microsoft.com/office/drawing/2014/main" id="{ACF88F09-79EE-4BE2-BC3A-756C0465542D}"/>
              </a:ext>
            </a:extLst>
          </p:cNvPr>
          <p:cNvCxnSpPr>
            <a:cxnSpLocks/>
          </p:cNvCxnSpPr>
          <p:nvPr/>
        </p:nvCxnSpPr>
        <p:spPr>
          <a:xfrm flipV="1">
            <a:off x="4916935" y="499236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Elipse 737">
            <a:extLst>
              <a:ext uri="{FF2B5EF4-FFF2-40B4-BE49-F238E27FC236}">
                <a16:creationId xmlns:a16="http://schemas.microsoft.com/office/drawing/2014/main" id="{9C3C8E59-E873-F244-0377-793BEE5DF336}"/>
              </a:ext>
            </a:extLst>
          </p:cNvPr>
          <p:cNvSpPr/>
          <p:nvPr/>
        </p:nvSpPr>
        <p:spPr>
          <a:xfrm rot="19333876">
            <a:off x="4799270" y="489901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9" name="Conector recto 738">
            <a:extLst>
              <a:ext uri="{FF2B5EF4-FFF2-40B4-BE49-F238E27FC236}">
                <a16:creationId xmlns:a16="http://schemas.microsoft.com/office/drawing/2014/main" id="{3F660FCB-21B3-30BE-40CF-CD2216AB6091}"/>
              </a:ext>
            </a:extLst>
          </p:cNvPr>
          <p:cNvCxnSpPr>
            <a:cxnSpLocks/>
          </p:cNvCxnSpPr>
          <p:nvPr/>
        </p:nvCxnSpPr>
        <p:spPr>
          <a:xfrm>
            <a:off x="4887344" y="507729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" name="Rectángulo: esquinas redondeadas 739">
            <a:extLst>
              <a:ext uri="{FF2B5EF4-FFF2-40B4-BE49-F238E27FC236}">
                <a16:creationId xmlns:a16="http://schemas.microsoft.com/office/drawing/2014/main" id="{392486C8-A736-C0CD-89EE-137D1E684D12}"/>
              </a:ext>
            </a:extLst>
          </p:cNvPr>
          <p:cNvSpPr/>
          <p:nvPr/>
        </p:nvSpPr>
        <p:spPr>
          <a:xfrm>
            <a:off x="11097392" y="4618277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1" name="Rectángulo 740">
            <a:extLst>
              <a:ext uri="{FF2B5EF4-FFF2-40B4-BE49-F238E27FC236}">
                <a16:creationId xmlns:a16="http://schemas.microsoft.com/office/drawing/2014/main" id="{2E2F6FA1-1D5F-31C5-B60D-DED4678618F5}"/>
              </a:ext>
            </a:extLst>
          </p:cNvPr>
          <p:cNvSpPr/>
          <p:nvPr/>
        </p:nvSpPr>
        <p:spPr>
          <a:xfrm>
            <a:off x="11097346" y="467040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2" name="Rectángulo: esquinas redondeadas 741">
            <a:extLst>
              <a:ext uri="{FF2B5EF4-FFF2-40B4-BE49-F238E27FC236}">
                <a16:creationId xmlns:a16="http://schemas.microsoft.com/office/drawing/2014/main" id="{9562C6CD-AEA9-E05F-A0C4-CDCF8A56B8BE}"/>
              </a:ext>
            </a:extLst>
          </p:cNvPr>
          <p:cNvSpPr/>
          <p:nvPr/>
        </p:nvSpPr>
        <p:spPr>
          <a:xfrm>
            <a:off x="11130684" y="4625556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3" name="Elipse 742">
            <a:extLst>
              <a:ext uri="{FF2B5EF4-FFF2-40B4-BE49-F238E27FC236}">
                <a16:creationId xmlns:a16="http://schemas.microsoft.com/office/drawing/2014/main" id="{C71FC2BB-B6B4-5FA9-3C19-8EA29BFA90BD}"/>
              </a:ext>
            </a:extLst>
          </p:cNvPr>
          <p:cNvSpPr/>
          <p:nvPr/>
        </p:nvSpPr>
        <p:spPr>
          <a:xfrm>
            <a:off x="11078352" y="444034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Elipse 743">
            <a:extLst>
              <a:ext uri="{FF2B5EF4-FFF2-40B4-BE49-F238E27FC236}">
                <a16:creationId xmlns:a16="http://schemas.microsoft.com/office/drawing/2014/main" id="{D570D7C8-C2A2-61F9-A67D-4774E6FEDA9A}"/>
              </a:ext>
            </a:extLst>
          </p:cNvPr>
          <p:cNvSpPr/>
          <p:nvPr/>
        </p:nvSpPr>
        <p:spPr>
          <a:xfrm rot="872776">
            <a:off x="11145146" y="4418807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5" name="Conector recto 744">
            <a:extLst>
              <a:ext uri="{FF2B5EF4-FFF2-40B4-BE49-F238E27FC236}">
                <a16:creationId xmlns:a16="http://schemas.microsoft.com/office/drawing/2014/main" id="{6D7294E2-B8AE-CDC3-B71F-330E2AAEECAC}"/>
              </a:ext>
            </a:extLst>
          </p:cNvPr>
          <p:cNvCxnSpPr>
            <a:cxnSpLocks/>
          </p:cNvCxnSpPr>
          <p:nvPr/>
        </p:nvCxnSpPr>
        <p:spPr>
          <a:xfrm>
            <a:off x="11133114" y="45254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onector recto 745">
            <a:extLst>
              <a:ext uri="{FF2B5EF4-FFF2-40B4-BE49-F238E27FC236}">
                <a16:creationId xmlns:a16="http://schemas.microsoft.com/office/drawing/2014/main" id="{9DCD2CEC-827B-7855-BD11-235812E5F0D1}"/>
              </a:ext>
            </a:extLst>
          </p:cNvPr>
          <p:cNvCxnSpPr>
            <a:cxnSpLocks/>
          </p:cNvCxnSpPr>
          <p:nvPr/>
        </p:nvCxnSpPr>
        <p:spPr>
          <a:xfrm flipV="1">
            <a:off x="11182352" y="45254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" name="Elipse 746">
            <a:extLst>
              <a:ext uri="{FF2B5EF4-FFF2-40B4-BE49-F238E27FC236}">
                <a16:creationId xmlns:a16="http://schemas.microsoft.com/office/drawing/2014/main" id="{4BEC147D-E640-33CC-2ED6-4FF2F0F533BD}"/>
              </a:ext>
            </a:extLst>
          </p:cNvPr>
          <p:cNvSpPr/>
          <p:nvPr/>
        </p:nvSpPr>
        <p:spPr>
          <a:xfrm rot="19333876">
            <a:off x="11064687" y="4432068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8" name="Conector recto 747">
            <a:extLst>
              <a:ext uri="{FF2B5EF4-FFF2-40B4-BE49-F238E27FC236}">
                <a16:creationId xmlns:a16="http://schemas.microsoft.com/office/drawing/2014/main" id="{6BC704AD-EBA7-1910-80D1-ACBF9BD7B1CE}"/>
              </a:ext>
            </a:extLst>
          </p:cNvPr>
          <p:cNvCxnSpPr>
            <a:cxnSpLocks/>
          </p:cNvCxnSpPr>
          <p:nvPr/>
        </p:nvCxnSpPr>
        <p:spPr>
          <a:xfrm>
            <a:off x="11152761" y="46103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9" name="Rectángulo: esquinas redondeadas 748">
            <a:extLst>
              <a:ext uri="{FF2B5EF4-FFF2-40B4-BE49-F238E27FC236}">
                <a16:creationId xmlns:a16="http://schemas.microsoft.com/office/drawing/2014/main" id="{69AF4FCD-9FCA-1AD4-4859-46CE5085008D}"/>
              </a:ext>
            </a:extLst>
          </p:cNvPr>
          <p:cNvSpPr/>
          <p:nvPr/>
        </p:nvSpPr>
        <p:spPr>
          <a:xfrm>
            <a:off x="11577776" y="462832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0" name="Rectángulo 749">
            <a:extLst>
              <a:ext uri="{FF2B5EF4-FFF2-40B4-BE49-F238E27FC236}">
                <a16:creationId xmlns:a16="http://schemas.microsoft.com/office/drawing/2014/main" id="{81F43A4E-6867-12EA-47A9-D4A4D4846555}"/>
              </a:ext>
            </a:extLst>
          </p:cNvPr>
          <p:cNvSpPr/>
          <p:nvPr/>
        </p:nvSpPr>
        <p:spPr>
          <a:xfrm>
            <a:off x="11577730" y="468045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: esquinas redondeadas 750">
            <a:extLst>
              <a:ext uri="{FF2B5EF4-FFF2-40B4-BE49-F238E27FC236}">
                <a16:creationId xmlns:a16="http://schemas.microsoft.com/office/drawing/2014/main" id="{7EE45049-B8D6-E9F0-A893-0C5505496C45}"/>
              </a:ext>
            </a:extLst>
          </p:cNvPr>
          <p:cNvSpPr/>
          <p:nvPr/>
        </p:nvSpPr>
        <p:spPr>
          <a:xfrm>
            <a:off x="11611068" y="463560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Elipse 751">
            <a:extLst>
              <a:ext uri="{FF2B5EF4-FFF2-40B4-BE49-F238E27FC236}">
                <a16:creationId xmlns:a16="http://schemas.microsoft.com/office/drawing/2014/main" id="{AAE2452B-61CE-E37E-CC49-3D0CB34103D5}"/>
              </a:ext>
            </a:extLst>
          </p:cNvPr>
          <p:cNvSpPr/>
          <p:nvPr/>
        </p:nvSpPr>
        <p:spPr>
          <a:xfrm>
            <a:off x="11558736" y="445039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Elipse 752">
            <a:extLst>
              <a:ext uri="{FF2B5EF4-FFF2-40B4-BE49-F238E27FC236}">
                <a16:creationId xmlns:a16="http://schemas.microsoft.com/office/drawing/2014/main" id="{078F9773-473A-3BD7-EFFB-013D66544C5E}"/>
              </a:ext>
            </a:extLst>
          </p:cNvPr>
          <p:cNvSpPr/>
          <p:nvPr/>
        </p:nvSpPr>
        <p:spPr>
          <a:xfrm rot="872776">
            <a:off x="11625530" y="442885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4" name="Conector recto 753">
            <a:extLst>
              <a:ext uri="{FF2B5EF4-FFF2-40B4-BE49-F238E27FC236}">
                <a16:creationId xmlns:a16="http://schemas.microsoft.com/office/drawing/2014/main" id="{C72F4F22-4480-9E2F-2AFB-491FFE623121}"/>
              </a:ext>
            </a:extLst>
          </p:cNvPr>
          <p:cNvCxnSpPr>
            <a:cxnSpLocks/>
          </p:cNvCxnSpPr>
          <p:nvPr/>
        </p:nvCxnSpPr>
        <p:spPr>
          <a:xfrm>
            <a:off x="11613498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Conector recto 754">
            <a:extLst>
              <a:ext uri="{FF2B5EF4-FFF2-40B4-BE49-F238E27FC236}">
                <a16:creationId xmlns:a16="http://schemas.microsoft.com/office/drawing/2014/main" id="{5B281343-6209-0AFC-70BA-0156A098E089}"/>
              </a:ext>
            </a:extLst>
          </p:cNvPr>
          <p:cNvCxnSpPr>
            <a:cxnSpLocks/>
          </p:cNvCxnSpPr>
          <p:nvPr/>
        </p:nvCxnSpPr>
        <p:spPr>
          <a:xfrm flipV="1">
            <a:off x="11662736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Elipse 755">
            <a:extLst>
              <a:ext uri="{FF2B5EF4-FFF2-40B4-BE49-F238E27FC236}">
                <a16:creationId xmlns:a16="http://schemas.microsoft.com/office/drawing/2014/main" id="{8BB4FD09-A8B8-6E66-9075-E33B964EC345}"/>
              </a:ext>
            </a:extLst>
          </p:cNvPr>
          <p:cNvSpPr/>
          <p:nvPr/>
        </p:nvSpPr>
        <p:spPr>
          <a:xfrm rot="19333876">
            <a:off x="11545071" y="444211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7" name="Conector recto 756">
            <a:extLst>
              <a:ext uri="{FF2B5EF4-FFF2-40B4-BE49-F238E27FC236}">
                <a16:creationId xmlns:a16="http://schemas.microsoft.com/office/drawing/2014/main" id="{EF0A36F7-9EF7-F692-8832-2E213E06CC76}"/>
              </a:ext>
            </a:extLst>
          </p:cNvPr>
          <p:cNvCxnSpPr>
            <a:cxnSpLocks/>
          </p:cNvCxnSpPr>
          <p:nvPr/>
        </p:nvCxnSpPr>
        <p:spPr>
          <a:xfrm>
            <a:off x="11633145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" name="Rectángulo: esquinas redondeadas 757">
            <a:extLst>
              <a:ext uri="{FF2B5EF4-FFF2-40B4-BE49-F238E27FC236}">
                <a16:creationId xmlns:a16="http://schemas.microsoft.com/office/drawing/2014/main" id="{46DFD73C-2817-76EE-4CC3-D1BB6DFC31FC}"/>
              </a:ext>
            </a:extLst>
          </p:cNvPr>
          <p:cNvSpPr/>
          <p:nvPr/>
        </p:nvSpPr>
        <p:spPr>
          <a:xfrm>
            <a:off x="10989071" y="4857335"/>
            <a:ext cx="165953" cy="16351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61CB126B-36B1-A3F5-B162-79E552EC4B44}"/>
              </a:ext>
            </a:extLst>
          </p:cNvPr>
          <p:cNvSpPr/>
          <p:nvPr/>
        </p:nvSpPr>
        <p:spPr>
          <a:xfrm>
            <a:off x="10989025" y="490945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: esquinas redondeadas 759">
            <a:extLst>
              <a:ext uri="{FF2B5EF4-FFF2-40B4-BE49-F238E27FC236}">
                <a16:creationId xmlns:a16="http://schemas.microsoft.com/office/drawing/2014/main" id="{75732D6C-022D-7CD7-BDAA-450446A005EC}"/>
              </a:ext>
            </a:extLst>
          </p:cNvPr>
          <p:cNvSpPr/>
          <p:nvPr/>
        </p:nvSpPr>
        <p:spPr>
          <a:xfrm>
            <a:off x="11022363" y="4864614"/>
            <a:ext cx="104775" cy="1656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Elipse 760">
            <a:extLst>
              <a:ext uri="{FF2B5EF4-FFF2-40B4-BE49-F238E27FC236}">
                <a16:creationId xmlns:a16="http://schemas.microsoft.com/office/drawing/2014/main" id="{E970F081-DB12-4495-DD77-49F40FED8660}"/>
              </a:ext>
            </a:extLst>
          </p:cNvPr>
          <p:cNvSpPr/>
          <p:nvPr/>
        </p:nvSpPr>
        <p:spPr>
          <a:xfrm>
            <a:off x="10970031" y="467939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Elipse 761">
            <a:extLst>
              <a:ext uri="{FF2B5EF4-FFF2-40B4-BE49-F238E27FC236}">
                <a16:creationId xmlns:a16="http://schemas.microsoft.com/office/drawing/2014/main" id="{AECEB6E7-1142-BE08-DBDF-87F404BD797F}"/>
              </a:ext>
            </a:extLst>
          </p:cNvPr>
          <p:cNvSpPr/>
          <p:nvPr/>
        </p:nvSpPr>
        <p:spPr>
          <a:xfrm rot="872776">
            <a:off x="11036825" y="465786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3" name="Conector recto 762">
            <a:extLst>
              <a:ext uri="{FF2B5EF4-FFF2-40B4-BE49-F238E27FC236}">
                <a16:creationId xmlns:a16="http://schemas.microsoft.com/office/drawing/2014/main" id="{BB60F7E7-C352-1E7E-C686-25A3F49E0733}"/>
              </a:ext>
            </a:extLst>
          </p:cNvPr>
          <p:cNvCxnSpPr>
            <a:cxnSpLocks/>
          </p:cNvCxnSpPr>
          <p:nvPr/>
        </p:nvCxnSpPr>
        <p:spPr>
          <a:xfrm>
            <a:off x="11024793" y="476447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Conector recto 763">
            <a:extLst>
              <a:ext uri="{FF2B5EF4-FFF2-40B4-BE49-F238E27FC236}">
                <a16:creationId xmlns:a16="http://schemas.microsoft.com/office/drawing/2014/main" id="{82D3494B-D726-2B3A-981C-67FEED40FDCF}"/>
              </a:ext>
            </a:extLst>
          </p:cNvPr>
          <p:cNvCxnSpPr>
            <a:cxnSpLocks/>
          </p:cNvCxnSpPr>
          <p:nvPr/>
        </p:nvCxnSpPr>
        <p:spPr>
          <a:xfrm flipV="1">
            <a:off x="11074031" y="476447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Elipse 764">
            <a:extLst>
              <a:ext uri="{FF2B5EF4-FFF2-40B4-BE49-F238E27FC236}">
                <a16:creationId xmlns:a16="http://schemas.microsoft.com/office/drawing/2014/main" id="{EEDEBDF6-7578-42CA-588F-EC47CA53051B}"/>
              </a:ext>
            </a:extLst>
          </p:cNvPr>
          <p:cNvSpPr/>
          <p:nvPr/>
        </p:nvSpPr>
        <p:spPr>
          <a:xfrm rot="19333876">
            <a:off x="10956366" y="467112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6" name="Conector recto 765">
            <a:extLst>
              <a:ext uri="{FF2B5EF4-FFF2-40B4-BE49-F238E27FC236}">
                <a16:creationId xmlns:a16="http://schemas.microsoft.com/office/drawing/2014/main" id="{F43E1B98-7281-C517-7657-C23B06E0F10D}"/>
              </a:ext>
            </a:extLst>
          </p:cNvPr>
          <p:cNvCxnSpPr>
            <a:cxnSpLocks/>
          </p:cNvCxnSpPr>
          <p:nvPr/>
        </p:nvCxnSpPr>
        <p:spPr>
          <a:xfrm>
            <a:off x="11044440" y="484940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Rectángulo: esquinas redondeadas 766">
            <a:extLst>
              <a:ext uri="{FF2B5EF4-FFF2-40B4-BE49-F238E27FC236}">
                <a16:creationId xmlns:a16="http://schemas.microsoft.com/office/drawing/2014/main" id="{BDF37FEA-2FBB-7608-C6AC-67385D4596E0}"/>
              </a:ext>
            </a:extLst>
          </p:cNvPr>
          <p:cNvSpPr/>
          <p:nvPr/>
        </p:nvSpPr>
        <p:spPr>
          <a:xfrm>
            <a:off x="11142651" y="5062696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8" name="Rectángulo 767">
            <a:extLst>
              <a:ext uri="{FF2B5EF4-FFF2-40B4-BE49-F238E27FC236}">
                <a16:creationId xmlns:a16="http://schemas.microsoft.com/office/drawing/2014/main" id="{3D03D148-61E6-9F4D-B3E6-2B69DDBA272D}"/>
              </a:ext>
            </a:extLst>
          </p:cNvPr>
          <p:cNvSpPr/>
          <p:nvPr/>
        </p:nvSpPr>
        <p:spPr>
          <a:xfrm>
            <a:off x="11142605" y="511481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9" name="Rectángulo: esquinas redondeadas 768">
            <a:extLst>
              <a:ext uri="{FF2B5EF4-FFF2-40B4-BE49-F238E27FC236}">
                <a16:creationId xmlns:a16="http://schemas.microsoft.com/office/drawing/2014/main" id="{6D63C44C-6EFF-C1DB-DC5A-A00272A5AB9B}"/>
              </a:ext>
            </a:extLst>
          </p:cNvPr>
          <p:cNvSpPr/>
          <p:nvPr/>
        </p:nvSpPr>
        <p:spPr>
          <a:xfrm>
            <a:off x="11175943" y="5069975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0" name="Elipse 769">
            <a:extLst>
              <a:ext uri="{FF2B5EF4-FFF2-40B4-BE49-F238E27FC236}">
                <a16:creationId xmlns:a16="http://schemas.microsoft.com/office/drawing/2014/main" id="{B5FB39DC-4B83-018E-7EC6-16C28DB4F115}"/>
              </a:ext>
            </a:extLst>
          </p:cNvPr>
          <p:cNvSpPr/>
          <p:nvPr/>
        </p:nvSpPr>
        <p:spPr>
          <a:xfrm>
            <a:off x="11123611" y="488475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1" name="Elipse 770">
            <a:extLst>
              <a:ext uri="{FF2B5EF4-FFF2-40B4-BE49-F238E27FC236}">
                <a16:creationId xmlns:a16="http://schemas.microsoft.com/office/drawing/2014/main" id="{C0E46464-1F03-23D3-8DDD-9C11E6B4ECB3}"/>
              </a:ext>
            </a:extLst>
          </p:cNvPr>
          <p:cNvSpPr/>
          <p:nvPr/>
        </p:nvSpPr>
        <p:spPr>
          <a:xfrm rot="872776">
            <a:off x="11190405" y="486322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2" name="Conector recto 771">
            <a:extLst>
              <a:ext uri="{FF2B5EF4-FFF2-40B4-BE49-F238E27FC236}">
                <a16:creationId xmlns:a16="http://schemas.microsoft.com/office/drawing/2014/main" id="{963DE6C3-A19A-0EC5-5836-B50AE7504175}"/>
              </a:ext>
            </a:extLst>
          </p:cNvPr>
          <p:cNvCxnSpPr>
            <a:cxnSpLocks/>
          </p:cNvCxnSpPr>
          <p:nvPr/>
        </p:nvCxnSpPr>
        <p:spPr>
          <a:xfrm>
            <a:off x="11178373" y="496983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Conector recto 772">
            <a:extLst>
              <a:ext uri="{FF2B5EF4-FFF2-40B4-BE49-F238E27FC236}">
                <a16:creationId xmlns:a16="http://schemas.microsoft.com/office/drawing/2014/main" id="{5672DE1A-2280-0B61-FE96-8D8B140D131F}"/>
              </a:ext>
            </a:extLst>
          </p:cNvPr>
          <p:cNvCxnSpPr>
            <a:cxnSpLocks/>
          </p:cNvCxnSpPr>
          <p:nvPr/>
        </p:nvCxnSpPr>
        <p:spPr>
          <a:xfrm flipV="1">
            <a:off x="11227611" y="496983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4" name="Elipse 773">
            <a:extLst>
              <a:ext uri="{FF2B5EF4-FFF2-40B4-BE49-F238E27FC236}">
                <a16:creationId xmlns:a16="http://schemas.microsoft.com/office/drawing/2014/main" id="{B6963B53-53C2-819A-C73A-19393DEFAAAA}"/>
              </a:ext>
            </a:extLst>
          </p:cNvPr>
          <p:cNvSpPr/>
          <p:nvPr/>
        </p:nvSpPr>
        <p:spPr>
          <a:xfrm rot="19333876">
            <a:off x="11109946" y="487648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5" name="Conector recto 774">
            <a:extLst>
              <a:ext uri="{FF2B5EF4-FFF2-40B4-BE49-F238E27FC236}">
                <a16:creationId xmlns:a16="http://schemas.microsoft.com/office/drawing/2014/main" id="{75BF0738-E473-460B-17E4-8EBB2369550C}"/>
              </a:ext>
            </a:extLst>
          </p:cNvPr>
          <p:cNvCxnSpPr>
            <a:cxnSpLocks/>
          </p:cNvCxnSpPr>
          <p:nvPr/>
        </p:nvCxnSpPr>
        <p:spPr>
          <a:xfrm>
            <a:off x="11198020" y="505476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Rectángulo 775">
            <a:extLst>
              <a:ext uri="{FF2B5EF4-FFF2-40B4-BE49-F238E27FC236}">
                <a16:creationId xmlns:a16="http://schemas.microsoft.com/office/drawing/2014/main" id="{0A146CA3-0F0F-ECF7-8393-D6FB1A3FA836}"/>
              </a:ext>
            </a:extLst>
          </p:cNvPr>
          <p:cNvSpPr/>
          <p:nvPr/>
        </p:nvSpPr>
        <p:spPr>
          <a:xfrm>
            <a:off x="11689424" y="4730474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7" name="Rectángulo: esquinas redondeadas 776">
            <a:extLst>
              <a:ext uri="{FF2B5EF4-FFF2-40B4-BE49-F238E27FC236}">
                <a16:creationId xmlns:a16="http://schemas.microsoft.com/office/drawing/2014/main" id="{0FC39992-9380-3A0D-7F56-25907221C420}"/>
              </a:ext>
            </a:extLst>
          </p:cNvPr>
          <p:cNvSpPr/>
          <p:nvPr/>
        </p:nvSpPr>
        <p:spPr>
          <a:xfrm>
            <a:off x="11716183" y="4863926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8" name="Rectángulo 777">
            <a:extLst>
              <a:ext uri="{FF2B5EF4-FFF2-40B4-BE49-F238E27FC236}">
                <a16:creationId xmlns:a16="http://schemas.microsoft.com/office/drawing/2014/main" id="{B1B5C1C0-3499-975D-CE60-429D388EE169}"/>
              </a:ext>
            </a:extLst>
          </p:cNvPr>
          <p:cNvSpPr/>
          <p:nvPr/>
        </p:nvSpPr>
        <p:spPr>
          <a:xfrm>
            <a:off x="11716137" y="4916049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9" name="Rectángulo: esquinas redondeadas 778">
            <a:extLst>
              <a:ext uri="{FF2B5EF4-FFF2-40B4-BE49-F238E27FC236}">
                <a16:creationId xmlns:a16="http://schemas.microsoft.com/office/drawing/2014/main" id="{8A87B46B-3864-C732-6BF8-7B4EAFA41B91}"/>
              </a:ext>
            </a:extLst>
          </p:cNvPr>
          <p:cNvSpPr/>
          <p:nvPr/>
        </p:nvSpPr>
        <p:spPr>
          <a:xfrm>
            <a:off x="11749475" y="4871205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0" name="Elipse 779">
            <a:extLst>
              <a:ext uri="{FF2B5EF4-FFF2-40B4-BE49-F238E27FC236}">
                <a16:creationId xmlns:a16="http://schemas.microsoft.com/office/drawing/2014/main" id="{60E8A1D0-67D1-5283-82CF-05DE8F3DAA1C}"/>
              </a:ext>
            </a:extLst>
          </p:cNvPr>
          <p:cNvSpPr/>
          <p:nvPr/>
        </p:nvSpPr>
        <p:spPr>
          <a:xfrm>
            <a:off x="11697143" y="4685989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1" name="Elipse 780">
            <a:extLst>
              <a:ext uri="{FF2B5EF4-FFF2-40B4-BE49-F238E27FC236}">
                <a16:creationId xmlns:a16="http://schemas.microsoft.com/office/drawing/2014/main" id="{BF34A94C-B79A-9D4F-2265-10BE87554FEE}"/>
              </a:ext>
            </a:extLst>
          </p:cNvPr>
          <p:cNvSpPr/>
          <p:nvPr/>
        </p:nvSpPr>
        <p:spPr>
          <a:xfrm rot="872776">
            <a:off x="11763937" y="4664456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2" name="Conector recto 781">
            <a:extLst>
              <a:ext uri="{FF2B5EF4-FFF2-40B4-BE49-F238E27FC236}">
                <a16:creationId xmlns:a16="http://schemas.microsoft.com/office/drawing/2014/main" id="{BC505C50-E7F7-3E60-E6EF-E541B77F4727}"/>
              </a:ext>
            </a:extLst>
          </p:cNvPr>
          <p:cNvCxnSpPr>
            <a:cxnSpLocks/>
          </p:cNvCxnSpPr>
          <p:nvPr/>
        </p:nvCxnSpPr>
        <p:spPr>
          <a:xfrm>
            <a:off x="11751905" y="47710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Conector recto 782">
            <a:extLst>
              <a:ext uri="{FF2B5EF4-FFF2-40B4-BE49-F238E27FC236}">
                <a16:creationId xmlns:a16="http://schemas.microsoft.com/office/drawing/2014/main" id="{6487FA65-3F80-72FC-9244-D3AD2DC08A65}"/>
              </a:ext>
            </a:extLst>
          </p:cNvPr>
          <p:cNvCxnSpPr>
            <a:cxnSpLocks/>
          </p:cNvCxnSpPr>
          <p:nvPr/>
        </p:nvCxnSpPr>
        <p:spPr>
          <a:xfrm flipV="1">
            <a:off x="11801143" y="47710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Elipse 783">
            <a:extLst>
              <a:ext uri="{FF2B5EF4-FFF2-40B4-BE49-F238E27FC236}">
                <a16:creationId xmlns:a16="http://schemas.microsoft.com/office/drawing/2014/main" id="{E698C285-693E-E548-B051-F56E067EF79C}"/>
              </a:ext>
            </a:extLst>
          </p:cNvPr>
          <p:cNvSpPr/>
          <p:nvPr/>
        </p:nvSpPr>
        <p:spPr>
          <a:xfrm rot="19333876">
            <a:off x="11683478" y="4677717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5" name="Conector recto 784">
            <a:extLst>
              <a:ext uri="{FF2B5EF4-FFF2-40B4-BE49-F238E27FC236}">
                <a16:creationId xmlns:a16="http://schemas.microsoft.com/office/drawing/2014/main" id="{7768096F-51DC-F23E-F824-66504033BE73}"/>
              </a:ext>
            </a:extLst>
          </p:cNvPr>
          <p:cNvCxnSpPr>
            <a:cxnSpLocks/>
          </p:cNvCxnSpPr>
          <p:nvPr/>
        </p:nvCxnSpPr>
        <p:spPr>
          <a:xfrm>
            <a:off x="11771552" y="48559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Rectángulo 785">
            <a:extLst>
              <a:ext uri="{FF2B5EF4-FFF2-40B4-BE49-F238E27FC236}">
                <a16:creationId xmlns:a16="http://schemas.microsoft.com/office/drawing/2014/main" id="{317C32FC-0E21-38FB-5BC3-E048D3B21805}"/>
              </a:ext>
            </a:extLst>
          </p:cNvPr>
          <p:cNvSpPr/>
          <p:nvPr/>
        </p:nvSpPr>
        <p:spPr>
          <a:xfrm>
            <a:off x="11644725" y="4938754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7" name="Rectángulo: esquinas redondeadas 786">
            <a:extLst>
              <a:ext uri="{FF2B5EF4-FFF2-40B4-BE49-F238E27FC236}">
                <a16:creationId xmlns:a16="http://schemas.microsoft.com/office/drawing/2014/main" id="{2FFB5021-4B63-6608-1BBD-99BEE589FEAC}"/>
              </a:ext>
            </a:extLst>
          </p:cNvPr>
          <p:cNvSpPr/>
          <p:nvPr/>
        </p:nvSpPr>
        <p:spPr>
          <a:xfrm>
            <a:off x="11671484" y="5072206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8" name="Rectángulo 787">
            <a:extLst>
              <a:ext uri="{FF2B5EF4-FFF2-40B4-BE49-F238E27FC236}">
                <a16:creationId xmlns:a16="http://schemas.microsoft.com/office/drawing/2014/main" id="{DB696CBD-352F-F8A6-98ED-2CC9B5C5F519}"/>
              </a:ext>
            </a:extLst>
          </p:cNvPr>
          <p:cNvSpPr/>
          <p:nvPr/>
        </p:nvSpPr>
        <p:spPr>
          <a:xfrm>
            <a:off x="11671438" y="512432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9" name="Rectángulo: esquinas redondeadas 788">
            <a:extLst>
              <a:ext uri="{FF2B5EF4-FFF2-40B4-BE49-F238E27FC236}">
                <a16:creationId xmlns:a16="http://schemas.microsoft.com/office/drawing/2014/main" id="{A201ED3B-1A9B-3B6D-F4C8-F97667DF328F}"/>
              </a:ext>
            </a:extLst>
          </p:cNvPr>
          <p:cNvSpPr/>
          <p:nvPr/>
        </p:nvSpPr>
        <p:spPr>
          <a:xfrm>
            <a:off x="11704776" y="5079485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0" name="Elipse 789">
            <a:extLst>
              <a:ext uri="{FF2B5EF4-FFF2-40B4-BE49-F238E27FC236}">
                <a16:creationId xmlns:a16="http://schemas.microsoft.com/office/drawing/2014/main" id="{A8572D6F-3E57-CE95-CD02-EF2FB119D986}"/>
              </a:ext>
            </a:extLst>
          </p:cNvPr>
          <p:cNvSpPr/>
          <p:nvPr/>
        </p:nvSpPr>
        <p:spPr>
          <a:xfrm>
            <a:off x="11652444" y="489426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1" name="Elipse 790">
            <a:extLst>
              <a:ext uri="{FF2B5EF4-FFF2-40B4-BE49-F238E27FC236}">
                <a16:creationId xmlns:a16="http://schemas.microsoft.com/office/drawing/2014/main" id="{5690A3F1-1C34-F564-59B2-55E9D1773233}"/>
              </a:ext>
            </a:extLst>
          </p:cNvPr>
          <p:cNvSpPr/>
          <p:nvPr/>
        </p:nvSpPr>
        <p:spPr>
          <a:xfrm rot="872776">
            <a:off x="11719238" y="4872736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2" name="Conector recto 791">
            <a:extLst>
              <a:ext uri="{FF2B5EF4-FFF2-40B4-BE49-F238E27FC236}">
                <a16:creationId xmlns:a16="http://schemas.microsoft.com/office/drawing/2014/main" id="{09140B94-CA78-562F-8106-30D678EDE753}"/>
              </a:ext>
            </a:extLst>
          </p:cNvPr>
          <p:cNvCxnSpPr>
            <a:cxnSpLocks/>
          </p:cNvCxnSpPr>
          <p:nvPr/>
        </p:nvCxnSpPr>
        <p:spPr>
          <a:xfrm>
            <a:off x="11707206" y="497934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recto 792">
            <a:extLst>
              <a:ext uri="{FF2B5EF4-FFF2-40B4-BE49-F238E27FC236}">
                <a16:creationId xmlns:a16="http://schemas.microsoft.com/office/drawing/2014/main" id="{65A33804-AACB-182D-98E9-611EE9C7D0FB}"/>
              </a:ext>
            </a:extLst>
          </p:cNvPr>
          <p:cNvCxnSpPr>
            <a:cxnSpLocks/>
          </p:cNvCxnSpPr>
          <p:nvPr/>
        </p:nvCxnSpPr>
        <p:spPr>
          <a:xfrm flipV="1">
            <a:off x="11756444" y="497934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Elipse 793">
            <a:extLst>
              <a:ext uri="{FF2B5EF4-FFF2-40B4-BE49-F238E27FC236}">
                <a16:creationId xmlns:a16="http://schemas.microsoft.com/office/drawing/2014/main" id="{3ED0776F-22E6-4DCB-0E0B-A21E9473E518}"/>
              </a:ext>
            </a:extLst>
          </p:cNvPr>
          <p:cNvSpPr/>
          <p:nvPr/>
        </p:nvSpPr>
        <p:spPr>
          <a:xfrm rot="19333876">
            <a:off x="11638779" y="4885997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5" name="Conector recto 794">
            <a:extLst>
              <a:ext uri="{FF2B5EF4-FFF2-40B4-BE49-F238E27FC236}">
                <a16:creationId xmlns:a16="http://schemas.microsoft.com/office/drawing/2014/main" id="{83194C38-F7EB-E931-016B-D8C68E76729A}"/>
              </a:ext>
            </a:extLst>
          </p:cNvPr>
          <p:cNvCxnSpPr>
            <a:cxnSpLocks/>
          </p:cNvCxnSpPr>
          <p:nvPr/>
        </p:nvCxnSpPr>
        <p:spPr>
          <a:xfrm>
            <a:off x="11726853" y="506427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Rectángulo: esquinas redondeadas 795">
            <a:extLst>
              <a:ext uri="{FF2B5EF4-FFF2-40B4-BE49-F238E27FC236}">
                <a16:creationId xmlns:a16="http://schemas.microsoft.com/office/drawing/2014/main" id="{9C7D3297-A2A6-DDB2-8098-7CB6AD8BE378}"/>
              </a:ext>
            </a:extLst>
          </p:cNvPr>
          <p:cNvSpPr/>
          <p:nvPr/>
        </p:nvSpPr>
        <p:spPr>
          <a:xfrm>
            <a:off x="11407617" y="5063330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7" name="Rectángulo 796">
            <a:extLst>
              <a:ext uri="{FF2B5EF4-FFF2-40B4-BE49-F238E27FC236}">
                <a16:creationId xmlns:a16="http://schemas.microsoft.com/office/drawing/2014/main" id="{DB94F364-2E77-2B8A-29F7-27354999BADB}"/>
              </a:ext>
            </a:extLst>
          </p:cNvPr>
          <p:cNvSpPr/>
          <p:nvPr/>
        </p:nvSpPr>
        <p:spPr>
          <a:xfrm>
            <a:off x="11407571" y="5115453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8" name="Rectángulo: esquinas redondeadas 797">
            <a:extLst>
              <a:ext uri="{FF2B5EF4-FFF2-40B4-BE49-F238E27FC236}">
                <a16:creationId xmlns:a16="http://schemas.microsoft.com/office/drawing/2014/main" id="{E306F513-F2C8-4887-92D3-A9AF51ADE010}"/>
              </a:ext>
            </a:extLst>
          </p:cNvPr>
          <p:cNvSpPr/>
          <p:nvPr/>
        </p:nvSpPr>
        <p:spPr>
          <a:xfrm>
            <a:off x="11440909" y="5070609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9" name="Elipse 798">
            <a:extLst>
              <a:ext uri="{FF2B5EF4-FFF2-40B4-BE49-F238E27FC236}">
                <a16:creationId xmlns:a16="http://schemas.microsoft.com/office/drawing/2014/main" id="{8337B69B-2005-293A-5A02-DA52EF90A4CE}"/>
              </a:ext>
            </a:extLst>
          </p:cNvPr>
          <p:cNvSpPr/>
          <p:nvPr/>
        </p:nvSpPr>
        <p:spPr>
          <a:xfrm>
            <a:off x="11388577" y="4885393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0" name="Conector recto 799">
            <a:extLst>
              <a:ext uri="{FF2B5EF4-FFF2-40B4-BE49-F238E27FC236}">
                <a16:creationId xmlns:a16="http://schemas.microsoft.com/office/drawing/2014/main" id="{4324310A-3D76-B3A4-0D47-2D3F60A030E1}"/>
              </a:ext>
            </a:extLst>
          </p:cNvPr>
          <p:cNvCxnSpPr>
            <a:cxnSpLocks/>
          </p:cNvCxnSpPr>
          <p:nvPr/>
        </p:nvCxnSpPr>
        <p:spPr>
          <a:xfrm>
            <a:off x="11443339" y="497046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Conector recto 800">
            <a:extLst>
              <a:ext uri="{FF2B5EF4-FFF2-40B4-BE49-F238E27FC236}">
                <a16:creationId xmlns:a16="http://schemas.microsoft.com/office/drawing/2014/main" id="{F03213F2-C65A-6846-0E0E-548D8186B802}"/>
              </a:ext>
            </a:extLst>
          </p:cNvPr>
          <p:cNvCxnSpPr>
            <a:cxnSpLocks/>
          </p:cNvCxnSpPr>
          <p:nvPr/>
        </p:nvCxnSpPr>
        <p:spPr>
          <a:xfrm flipV="1">
            <a:off x="11492577" y="497046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Conector recto 801">
            <a:extLst>
              <a:ext uri="{FF2B5EF4-FFF2-40B4-BE49-F238E27FC236}">
                <a16:creationId xmlns:a16="http://schemas.microsoft.com/office/drawing/2014/main" id="{AA51B632-10BE-B089-E127-E398B883576E}"/>
              </a:ext>
            </a:extLst>
          </p:cNvPr>
          <p:cNvCxnSpPr>
            <a:cxnSpLocks/>
          </p:cNvCxnSpPr>
          <p:nvPr/>
        </p:nvCxnSpPr>
        <p:spPr>
          <a:xfrm>
            <a:off x="11462986" y="505539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Rectángulo: esquinas redondeadas 802">
            <a:extLst>
              <a:ext uri="{FF2B5EF4-FFF2-40B4-BE49-F238E27FC236}">
                <a16:creationId xmlns:a16="http://schemas.microsoft.com/office/drawing/2014/main" id="{3D95616D-459D-C3BD-6705-9D9FFE77FB18}"/>
              </a:ext>
            </a:extLst>
          </p:cNvPr>
          <p:cNvSpPr/>
          <p:nvPr/>
        </p:nvSpPr>
        <p:spPr>
          <a:xfrm>
            <a:off x="9953885" y="4849288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4" name="Rectángulo 803">
            <a:extLst>
              <a:ext uri="{FF2B5EF4-FFF2-40B4-BE49-F238E27FC236}">
                <a16:creationId xmlns:a16="http://schemas.microsoft.com/office/drawing/2014/main" id="{67B14F50-B46F-F526-F7F9-CBA2AF217938}"/>
              </a:ext>
            </a:extLst>
          </p:cNvPr>
          <p:cNvSpPr/>
          <p:nvPr/>
        </p:nvSpPr>
        <p:spPr>
          <a:xfrm>
            <a:off x="9953839" y="4901411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5" name="Rectángulo: esquinas redondeadas 804">
            <a:extLst>
              <a:ext uri="{FF2B5EF4-FFF2-40B4-BE49-F238E27FC236}">
                <a16:creationId xmlns:a16="http://schemas.microsoft.com/office/drawing/2014/main" id="{9B3736C2-B4BD-9150-874C-1DDA5FE904FE}"/>
              </a:ext>
            </a:extLst>
          </p:cNvPr>
          <p:cNvSpPr/>
          <p:nvPr/>
        </p:nvSpPr>
        <p:spPr>
          <a:xfrm>
            <a:off x="9987177" y="4856567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6" name="Elipse 805">
            <a:extLst>
              <a:ext uri="{FF2B5EF4-FFF2-40B4-BE49-F238E27FC236}">
                <a16:creationId xmlns:a16="http://schemas.microsoft.com/office/drawing/2014/main" id="{FD37AA13-9796-86B0-4961-B9ED1218B355}"/>
              </a:ext>
            </a:extLst>
          </p:cNvPr>
          <p:cNvSpPr/>
          <p:nvPr/>
        </p:nvSpPr>
        <p:spPr>
          <a:xfrm>
            <a:off x="9934845" y="4671351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7" name="Conector recto 806">
            <a:extLst>
              <a:ext uri="{FF2B5EF4-FFF2-40B4-BE49-F238E27FC236}">
                <a16:creationId xmlns:a16="http://schemas.microsoft.com/office/drawing/2014/main" id="{BAA272DC-3774-5F1C-6358-73968B098E01}"/>
              </a:ext>
            </a:extLst>
          </p:cNvPr>
          <p:cNvCxnSpPr>
            <a:cxnSpLocks/>
          </p:cNvCxnSpPr>
          <p:nvPr/>
        </p:nvCxnSpPr>
        <p:spPr>
          <a:xfrm>
            <a:off x="9989607" y="475642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Conector recto 807">
            <a:extLst>
              <a:ext uri="{FF2B5EF4-FFF2-40B4-BE49-F238E27FC236}">
                <a16:creationId xmlns:a16="http://schemas.microsoft.com/office/drawing/2014/main" id="{EDF1B1C0-E993-13B1-3336-E84CE515DB75}"/>
              </a:ext>
            </a:extLst>
          </p:cNvPr>
          <p:cNvCxnSpPr>
            <a:cxnSpLocks/>
          </p:cNvCxnSpPr>
          <p:nvPr/>
        </p:nvCxnSpPr>
        <p:spPr>
          <a:xfrm flipV="1">
            <a:off x="10038845" y="475642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Conector recto 808">
            <a:extLst>
              <a:ext uri="{FF2B5EF4-FFF2-40B4-BE49-F238E27FC236}">
                <a16:creationId xmlns:a16="http://schemas.microsoft.com/office/drawing/2014/main" id="{31CD452A-3E89-51F6-3645-2077FACB8963}"/>
              </a:ext>
            </a:extLst>
          </p:cNvPr>
          <p:cNvCxnSpPr>
            <a:cxnSpLocks/>
          </p:cNvCxnSpPr>
          <p:nvPr/>
        </p:nvCxnSpPr>
        <p:spPr>
          <a:xfrm>
            <a:off x="10009254" y="484135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0" name="Rectángulo: esquinas redondeadas 809">
            <a:extLst>
              <a:ext uri="{FF2B5EF4-FFF2-40B4-BE49-F238E27FC236}">
                <a16:creationId xmlns:a16="http://schemas.microsoft.com/office/drawing/2014/main" id="{D623D6B3-F815-3FBB-00A7-F50CEEBF49A2}"/>
              </a:ext>
            </a:extLst>
          </p:cNvPr>
          <p:cNvSpPr/>
          <p:nvPr/>
        </p:nvSpPr>
        <p:spPr>
          <a:xfrm>
            <a:off x="9956758" y="5088326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1" name="Rectángulo 810">
            <a:extLst>
              <a:ext uri="{FF2B5EF4-FFF2-40B4-BE49-F238E27FC236}">
                <a16:creationId xmlns:a16="http://schemas.microsoft.com/office/drawing/2014/main" id="{021E188B-C272-B2E1-3AF0-4A74E0269DF1}"/>
              </a:ext>
            </a:extLst>
          </p:cNvPr>
          <p:cNvSpPr/>
          <p:nvPr/>
        </p:nvSpPr>
        <p:spPr>
          <a:xfrm>
            <a:off x="9956712" y="514044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2" name="Rectángulo: esquinas redondeadas 811">
            <a:extLst>
              <a:ext uri="{FF2B5EF4-FFF2-40B4-BE49-F238E27FC236}">
                <a16:creationId xmlns:a16="http://schemas.microsoft.com/office/drawing/2014/main" id="{6455D739-F1E0-A4B0-3E94-874E2EAFFDE3}"/>
              </a:ext>
            </a:extLst>
          </p:cNvPr>
          <p:cNvSpPr/>
          <p:nvPr/>
        </p:nvSpPr>
        <p:spPr>
          <a:xfrm>
            <a:off x="9990050" y="5095605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3" name="Elipse 812">
            <a:extLst>
              <a:ext uri="{FF2B5EF4-FFF2-40B4-BE49-F238E27FC236}">
                <a16:creationId xmlns:a16="http://schemas.microsoft.com/office/drawing/2014/main" id="{B9DB065A-6B77-1A37-A301-460171725B50}"/>
              </a:ext>
            </a:extLst>
          </p:cNvPr>
          <p:cNvSpPr/>
          <p:nvPr/>
        </p:nvSpPr>
        <p:spPr>
          <a:xfrm>
            <a:off x="9937718" y="491038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4" name="Elipse 813">
            <a:extLst>
              <a:ext uri="{FF2B5EF4-FFF2-40B4-BE49-F238E27FC236}">
                <a16:creationId xmlns:a16="http://schemas.microsoft.com/office/drawing/2014/main" id="{7E3F72E3-A3A2-4CF2-5401-A975E20A865E}"/>
              </a:ext>
            </a:extLst>
          </p:cNvPr>
          <p:cNvSpPr/>
          <p:nvPr/>
        </p:nvSpPr>
        <p:spPr>
          <a:xfrm rot="872776">
            <a:off x="10004512" y="4888856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5" name="Conector recto 814">
            <a:extLst>
              <a:ext uri="{FF2B5EF4-FFF2-40B4-BE49-F238E27FC236}">
                <a16:creationId xmlns:a16="http://schemas.microsoft.com/office/drawing/2014/main" id="{B29C2482-737D-2DB8-36EA-D9DA3692EC48}"/>
              </a:ext>
            </a:extLst>
          </p:cNvPr>
          <p:cNvCxnSpPr>
            <a:cxnSpLocks/>
          </p:cNvCxnSpPr>
          <p:nvPr/>
        </p:nvCxnSpPr>
        <p:spPr>
          <a:xfrm>
            <a:off x="9992480" y="499546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Conector recto 815">
            <a:extLst>
              <a:ext uri="{FF2B5EF4-FFF2-40B4-BE49-F238E27FC236}">
                <a16:creationId xmlns:a16="http://schemas.microsoft.com/office/drawing/2014/main" id="{D56391E1-B0B9-F7D9-784E-EB5E087EDF2F}"/>
              </a:ext>
            </a:extLst>
          </p:cNvPr>
          <p:cNvCxnSpPr>
            <a:cxnSpLocks/>
          </p:cNvCxnSpPr>
          <p:nvPr/>
        </p:nvCxnSpPr>
        <p:spPr>
          <a:xfrm flipV="1">
            <a:off x="10041718" y="499546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Elipse 816">
            <a:extLst>
              <a:ext uri="{FF2B5EF4-FFF2-40B4-BE49-F238E27FC236}">
                <a16:creationId xmlns:a16="http://schemas.microsoft.com/office/drawing/2014/main" id="{B72115D1-1D75-8F86-D898-295C64D193D3}"/>
              </a:ext>
            </a:extLst>
          </p:cNvPr>
          <p:cNvSpPr/>
          <p:nvPr/>
        </p:nvSpPr>
        <p:spPr>
          <a:xfrm rot="19333876">
            <a:off x="9924053" y="4902117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8" name="Conector recto 817">
            <a:extLst>
              <a:ext uri="{FF2B5EF4-FFF2-40B4-BE49-F238E27FC236}">
                <a16:creationId xmlns:a16="http://schemas.microsoft.com/office/drawing/2014/main" id="{8A7726A5-1E23-D579-D584-EC5515C8446C}"/>
              </a:ext>
            </a:extLst>
          </p:cNvPr>
          <p:cNvCxnSpPr>
            <a:cxnSpLocks/>
          </p:cNvCxnSpPr>
          <p:nvPr/>
        </p:nvCxnSpPr>
        <p:spPr>
          <a:xfrm>
            <a:off x="10012127" y="508039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" name="Rectángulo 818">
            <a:extLst>
              <a:ext uri="{FF2B5EF4-FFF2-40B4-BE49-F238E27FC236}">
                <a16:creationId xmlns:a16="http://schemas.microsoft.com/office/drawing/2014/main" id="{D8AB09D5-2C30-ABA2-831A-349520B092D8}"/>
              </a:ext>
            </a:extLst>
          </p:cNvPr>
          <p:cNvSpPr/>
          <p:nvPr/>
        </p:nvSpPr>
        <p:spPr>
          <a:xfrm>
            <a:off x="3383280" y="4817837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0" name="Rectángulo 819">
            <a:extLst>
              <a:ext uri="{FF2B5EF4-FFF2-40B4-BE49-F238E27FC236}">
                <a16:creationId xmlns:a16="http://schemas.microsoft.com/office/drawing/2014/main" id="{E7363048-5DBF-9997-7DC2-6BF1A1C20A44}"/>
              </a:ext>
            </a:extLst>
          </p:cNvPr>
          <p:cNvSpPr/>
          <p:nvPr/>
        </p:nvSpPr>
        <p:spPr>
          <a:xfrm>
            <a:off x="3383280" y="5210267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1" name="Conector recto 820">
            <a:extLst>
              <a:ext uri="{FF2B5EF4-FFF2-40B4-BE49-F238E27FC236}">
                <a16:creationId xmlns:a16="http://schemas.microsoft.com/office/drawing/2014/main" id="{0085AA3F-D4D8-9D30-912C-F68578EE3496}"/>
              </a:ext>
            </a:extLst>
          </p:cNvPr>
          <p:cNvCxnSpPr>
            <a:cxnSpLocks/>
          </p:cNvCxnSpPr>
          <p:nvPr/>
        </p:nvCxnSpPr>
        <p:spPr>
          <a:xfrm flipV="1">
            <a:off x="3598545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Conector recto 821">
            <a:extLst>
              <a:ext uri="{FF2B5EF4-FFF2-40B4-BE49-F238E27FC236}">
                <a16:creationId xmlns:a16="http://schemas.microsoft.com/office/drawing/2014/main" id="{DB4130E2-BF88-DCE6-9460-2697EBC5B68A}"/>
              </a:ext>
            </a:extLst>
          </p:cNvPr>
          <p:cNvCxnSpPr>
            <a:cxnSpLocks/>
          </p:cNvCxnSpPr>
          <p:nvPr/>
        </p:nvCxnSpPr>
        <p:spPr>
          <a:xfrm flipV="1">
            <a:off x="3495675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Conector recto 822">
            <a:extLst>
              <a:ext uri="{FF2B5EF4-FFF2-40B4-BE49-F238E27FC236}">
                <a16:creationId xmlns:a16="http://schemas.microsoft.com/office/drawing/2014/main" id="{C0521B55-0917-479F-53CD-64950CF9B53C}"/>
              </a:ext>
            </a:extLst>
          </p:cNvPr>
          <p:cNvCxnSpPr>
            <a:cxnSpLocks/>
          </p:cNvCxnSpPr>
          <p:nvPr/>
        </p:nvCxnSpPr>
        <p:spPr>
          <a:xfrm flipV="1">
            <a:off x="3890010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Conector recto 823">
            <a:extLst>
              <a:ext uri="{FF2B5EF4-FFF2-40B4-BE49-F238E27FC236}">
                <a16:creationId xmlns:a16="http://schemas.microsoft.com/office/drawing/2014/main" id="{4BCD0638-6C76-5202-BFF0-635853DF1693}"/>
              </a:ext>
            </a:extLst>
          </p:cNvPr>
          <p:cNvCxnSpPr>
            <a:cxnSpLocks/>
          </p:cNvCxnSpPr>
          <p:nvPr/>
        </p:nvCxnSpPr>
        <p:spPr>
          <a:xfrm flipV="1">
            <a:off x="3783330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Conector recto 824">
            <a:extLst>
              <a:ext uri="{FF2B5EF4-FFF2-40B4-BE49-F238E27FC236}">
                <a16:creationId xmlns:a16="http://schemas.microsoft.com/office/drawing/2014/main" id="{21812C4A-1EE4-3917-3EB4-5CBB39F0A241}"/>
              </a:ext>
            </a:extLst>
          </p:cNvPr>
          <p:cNvCxnSpPr>
            <a:cxnSpLocks/>
          </p:cNvCxnSpPr>
          <p:nvPr/>
        </p:nvCxnSpPr>
        <p:spPr>
          <a:xfrm flipV="1">
            <a:off x="3680460" y="4821647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Rectángulo 825">
            <a:extLst>
              <a:ext uri="{FF2B5EF4-FFF2-40B4-BE49-F238E27FC236}">
                <a16:creationId xmlns:a16="http://schemas.microsoft.com/office/drawing/2014/main" id="{467547FC-6A97-5802-4BD9-75573DA70489}"/>
              </a:ext>
            </a:extLst>
          </p:cNvPr>
          <p:cNvSpPr/>
          <p:nvPr/>
        </p:nvSpPr>
        <p:spPr>
          <a:xfrm>
            <a:off x="3261360" y="5189312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7" name="Rectángulo 826">
            <a:extLst>
              <a:ext uri="{FF2B5EF4-FFF2-40B4-BE49-F238E27FC236}">
                <a16:creationId xmlns:a16="http://schemas.microsoft.com/office/drawing/2014/main" id="{4A9DA88C-9CB7-5630-BE6B-DA8AF5882566}"/>
              </a:ext>
            </a:extLst>
          </p:cNvPr>
          <p:cNvSpPr/>
          <p:nvPr/>
        </p:nvSpPr>
        <p:spPr>
          <a:xfrm>
            <a:off x="3383280" y="4644482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8" name="Conector recto 827">
            <a:extLst>
              <a:ext uri="{FF2B5EF4-FFF2-40B4-BE49-F238E27FC236}">
                <a16:creationId xmlns:a16="http://schemas.microsoft.com/office/drawing/2014/main" id="{CB3538BC-BD21-5FD0-380D-18406B112057}"/>
              </a:ext>
            </a:extLst>
          </p:cNvPr>
          <p:cNvCxnSpPr>
            <a:cxnSpLocks/>
          </p:cNvCxnSpPr>
          <p:nvPr/>
        </p:nvCxnSpPr>
        <p:spPr>
          <a:xfrm flipV="1">
            <a:off x="3261360" y="5255987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Conector recto 828">
            <a:extLst>
              <a:ext uri="{FF2B5EF4-FFF2-40B4-BE49-F238E27FC236}">
                <a16:creationId xmlns:a16="http://schemas.microsoft.com/office/drawing/2014/main" id="{AD6CB934-EC75-A2A0-9C98-2C42E067EFC2}"/>
              </a:ext>
            </a:extLst>
          </p:cNvPr>
          <p:cNvCxnSpPr>
            <a:cxnSpLocks/>
          </p:cNvCxnSpPr>
          <p:nvPr/>
        </p:nvCxnSpPr>
        <p:spPr>
          <a:xfrm flipV="1">
            <a:off x="3524250" y="518931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Conector recto 829">
            <a:extLst>
              <a:ext uri="{FF2B5EF4-FFF2-40B4-BE49-F238E27FC236}">
                <a16:creationId xmlns:a16="http://schemas.microsoft.com/office/drawing/2014/main" id="{1FBC4FA9-A957-50E9-4E46-C0CEC1DC1B95}"/>
              </a:ext>
            </a:extLst>
          </p:cNvPr>
          <p:cNvCxnSpPr>
            <a:cxnSpLocks/>
          </p:cNvCxnSpPr>
          <p:nvPr/>
        </p:nvCxnSpPr>
        <p:spPr>
          <a:xfrm flipV="1">
            <a:off x="3869055" y="519693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Conector recto 830">
            <a:extLst>
              <a:ext uri="{FF2B5EF4-FFF2-40B4-BE49-F238E27FC236}">
                <a16:creationId xmlns:a16="http://schemas.microsoft.com/office/drawing/2014/main" id="{1AE513DC-BB1A-D0CD-D211-F29FCB31268B}"/>
              </a:ext>
            </a:extLst>
          </p:cNvPr>
          <p:cNvCxnSpPr>
            <a:cxnSpLocks/>
          </p:cNvCxnSpPr>
          <p:nvPr/>
        </p:nvCxnSpPr>
        <p:spPr>
          <a:xfrm flipV="1">
            <a:off x="4103370" y="5255987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Conector recto 831">
            <a:extLst>
              <a:ext uri="{FF2B5EF4-FFF2-40B4-BE49-F238E27FC236}">
                <a16:creationId xmlns:a16="http://schemas.microsoft.com/office/drawing/2014/main" id="{4C8FB87B-8435-3F66-962D-B01926319E25}"/>
              </a:ext>
            </a:extLst>
          </p:cNvPr>
          <p:cNvCxnSpPr>
            <a:cxnSpLocks/>
          </p:cNvCxnSpPr>
          <p:nvPr/>
        </p:nvCxnSpPr>
        <p:spPr>
          <a:xfrm flipV="1">
            <a:off x="3680460" y="465210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Conector recto 832">
            <a:extLst>
              <a:ext uri="{FF2B5EF4-FFF2-40B4-BE49-F238E27FC236}">
                <a16:creationId xmlns:a16="http://schemas.microsoft.com/office/drawing/2014/main" id="{BA71459A-94A0-67EF-628D-5C671E873F5B}"/>
              </a:ext>
            </a:extLst>
          </p:cNvPr>
          <p:cNvCxnSpPr>
            <a:cxnSpLocks/>
          </p:cNvCxnSpPr>
          <p:nvPr/>
        </p:nvCxnSpPr>
        <p:spPr>
          <a:xfrm flipV="1">
            <a:off x="3383280" y="4772117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Conector recto 833">
            <a:extLst>
              <a:ext uri="{FF2B5EF4-FFF2-40B4-BE49-F238E27FC236}">
                <a16:creationId xmlns:a16="http://schemas.microsoft.com/office/drawing/2014/main" id="{262FCE9C-44B6-8D25-49BF-F26148B16639}"/>
              </a:ext>
            </a:extLst>
          </p:cNvPr>
          <p:cNvCxnSpPr>
            <a:cxnSpLocks/>
          </p:cNvCxnSpPr>
          <p:nvPr/>
        </p:nvCxnSpPr>
        <p:spPr>
          <a:xfrm flipV="1">
            <a:off x="3975735" y="4772117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Conector recto 834">
            <a:extLst>
              <a:ext uri="{FF2B5EF4-FFF2-40B4-BE49-F238E27FC236}">
                <a16:creationId xmlns:a16="http://schemas.microsoft.com/office/drawing/2014/main" id="{4A5E4EE3-3E9C-9F69-78EF-CB1ACC16B19A}"/>
              </a:ext>
            </a:extLst>
          </p:cNvPr>
          <p:cNvCxnSpPr>
            <a:cxnSpLocks/>
          </p:cNvCxnSpPr>
          <p:nvPr/>
        </p:nvCxnSpPr>
        <p:spPr>
          <a:xfrm flipH="1">
            <a:off x="3384233" y="4981667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Rectángulo 835">
            <a:extLst>
              <a:ext uri="{FF2B5EF4-FFF2-40B4-BE49-F238E27FC236}">
                <a16:creationId xmlns:a16="http://schemas.microsoft.com/office/drawing/2014/main" id="{F1F94754-183E-36C6-E99B-E3E5F7A04D6A}"/>
              </a:ext>
            </a:extLst>
          </p:cNvPr>
          <p:cNvSpPr/>
          <p:nvPr/>
        </p:nvSpPr>
        <p:spPr>
          <a:xfrm>
            <a:off x="8193406" y="4817837"/>
            <a:ext cx="591501" cy="392430"/>
          </a:xfrm>
          <a:prstGeom prst="rect">
            <a:avLst/>
          </a:prstGeom>
          <a:solidFill>
            <a:srgbClr val="708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7" name="Rectángulo 836">
            <a:extLst>
              <a:ext uri="{FF2B5EF4-FFF2-40B4-BE49-F238E27FC236}">
                <a16:creationId xmlns:a16="http://schemas.microsoft.com/office/drawing/2014/main" id="{C3561282-29BB-DB98-D5C4-BB2A2B8417A8}"/>
              </a:ext>
            </a:extLst>
          </p:cNvPr>
          <p:cNvSpPr/>
          <p:nvPr/>
        </p:nvSpPr>
        <p:spPr>
          <a:xfrm>
            <a:off x="8193406" y="5210267"/>
            <a:ext cx="591501" cy="17385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8" name="Conector recto 837">
            <a:extLst>
              <a:ext uri="{FF2B5EF4-FFF2-40B4-BE49-F238E27FC236}">
                <a16:creationId xmlns:a16="http://schemas.microsoft.com/office/drawing/2014/main" id="{56836B00-51D7-5E9F-1845-71C4A54B9330}"/>
              </a:ext>
            </a:extLst>
          </p:cNvPr>
          <p:cNvCxnSpPr>
            <a:cxnSpLocks/>
          </p:cNvCxnSpPr>
          <p:nvPr/>
        </p:nvCxnSpPr>
        <p:spPr>
          <a:xfrm flipV="1">
            <a:off x="8408671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Conector recto 838">
            <a:extLst>
              <a:ext uri="{FF2B5EF4-FFF2-40B4-BE49-F238E27FC236}">
                <a16:creationId xmlns:a16="http://schemas.microsoft.com/office/drawing/2014/main" id="{418E572B-5A15-7263-F0F3-A97012A3D1C4}"/>
              </a:ext>
            </a:extLst>
          </p:cNvPr>
          <p:cNvCxnSpPr>
            <a:cxnSpLocks/>
          </p:cNvCxnSpPr>
          <p:nvPr/>
        </p:nvCxnSpPr>
        <p:spPr>
          <a:xfrm flipV="1">
            <a:off x="8305801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Conector recto 839">
            <a:extLst>
              <a:ext uri="{FF2B5EF4-FFF2-40B4-BE49-F238E27FC236}">
                <a16:creationId xmlns:a16="http://schemas.microsoft.com/office/drawing/2014/main" id="{08C5784D-D410-7128-8563-ABBE6C292640}"/>
              </a:ext>
            </a:extLst>
          </p:cNvPr>
          <p:cNvCxnSpPr>
            <a:cxnSpLocks/>
          </p:cNvCxnSpPr>
          <p:nvPr/>
        </p:nvCxnSpPr>
        <p:spPr>
          <a:xfrm flipV="1">
            <a:off x="8700136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Conector recto 840">
            <a:extLst>
              <a:ext uri="{FF2B5EF4-FFF2-40B4-BE49-F238E27FC236}">
                <a16:creationId xmlns:a16="http://schemas.microsoft.com/office/drawing/2014/main" id="{FC96354E-A464-1F2D-53F9-8370A2BD5499}"/>
              </a:ext>
            </a:extLst>
          </p:cNvPr>
          <p:cNvCxnSpPr>
            <a:cxnSpLocks/>
          </p:cNvCxnSpPr>
          <p:nvPr/>
        </p:nvCxnSpPr>
        <p:spPr>
          <a:xfrm flipV="1">
            <a:off x="8593456" y="4817837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Conector recto 841">
            <a:extLst>
              <a:ext uri="{FF2B5EF4-FFF2-40B4-BE49-F238E27FC236}">
                <a16:creationId xmlns:a16="http://schemas.microsoft.com/office/drawing/2014/main" id="{BBEFB935-DC6C-6764-DDD6-C760874A00DE}"/>
              </a:ext>
            </a:extLst>
          </p:cNvPr>
          <p:cNvCxnSpPr>
            <a:cxnSpLocks/>
          </p:cNvCxnSpPr>
          <p:nvPr/>
        </p:nvCxnSpPr>
        <p:spPr>
          <a:xfrm flipV="1">
            <a:off x="8490586" y="4821647"/>
            <a:ext cx="0" cy="61200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Rectángulo 842">
            <a:extLst>
              <a:ext uri="{FF2B5EF4-FFF2-40B4-BE49-F238E27FC236}">
                <a16:creationId xmlns:a16="http://schemas.microsoft.com/office/drawing/2014/main" id="{F7914B15-F1F6-97B8-C90B-048A68DA7B0A}"/>
              </a:ext>
            </a:extLst>
          </p:cNvPr>
          <p:cNvSpPr/>
          <p:nvPr/>
        </p:nvSpPr>
        <p:spPr>
          <a:xfrm>
            <a:off x="8071486" y="5189312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4" name="Rectángulo 843">
            <a:extLst>
              <a:ext uri="{FF2B5EF4-FFF2-40B4-BE49-F238E27FC236}">
                <a16:creationId xmlns:a16="http://schemas.microsoft.com/office/drawing/2014/main" id="{A56F0B73-8E1F-7CB2-B442-C0BA740759D0}"/>
              </a:ext>
            </a:extLst>
          </p:cNvPr>
          <p:cNvSpPr/>
          <p:nvPr/>
        </p:nvSpPr>
        <p:spPr>
          <a:xfrm>
            <a:off x="8193406" y="4644482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45" name="Conector recto 844">
            <a:extLst>
              <a:ext uri="{FF2B5EF4-FFF2-40B4-BE49-F238E27FC236}">
                <a16:creationId xmlns:a16="http://schemas.microsoft.com/office/drawing/2014/main" id="{5D72D422-1274-3C43-9387-04E9BB44ABEE}"/>
              </a:ext>
            </a:extLst>
          </p:cNvPr>
          <p:cNvCxnSpPr>
            <a:cxnSpLocks/>
          </p:cNvCxnSpPr>
          <p:nvPr/>
        </p:nvCxnSpPr>
        <p:spPr>
          <a:xfrm flipV="1">
            <a:off x="8071486" y="5255987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Conector recto 845">
            <a:extLst>
              <a:ext uri="{FF2B5EF4-FFF2-40B4-BE49-F238E27FC236}">
                <a16:creationId xmlns:a16="http://schemas.microsoft.com/office/drawing/2014/main" id="{3DB1BFE5-7019-C640-7141-33D3E9F2C6E0}"/>
              </a:ext>
            </a:extLst>
          </p:cNvPr>
          <p:cNvCxnSpPr>
            <a:cxnSpLocks/>
          </p:cNvCxnSpPr>
          <p:nvPr/>
        </p:nvCxnSpPr>
        <p:spPr>
          <a:xfrm flipV="1">
            <a:off x="8334376" y="518931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Conector recto 846">
            <a:extLst>
              <a:ext uri="{FF2B5EF4-FFF2-40B4-BE49-F238E27FC236}">
                <a16:creationId xmlns:a16="http://schemas.microsoft.com/office/drawing/2014/main" id="{696AE69E-8A36-BB94-F278-18A9FB57938E}"/>
              </a:ext>
            </a:extLst>
          </p:cNvPr>
          <p:cNvCxnSpPr>
            <a:cxnSpLocks/>
          </p:cNvCxnSpPr>
          <p:nvPr/>
        </p:nvCxnSpPr>
        <p:spPr>
          <a:xfrm flipV="1">
            <a:off x="8679181" y="519693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Conector recto 847">
            <a:extLst>
              <a:ext uri="{FF2B5EF4-FFF2-40B4-BE49-F238E27FC236}">
                <a16:creationId xmlns:a16="http://schemas.microsoft.com/office/drawing/2014/main" id="{2135FB02-C90D-3C15-9AAD-D7533A11D7CD}"/>
              </a:ext>
            </a:extLst>
          </p:cNvPr>
          <p:cNvCxnSpPr>
            <a:cxnSpLocks/>
          </p:cNvCxnSpPr>
          <p:nvPr/>
        </p:nvCxnSpPr>
        <p:spPr>
          <a:xfrm flipV="1">
            <a:off x="8913496" y="5255987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Conector recto 848">
            <a:extLst>
              <a:ext uri="{FF2B5EF4-FFF2-40B4-BE49-F238E27FC236}">
                <a16:creationId xmlns:a16="http://schemas.microsoft.com/office/drawing/2014/main" id="{93B7BB47-2B1F-44EE-1128-21060BECEF5F}"/>
              </a:ext>
            </a:extLst>
          </p:cNvPr>
          <p:cNvCxnSpPr>
            <a:cxnSpLocks/>
          </p:cNvCxnSpPr>
          <p:nvPr/>
        </p:nvCxnSpPr>
        <p:spPr>
          <a:xfrm flipV="1">
            <a:off x="8490586" y="4652102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Conector recto 849">
            <a:extLst>
              <a:ext uri="{FF2B5EF4-FFF2-40B4-BE49-F238E27FC236}">
                <a16:creationId xmlns:a16="http://schemas.microsoft.com/office/drawing/2014/main" id="{B208A19B-53F0-AF3F-2CA5-F65549AE7C6E}"/>
              </a:ext>
            </a:extLst>
          </p:cNvPr>
          <p:cNvCxnSpPr>
            <a:cxnSpLocks/>
          </p:cNvCxnSpPr>
          <p:nvPr/>
        </p:nvCxnSpPr>
        <p:spPr>
          <a:xfrm flipV="1">
            <a:off x="8193406" y="4772117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Conector recto 850">
            <a:extLst>
              <a:ext uri="{FF2B5EF4-FFF2-40B4-BE49-F238E27FC236}">
                <a16:creationId xmlns:a16="http://schemas.microsoft.com/office/drawing/2014/main" id="{9546B530-03DF-7535-BE80-468031919722}"/>
              </a:ext>
            </a:extLst>
          </p:cNvPr>
          <p:cNvCxnSpPr>
            <a:cxnSpLocks/>
          </p:cNvCxnSpPr>
          <p:nvPr/>
        </p:nvCxnSpPr>
        <p:spPr>
          <a:xfrm flipV="1">
            <a:off x="8785861" y="4772117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Conector recto 851">
            <a:extLst>
              <a:ext uri="{FF2B5EF4-FFF2-40B4-BE49-F238E27FC236}">
                <a16:creationId xmlns:a16="http://schemas.microsoft.com/office/drawing/2014/main" id="{CC997D57-4813-E5A8-5278-52C010083296}"/>
              </a:ext>
            </a:extLst>
          </p:cNvPr>
          <p:cNvCxnSpPr>
            <a:cxnSpLocks/>
          </p:cNvCxnSpPr>
          <p:nvPr/>
        </p:nvCxnSpPr>
        <p:spPr>
          <a:xfrm flipH="1">
            <a:off x="8194359" y="4981667"/>
            <a:ext cx="592454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3AD723EB-B375-4408-2548-7E12F4D64C1D}"/>
              </a:ext>
            </a:extLst>
          </p:cNvPr>
          <p:cNvSpPr/>
          <p:nvPr/>
        </p:nvSpPr>
        <p:spPr>
          <a:xfrm>
            <a:off x="0" y="5398862"/>
            <a:ext cx="12191995" cy="45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8" name="Rectángulo 877">
            <a:extLst>
              <a:ext uri="{FF2B5EF4-FFF2-40B4-BE49-F238E27FC236}">
                <a16:creationId xmlns:a16="http://schemas.microsoft.com/office/drawing/2014/main" id="{CC6D23A2-A2DA-D184-17B6-6ED5F0280015}"/>
              </a:ext>
            </a:extLst>
          </p:cNvPr>
          <p:cNvSpPr/>
          <p:nvPr/>
        </p:nvSpPr>
        <p:spPr>
          <a:xfrm>
            <a:off x="2321184" y="4311909"/>
            <a:ext cx="9268264" cy="1009222"/>
          </a:xfrm>
          <a:custGeom>
            <a:avLst/>
            <a:gdLst>
              <a:gd name="connsiteX0" fmla="*/ 0 w 8871656"/>
              <a:gd name="connsiteY0" fmla="*/ 0 h 819470"/>
              <a:gd name="connsiteX1" fmla="*/ 8871656 w 8871656"/>
              <a:gd name="connsiteY1" fmla="*/ 0 h 819470"/>
              <a:gd name="connsiteX2" fmla="*/ 8871656 w 8871656"/>
              <a:gd name="connsiteY2" fmla="*/ 819470 h 819470"/>
              <a:gd name="connsiteX3" fmla="*/ 0 w 8871656"/>
              <a:gd name="connsiteY3" fmla="*/ 819470 h 819470"/>
              <a:gd name="connsiteX4" fmla="*/ 0 w 8871656"/>
              <a:gd name="connsiteY4" fmla="*/ 0 h 819470"/>
              <a:gd name="connsiteX0" fmla="*/ 0 w 8871656"/>
              <a:gd name="connsiteY0" fmla="*/ 0 h 995739"/>
              <a:gd name="connsiteX1" fmla="*/ 8871656 w 8871656"/>
              <a:gd name="connsiteY1" fmla="*/ 0 h 995739"/>
              <a:gd name="connsiteX2" fmla="*/ 8871656 w 8871656"/>
              <a:gd name="connsiteY2" fmla="*/ 819470 h 995739"/>
              <a:gd name="connsiteX3" fmla="*/ 1123721 w 8871656"/>
              <a:gd name="connsiteY3" fmla="*/ 995739 h 995739"/>
              <a:gd name="connsiteX4" fmla="*/ 0 w 8871656"/>
              <a:gd name="connsiteY4" fmla="*/ 0 h 995739"/>
              <a:gd name="connsiteX0" fmla="*/ 0 w 8210644"/>
              <a:gd name="connsiteY0" fmla="*/ 0 h 1006756"/>
              <a:gd name="connsiteX1" fmla="*/ 8210644 w 8210644"/>
              <a:gd name="connsiteY1" fmla="*/ 11017 h 1006756"/>
              <a:gd name="connsiteX2" fmla="*/ 8210644 w 8210644"/>
              <a:gd name="connsiteY2" fmla="*/ 830487 h 1006756"/>
              <a:gd name="connsiteX3" fmla="*/ 462709 w 8210644"/>
              <a:gd name="connsiteY3" fmla="*/ 1006756 h 1006756"/>
              <a:gd name="connsiteX4" fmla="*/ 0 w 8210644"/>
              <a:gd name="connsiteY4" fmla="*/ 0 h 1006756"/>
              <a:gd name="connsiteX0" fmla="*/ 0 w 8210644"/>
              <a:gd name="connsiteY0" fmla="*/ 0 h 1006756"/>
              <a:gd name="connsiteX1" fmla="*/ 8210644 w 8210644"/>
              <a:gd name="connsiteY1" fmla="*/ 11017 h 1006756"/>
              <a:gd name="connsiteX2" fmla="*/ 8210644 w 8210644"/>
              <a:gd name="connsiteY2" fmla="*/ 830487 h 1006756"/>
              <a:gd name="connsiteX3" fmla="*/ 914401 w 8210644"/>
              <a:gd name="connsiteY3" fmla="*/ 1006756 h 1006756"/>
              <a:gd name="connsiteX4" fmla="*/ 0 w 8210644"/>
              <a:gd name="connsiteY4" fmla="*/ 0 h 1006756"/>
              <a:gd name="connsiteX0" fmla="*/ 0 w 8607252"/>
              <a:gd name="connsiteY0" fmla="*/ 0 h 1006756"/>
              <a:gd name="connsiteX1" fmla="*/ 8607252 w 8607252"/>
              <a:gd name="connsiteY1" fmla="*/ 44068 h 1006756"/>
              <a:gd name="connsiteX2" fmla="*/ 8210644 w 8607252"/>
              <a:gd name="connsiteY2" fmla="*/ 830487 h 1006756"/>
              <a:gd name="connsiteX3" fmla="*/ 914401 w 8607252"/>
              <a:gd name="connsiteY3" fmla="*/ 1006756 h 1006756"/>
              <a:gd name="connsiteX4" fmla="*/ 0 w 8607252"/>
              <a:gd name="connsiteY4" fmla="*/ 0 h 1006756"/>
              <a:gd name="connsiteX0" fmla="*/ 0 w 9290297"/>
              <a:gd name="connsiteY0" fmla="*/ 0 h 1017774"/>
              <a:gd name="connsiteX1" fmla="*/ 8607252 w 9290297"/>
              <a:gd name="connsiteY1" fmla="*/ 44068 h 1017774"/>
              <a:gd name="connsiteX2" fmla="*/ 9290297 w 9290297"/>
              <a:gd name="connsiteY2" fmla="*/ 1017774 h 1017774"/>
              <a:gd name="connsiteX3" fmla="*/ 914401 w 9290297"/>
              <a:gd name="connsiteY3" fmla="*/ 1006756 h 1017774"/>
              <a:gd name="connsiteX4" fmla="*/ 0 w 9290297"/>
              <a:gd name="connsiteY4" fmla="*/ 0 h 1017774"/>
              <a:gd name="connsiteX0" fmla="*/ 0 w 9268264"/>
              <a:gd name="connsiteY0" fmla="*/ 0 h 1006756"/>
              <a:gd name="connsiteX1" fmla="*/ 8607252 w 9268264"/>
              <a:gd name="connsiteY1" fmla="*/ 44068 h 1006756"/>
              <a:gd name="connsiteX2" fmla="*/ 9268264 w 9268264"/>
              <a:gd name="connsiteY2" fmla="*/ 973707 h 1006756"/>
              <a:gd name="connsiteX3" fmla="*/ 914401 w 9268264"/>
              <a:gd name="connsiteY3" fmla="*/ 1006756 h 1006756"/>
              <a:gd name="connsiteX4" fmla="*/ 0 w 9268264"/>
              <a:gd name="connsiteY4" fmla="*/ 0 h 1006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8264" h="1006756">
                <a:moveTo>
                  <a:pt x="0" y="0"/>
                </a:moveTo>
                <a:lnTo>
                  <a:pt x="8607252" y="44068"/>
                </a:lnTo>
                <a:lnTo>
                  <a:pt x="9268264" y="973707"/>
                </a:lnTo>
                <a:lnTo>
                  <a:pt x="914401" y="10067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56" name="Rectángulo 855">
            <a:extLst>
              <a:ext uri="{FF2B5EF4-FFF2-40B4-BE49-F238E27FC236}">
                <a16:creationId xmlns:a16="http://schemas.microsoft.com/office/drawing/2014/main" id="{20321FF1-72E4-91D5-56DB-5CEAF2A842E7}"/>
              </a:ext>
            </a:extLst>
          </p:cNvPr>
          <p:cNvSpPr/>
          <p:nvPr/>
        </p:nvSpPr>
        <p:spPr>
          <a:xfrm>
            <a:off x="6350011" y="3703087"/>
            <a:ext cx="892171" cy="43497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7" name="Rectángulo 856">
            <a:extLst>
              <a:ext uri="{FF2B5EF4-FFF2-40B4-BE49-F238E27FC236}">
                <a16:creationId xmlns:a16="http://schemas.microsoft.com/office/drawing/2014/main" id="{C7F3D0C5-8407-71CF-7681-E0EBE8652165}"/>
              </a:ext>
            </a:extLst>
          </p:cNvPr>
          <p:cNvSpPr/>
          <p:nvPr/>
        </p:nvSpPr>
        <p:spPr>
          <a:xfrm>
            <a:off x="6394462" y="3838033"/>
            <a:ext cx="50795" cy="1079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8" name="Rectángulo 857">
            <a:extLst>
              <a:ext uri="{FF2B5EF4-FFF2-40B4-BE49-F238E27FC236}">
                <a16:creationId xmlns:a16="http://schemas.microsoft.com/office/drawing/2014/main" id="{46B725A9-7FEC-F09F-7BDA-EE41F0646B5D}"/>
              </a:ext>
            </a:extLst>
          </p:cNvPr>
          <p:cNvSpPr/>
          <p:nvPr/>
        </p:nvSpPr>
        <p:spPr>
          <a:xfrm>
            <a:off x="6659571" y="3838033"/>
            <a:ext cx="50795" cy="1079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9" name="Rectángulo 858">
            <a:extLst>
              <a:ext uri="{FF2B5EF4-FFF2-40B4-BE49-F238E27FC236}">
                <a16:creationId xmlns:a16="http://schemas.microsoft.com/office/drawing/2014/main" id="{A7D7829B-0CC1-9462-A017-A50171613EDB}"/>
              </a:ext>
            </a:extLst>
          </p:cNvPr>
          <p:cNvSpPr/>
          <p:nvPr/>
        </p:nvSpPr>
        <p:spPr>
          <a:xfrm>
            <a:off x="6878677" y="3838033"/>
            <a:ext cx="50795" cy="1079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0" name="Rectángulo 859">
            <a:extLst>
              <a:ext uri="{FF2B5EF4-FFF2-40B4-BE49-F238E27FC236}">
                <a16:creationId xmlns:a16="http://schemas.microsoft.com/office/drawing/2014/main" id="{BF7FA7B8-8747-1DF3-E093-5E753B7AF884}"/>
              </a:ext>
            </a:extLst>
          </p:cNvPr>
          <p:cNvSpPr/>
          <p:nvPr/>
        </p:nvSpPr>
        <p:spPr>
          <a:xfrm>
            <a:off x="7143786" y="3838033"/>
            <a:ext cx="50795" cy="1079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1" name="Elipse 860">
            <a:extLst>
              <a:ext uri="{FF2B5EF4-FFF2-40B4-BE49-F238E27FC236}">
                <a16:creationId xmlns:a16="http://schemas.microsoft.com/office/drawing/2014/main" id="{53A951BA-FD07-2886-B043-AA8AA71FB9C6}"/>
              </a:ext>
            </a:extLst>
          </p:cNvPr>
          <p:cNvSpPr/>
          <p:nvPr/>
        </p:nvSpPr>
        <p:spPr>
          <a:xfrm>
            <a:off x="6438905" y="3752440"/>
            <a:ext cx="232571" cy="198175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2" name="Elipse 861">
            <a:extLst>
              <a:ext uri="{FF2B5EF4-FFF2-40B4-BE49-F238E27FC236}">
                <a16:creationId xmlns:a16="http://schemas.microsoft.com/office/drawing/2014/main" id="{00729C74-C1E2-F4A1-D0A4-6BF5EBFF3F93}"/>
              </a:ext>
            </a:extLst>
          </p:cNvPr>
          <p:cNvSpPr/>
          <p:nvPr/>
        </p:nvSpPr>
        <p:spPr>
          <a:xfrm>
            <a:off x="6918320" y="3753231"/>
            <a:ext cx="232571" cy="198175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3" name="Rectángulo: esquinas redondeadas 862">
            <a:extLst>
              <a:ext uri="{FF2B5EF4-FFF2-40B4-BE49-F238E27FC236}">
                <a16:creationId xmlns:a16="http://schemas.microsoft.com/office/drawing/2014/main" id="{FDB120AC-F633-4AB8-0048-EEB17BB7A49A}"/>
              </a:ext>
            </a:extLst>
          </p:cNvPr>
          <p:cNvSpPr/>
          <p:nvPr/>
        </p:nvSpPr>
        <p:spPr>
          <a:xfrm>
            <a:off x="6469060" y="3974548"/>
            <a:ext cx="165953" cy="1635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4" name="Rectángulo: esquinas redondeadas 863">
            <a:extLst>
              <a:ext uri="{FF2B5EF4-FFF2-40B4-BE49-F238E27FC236}">
                <a16:creationId xmlns:a16="http://schemas.microsoft.com/office/drawing/2014/main" id="{3CB704FD-2BF5-C04E-18E9-E3EDE2141343}"/>
              </a:ext>
            </a:extLst>
          </p:cNvPr>
          <p:cNvSpPr/>
          <p:nvPr/>
        </p:nvSpPr>
        <p:spPr>
          <a:xfrm>
            <a:off x="6951657" y="3974548"/>
            <a:ext cx="165953" cy="16351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5" name="Rectángulo 864">
            <a:extLst>
              <a:ext uri="{FF2B5EF4-FFF2-40B4-BE49-F238E27FC236}">
                <a16:creationId xmlns:a16="http://schemas.microsoft.com/office/drawing/2014/main" id="{B28D54B7-E636-E4BC-03B1-FB023818FCDF}"/>
              </a:ext>
            </a:extLst>
          </p:cNvPr>
          <p:cNvSpPr/>
          <p:nvPr/>
        </p:nvSpPr>
        <p:spPr>
          <a:xfrm>
            <a:off x="7009615" y="3985666"/>
            <a:ext cx="45719" cy="152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6" name="Rectángulo 865">
            <a:extLst>
              <a:ext uri="{FF2B5EF4-FFF2-40B4-BE49-F238E27FC236}">
                <a16:creationId xmlns:a16="http://schemas.microsoft.com/office/drawing/2014/main" id="{CC052582-5B75-8F09-1C66-260EA9CFE3D8}"/>
              </a:ext>
            </a:extLst>
          </p:cNvPr>
          <p:cNvSpPr/>
          <p:nvPr/>
        </p:nvSpPr>
        <p:spPr>
          <a:xfrm>
            <a:off x="6525735" y="3985666"/>
            <a:ext cx="45719" cy="152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7" name="Elipse 866">
            <a:extLst>
              <a:ext uri="{FF2B5EF4-FFF2-40B4-BE49-F238E27FC236}">
                <a16:creationId xmlns:a16="http://schemas.microsoft.com/office/drawing/2014/main" id="{1A981555-C310-C0C5-D144-23C0C86248D6}"/>
              </a:ext>
            </a:extLst>
          </p:cNvPr>
          <p:cNvSpPr/>
          <p:nvPr/>
        </p:nvSpPr>
        <p:spPr>
          <a:xfrm>
            <a:off x="6450020" y="3796611"/>
            <a:ext cx="209551" cy="198175"/>
          </a:xfrm>
          <a:prstGeom prst="ellipse">
            <a:avLst/>
          </a:prstGeom>
          <a:solidFill>
            <a:srgbClr val="978161"/>
          </a:soli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8" name="Elipse 867">
            <a:extLst>
              <a:ext uri="{FF2B5EF4-FFF2-40B4-BE49-F238E27FC236}">
                <a16:creationId xmlns:a16="http://schemas.microsoft.com/office/drawing/2014/main" id="{EA4D998C-1A38-451D-F118-620D62E825F7}"/>
              </a:ext>
            </a:extLst>
          </p:cNvPr>
          <p:cNvSpPr/>
          <p:nvPr/>
        </p:nvSpPr>
        <p:spPr>
          <a:xfrm>
            <a:off x="6927053" y="3782598"/>
            <a:ext cx="209551" cy="198175"/>
          </a:xfrm>
          <a:prstGeom prst="ellipse">
            <a:avLst/>
          </a:prstGeom>
          <a:solidFill>
            <a:srgbClr val="978161"/>
          </a:soli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9" name="Elipse 868">
            <a:extLst>
              <a:ext uri="{FF2B5EF4-FFF2-40B4-BE49-F238E27FC236}">
                <a16:creationId xmlns:a16="http://schemas.microsoft.com/office/drawing/2014/main" id="{597F6A00-BD86-698E-241B-657A1DA1A37C}"/>
              </a:ext>
            </a:extLst>
          </p:cNvPr>
          <p:cNvSpPr/>
          <p:nvPr/>
        </p:nvSpPr>
        <p:spPr>
          <a:xfrm rot="872776">
            <a:off x="6516814" y="377507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70" name="Conector recto 869">
            <a:extLst>
              <a:ext uri="{FF2B5EF4-FFF2-40B4-BE49-F238E27FC236}">
                <a16:creationId xmlns:a16="http://schemas.microsoft.com/office/drawing/2014/main" id="{8C66AB80-91C8-1686-9CF9-E507EE17477E}"/>
              </a:ext>
            </a:extLst>
          </p:cNvPr>
          <p:cNvCxnSpPr>
            <a:cxnSpLocks/>
          </p:cNvCxnSpPr>
          <p:nvPr/>
        </p:nvCxnSpPr>
        <p:spPr>
          <a:xfrm>
            <a:off x="6504782" y="388168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Conector recto 870">
            <a:extLst>
              <a:ext uri="{FF2B5EF4-FFF2-40B4-BE49-F238E27FC236}">
                <a16:creationId xmlns:a16="http://schemas.microsoft.com/office/drawing/2014/main" id="{8BBBA8C2-629D-0E69-18CE-D28C35A8E08A}"/>
              </a:ext>
            </a:extLst>
          </p:cNvPr>
          <p:cNvCxnSpPr>
            <a:cxnSpLocks/>
          </p:cNvCxnSpPr>
          <p:nvPr/>
        </p:nvCxnSpPr>
        <p:spPr>
          <a:xfrm flipV="1">
            <a:off x="6554020" y="388168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2" name="Elipse 871">
            <a:extLst>
              <a:ext uri="{FF2B5EF4-FFF2-40B4-BE49-F238E27FC236}">
                <a16:creationId xmlns:a16="http://schemas.microsoft.com/office/drawing/2014/main" id="{FD5901ED-65BC-5FE8-75CD-AC943AA0F2C5}"/>
              </a:ext>
            </a:extLst>
          </p:cNvPr>
          <p:cNvSpPr/>
          <p:nvPr/>
        </p:nvSpPr>
        <p:spPr>
          <a:xfrm rot="19333876">
            <a:off x="6436355" y="378833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73" name="Conector recto 872">
            <a:extLst>
              <a:ext uri="{FF2B5EF4-FFF2-40B4-BE49-F238E27FC236}">
                <a16:creationId xmlns:a16="http://schemas.microsoft.com/office/drawing/2014/main" id="{8145CF82-633D-6B21-AE7F-7343677D424C}"/>
              </a:ext>
            </a:extLst>
          </p:cNvPr>
          <p:cNvCxnSpPr>
            <a:cxnSpLocks/>
          </p:cNvCxnSpPr>
          <p:nvPr/>
        </p:nvCxnSpPr>
        <p:spPr>
          <a:xfrm>
            <a:off x="6524429" y="396661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Conector recto 873">
            <a:extLst>
              <a:ext uri="{FF2B5EF4-FFF2-40B4-BE49-F238E27FC236}">
                <a16:creationId xmlns:a16="http://schemas.microsoft.com/office/drawing/2014/main" id="{DCDB49ED-BB15-AF2D-8227-A9AA94529557}"/>
              </a:ext>
            </a:extLst>
          </p:cNvPr>
          <p:cNvCxnSpPr>
            <a:cxnSpLocks/>
          </p:cNvCxnSpPr>
          <p:nvPr/>
        </p:nvCxnSpPr>
        <p:spPr>
          <a:xfrm>
            <a:off x="6981032" y="386739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Conector recto 874">
            <a:extLst>
              <a:ext uri="{FF2B5EF4-FFF2-40B4-BE49-F238E27FC236}">
                <a16:creationId xmlns:a16="http://schemas.microsoft.com/office/drawing/2014/main" id="{76C61AFC-0D4F-3F44-78BF-D7F4425836C2}"/>
              </a:ext>
            </a:extLst>
          </p:cNvPr>
          <p:cNvCxnSpPr>
            <a:cxnSpLocks/>
          </p:cNvCxnSpPr>
          <p:nvPr/>
        </p:nvCxnSpPr>
        <p:spPr>
          <a:xfrm flipV="1">
            <a:off x="7030270" y="386739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Elipse 876">
            <a:extLst>
              <a:ext uri="{FF2B5EF4-FFF2-40B4-BE49-F238E27FC236}">
                <a16:creationId xmlns:a16="http://schemas.microsoft.com/office/drawing/2014/main" id="{E9C78531-3909-BA22-9926-9B5BADF9E376}"/>
              </a:ext>
            </a:extLst>
          </p:cNvPr>
          <p:cNvSpPr/>
          <p:nvPr/>
        </p:nvSpPr>
        <p:spPr>
          <a:xfrm>
            <a:off x="7010222" y="3932615"/>
            <a:ext cx="36000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2" name="Rectángulo 171">
            <a:extLst>
              <a:ext uri="{FF2B5EF4-FFF2-40B4-BE49-F238E27FC236}">
                <a16:creationId xmlns:a16="http://schemas.microsoft.com/office/drawing/2014/main" id="{13BBB3FD-4B25-83F9-B5C9-5A0DD21A1539}"/>
              </a:ext>
            </a:extLst>
          </p:cNvPr>
          <p:cNvSpPr/>
          <p:nvPr/>
        </p:nvSpPr>
        <p:spPr>
          <a:xfrm>
            <a:off x="6073382" y="4677821"/>
            <a:ext cx="248444" cy="82550"/>
          </a:xfrm>
          <a:prstGeom prst="rect">
            <a:avLst/>
          </a:prstGeom>
          <a:solidFill>
            <a:srgbClr val="B08D29"/>
          </a:solidFill>
          <a:ln>
            <a:solidFill>
              <a:srgbClr val="B08D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7" name="Rectángulo 176">
            <a:extLst>
              <a:ext uri="{FF2B5EF4-FFF2-40B4-BE49-F238E27FC236}">
                <a16:creationId xmlns:a16="http://schemas.microsoft.com/office/drawing/2014/main" id="{24D6975F-4BA4-CE66-46FB-ADED2A906F16}"/>
              </a:ext>
            </a:extLst>
          </p:cNvPr>
          <p:cNvSpPr/>
          <p:nvPr/>
        </p:nvSpPr>
        <p:spPr>
          <a:xfrm>
            <a:off x="7419170" y="4677820"/>
            <a:ext cx="248444" cy="82550"/>
          </a:xfrm>
          <a:prstGeom prst="rect">
            <a:avLst/>
          </a:prstGeom>
          <a:solidFill>
            <a:srgbClr val="B08D29"/>
          </a:solidFill>
          <a:ln>
            <a:solidFill>
              <a:srgbClr val="B08D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C7EE748E-E394-BFC3-81F1-8C7BEEE26E42}"/>
              </a:ext>
            </a:extLst>
          </p:cNvPr>
          <p:cNvSpPr/>
          <p:nvPr/>
        </p:nvSpPr>
        <p:spPr>
          <a:xfrm>
            <a:off x="9297191" y="467781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8316AF6-BC69-84B4-4C79-D74CBB37802F}"/>
              </a:ext>
            </a:extLst>
          </p:cNvPr>
          <p:cNvCxnSpPr>
            <a:cxnSpLocks/>
          </p:cNvCxnSpPr>
          <p:nvPr/>
        </p:nvCxnSpPr>
        <p:spPr>
          <a:xfrm>
            <a:off x="10305912" y="4131717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877">
            <a:extLst>
              <a:ext uri="{FF2B5EF4-FFF2-40B4-BE49-F238E27FC236}">
                <a16:creationId xmlns:a16="http://schemas.microsoft.com/office/drawing/2014/main" id="{8DF2677F-8606-592A-C2DC-6F1E7174AA2F}"/>
              </a:ext>
            </a:extLst>
          </p:cNvPr>
          <p:cNvSpPr/>
          <p:nvPr/>
        </p:nvSpPr>
        <p:spPr>
          <a:xfrm>
            <a:off x="-1546574" y="4265336"/>
            <a:ext cx="15053254" cy="1268137"/>
          </a:xfrm>
          <a:custGeom>
            <a:avLst/>
            <a:gdLst>
              <a:gd name="connsiteX0" fmla="*/ 0 w 8871656"/>
              <a:gd name="connsiteY0" fmla="*/ 0 h 819470"/>
              <a:gd name="connsiteX1" fmla="*/ 8871656 w 8871656"/>
              <a:gd name="connsiteY1" fmla="*/ 0 h 819470"/>
              <a:gd name="connsiteX2" fmla="*/ 8871656 w 8871656"/>
              <a:gd name="connsiteY2" fmla="*/ 819470 h 819470"/>
              <a:gd name="connsiteX3" fmla="*/ 0 w 8871656"/>
              <a:gd name="connsiteY3" fmla="*/ 819470 h 819470"/>
              <a:gd name="connsiteX4" fmla="*/ 0 w 8871656"/>
              <a:gd name="connsiteY4" fmla="*/ 0 h 819470"/>
              <a:gd name="connsiteX0" fmla="*/ 0 w 8871656"/>
              <a:gd name="connsiteY0" fmla="*/ 0 h 995739"/>
              <a:gd name="connsiteX1" fmla="*/ 8871656 w 8871656"/>
              <a:gd name="connsiteY1" fmla="*/ 0 h 995739"/>
              <a:gd name="connsiteX2" fmla="*/ 8871656 w 8871656"/>
              <a:gd name="connsiteY2" fmla="*/ 819470 h 995739"/>
              <a:gd name="connsiteX3" fmla="*/ 1123721 w 8871656"/>
              <a:gd name="connsiteY3" fmla="*/ 995739 h 995739"/>
              <a:gd name="connsiteX4" fmla="*/ 0 w 8871656"/>
              <a:gd name="connsiteY4" fmla="*/ 0 h 995739"/>
              <a:gd name="connsiteX0" fmla="*/ 0 w 8210644"/>
              <a:gd name="connsiteY0" fmla="*/ 0 h 1006756"/>
              <a:gd name="connsiteX1" fmla="*/ 8210644 w 8210644"/>
              <a:gd name="connsiteY1" fmla="*/ 11017 h 1006756"/>
              <a:gd name="connsiteX2" fmla="*/ 8210644 w 8210644"/>
              <a:gd name="connsiteY2" fmla="*/ 830487 h 1006756"/>
              <a:gd name="connsiteX3" fmla="*/ 462709 w 8210644"/>
              <a:gd name="connsiteY3" fmla="*/ 1006756 h 1006756"/>
              <a:gd name="connsiteX4" fmla="*/ 0 w 8210644"/>
              <a:gd name="connsiteY4" fmla="*/ 0 h 1006756"/>
              <a:gd name="connsiteX0" fmla="*/ 0 w 8210644"/>
              <a:gd name="connsiteY0" fmla="*/ 0 h 1006756"/>
              <a:gd name="connsiteX1" fmla="*/ 8210644 w 8210644"/>
              <a:gd name="connsiteY1" fmla="*/ 11017 h 1006756"/>
              <a:gd name="connsiteX2" fmla="*/ 8210644 w 8210644"/>
              <a:gd name="connsiteY2" fmla="*/ 830487 h 1006756"/>
              <a:gd name="connsiteX3" fmla="*/ 914401 w 8210644"/>
              <a:gd name="connsiteY3" fmla="*/ 1006756 h 1006756"/>
              <a:gd name="connsiteX4" fmla="*/ 0 w 8210644"/>
              <a:gd name="connsiteY4" fmla="*/ 0 h 1006756"/>
              <a:gd name="connsiteX0" fmla="*/ 0 w 8607252"/>
              <a:gd name="connsiteY0" fmla="*/ 0 h 1006756"/>
              <a:gd name="connsiteX1" fmla="*/ 8607252 w 8607252"/>
              <a:gd name="connsiteY1" fmla="*/ 44068 h 1006756"/>
              <a:gd name="connsiteX2" fmla="*/ 8210644 w 8607252"/>
              <a:gd name="connsiteY2" fmla="*/ 830487 h 1006756"/>
              <a:gd name="connsiteX3" fmla="*/ 914401 w 8607252"/>
              <a:gd name="connsiteY3" fmla="*/ 1006756 h 1006756"/>
              <a:gd name="connsiteX4" fmla="*/ 0 w 8607252"/>
              <a:gd name="connsiteY4" fmla="*/ 0 h 1006756"/>
              <a:gd name="connsiteX0" fmla="*/ 0 w 9290297"/>
              <a:gd name="connsiteY0" fmla="*/ 0 h 1017774"/>
              <a:gd name="connsiteX1" fmla="*/ 8607252 w 9290297"/>
              <a:gd name="connsiteY1" fmla="*/ 44068 h 1017774"/>
              <a:gd name="connsiteX2" fmla="*/ 9290297 w 9290297"/>
              <a:gd name="connsiteY2" fmla="*/ 1017774 h 1017774"/>
              <a:gd name="connsiteX3" fmla="*/ 914401 w 9290297"/>
              <a:gd name="connsiteY3" fmla="*/ 1006756 h 1017774"/>
              <a:gd name="connsiteX4" fmla="*/ 0 w 9290297"/>
              <a:gd name="connsiteY4" fmla="*/ 0 h 1017774"/>
              <a:gd name="connsiteX0" fmla="*/ 0 w 9268264"/>
              <a:gd name="connsiteY0" fmla="*/ 0 h 1006756"/>
              <a:gd name="connsiteX1" fmla="*/ 8607252 w 9268264"/>
              <a:gd name="connsiteY1" fmla="*/ 44068 h 1006756"/>
              <a:gd name="connsiteX2" fmla="*/ 9268264 w 9268264"/>
              <a:gd name="connsiteY2" fmla="*/ 973707 h 1006756"/>
              <a:gd name="connsiteX3" fmla="*/ 914401 w 9268264"/>
              <a:gd name="connsiteY3" fmla="*/ 1006756 h 1006756"/>
              <a:gd name="connsiteX4" fmla="*/ 0 w 9268264"/>
              <a:gd name="connsiteY4" fmla="*/ 0 h 1006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8264" h="1006756">
                <a:moveTo>
                  <a:pt x="0" y="0"/>
                </a:moveTo>
                <a:lnTo>
                  <a:pt x="8607252" y="44068"/>
                </a:lnTo>
                <a:lnTo>
                  <a:pt x="9268264" y="973707"/>
                </a:lnTo>
                <a:lnTo>
                  <a:pt x="914401" y="10067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1" name="Rectángulo 320">
            <a:extLst>
              <a:ext uri="{FF2B5EF4-FFF2-40B4-BE49-F238E27FC236}">
                <a16:creationId xmlns:a16="http://schemas.microsoft.com/office/drawing/2014/main" id="{72DE7ABD-AE46-48D0-6116-412C250AC6C3}"/>
              </a:ext>
            </a:extLst>
          </p:cNvPr>
          <p:cNvSpPr/>
          <p:nvPr/>
        </p:nvSpPr>
        <p:spPr>
          <a:xfrm>
            <a:off x="7079584" y="4507834"/>
            <a:ext cx="207683" cy="163517"/>
          </a:xfrm>
          <a:prstGeom prst="rect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6" name="Rectángulo 875">
            <a:extLst>
              <a:ext uri="{FF2B5EF4-FFF2-40B4-BE49-F238E27FC236}">
                <a16:creationId xmlns:a16="http://schemas.microsoft.com/office/drawing/2014/main" id="{302C56FB-1DE9-D0BB-CF6A-852E0C22F273}"/>
              </a:ext>
            </a:extLst>
          </p:cNvPr>
          <p:cNvSpPr/>
          <p:nvPr/>
        </p:nvSpPr>
        <p:spPr>
          <a:xfrm>
            <a:off x="6330962" y="4115526"/>
            <a:ext cx="925530" cy="421006"/>
          </a:xfrm>
          <a:prstGeom prst="rect">
            <a:avLst/>
          </a:prstGeom>
          <a:solidFill>
            <a:srgbClr val="B3B1B0"/>
          </a:solidFill>
          <a:ln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5" name="Elipse 234">
            <a:extLst>
              <a:ext uri="{FF2B5EF4-FFF2-40B4-BE49-F238E27FC236}">
                <a16:creationId xmlns:a16="http://schemas.microsoft.com/office/drawing/2014/main" id="{520FE267-08FA-F97D-D897-20DE7037A9C2}"/>
              </a:ext>
            </a:extLst>
          </p:cNvPr>
          <p:cNvSpPr/>
          <p:nvPr/>
        </p:nvSpPr>
        <p:spPr>
          <a:xfrm>
            <a:off x="6557690" y="4450390"/>
            <a:ext cx="209551" cy="198175"/>
          </a:xfrm>
          <a:prstGeom prst="ellipse">
            <a:avLst/>
          </a:prstGeom>
          <a:solidFill>
            <a:srgbClr val="978161"/>
          </a:soli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1B01D5BE-15BE-D4E3-DAB1-6132F8478868}"/>
              </a:ext>
            </a:extLst>
          </p:cNvPr>
          <p:cNvSpPr/>
          <p:nvPr/>
        </p:nvSpPr>
        <p:spPr>
          <a:xfrm rot="872776">
            <a:off x="6624484" y="4428857"/>
            <a:ext cx="134419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7C8C3B0B-DB8B-665C-2CC2-BFB25BD3C664}"/>
              </a:ext>
            </a:extLst>
          </p:cNvPr>
          <p:cNvCxnSpPr>
            <a:cxnSpLocks/>
          </p:cNvCxnSpPr>
          <p:nvPr/>
        </p:nvCxnSpPr>
        <p:spPr>
          <a:xfrm>
            <a:off x="6612452" y="453546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CCAA0B89-8077-B09E-6D46-FAE9787343FC}"/>
              </a:ext>
            </a:extLst>
          </p:cNvPr>
          <p:cNvCxnSpPr>
            <a:cxnSpLocks/>
          </p:cNvCxnSpPr>
          <p:nvPr/>
        </p:nvCxnSpPr>
        <p:spPr>
          <a:xfrm flipV="1">
            <a:off x="6661690" y="453546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Elipse 238">
            <a:extLst>
              <a:ext uri="{FF2B5EF4-FFF2-40B4-BE49-F238E27FC236}">
                <a16:creationId xmlns:a16="http://schemas.microsoft.com/office/drawing/2014/main" id="{DC76936D-3F7D-94CA-E6E1-A2BBC45F0BB7}"/>
              </a:ext>
            </a:extLst>
          </p:cNvPr>
          <p:cNvSpPr/>
          <p:nvPr/>
        </p:nvSpPr>
        <p:spPr>
          <a:xfrm rot="19333876">
            <a:off x="6544025" y="4442118"/>
            <a:ext cx="123770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3C56F764-5B09-F10B-B331-371B6ACC89E1}"/>
              </a:ext>
            </a:extLst>
          </p:cNvPr>
          <p:cNvCxnSpPr>
            <a:cxnSpLocks/>
          </p:cNvCxnSpPr>
          <p:nvPr/>
        </p:nvCxnSpPr>
        <p:spPr>
          <a:xfrm>
            <a:off x="6632099" y="462039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Elipse 366">
            <a:extLst>
              <a:ext uri="{FF2B5EF4-FFF2-40B4-BE49-F238E27FC236}">
                <a16:creationId xmlns:a16="http://schemas.microsoft.com/office/drawing/2014/main" id="{A7D7CBAF-787E-87E6-287A-03D4203982E1}"/>
              </a:ext>
            </a:extLst>
          </p:cNvPr>
          <p:cNvSpPr/>
          <p:nvPr/>
        </p:nvSpPr>
        <p:spPr>
          <a:xfrm>
            <a:off x="6809129" y="4456758"/>
            <a:ext cx="209551" cy="198175"/>
          </a:xfrm>
          <a:prstGeom prst="ellipse">
            <a:avLst/>
          </a:prstGeom>
          <a:solidFill>
            <a:srgbClr val="978161"/>
          </a:soli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8" name="Elipse 367">
            <a:extLst>
              <a:ext uri="{FF2B5EF4-FFF2-40B4-BE49-F238E27FC236}">
                <a16:creationId xmlns:a16="http://schemas.microsoft.com/office/drawing/2014/main" id="{C990FE87-8072-4747-0A79-4B18E0C265DD}"/>
              </a:ext>
            </a:extLst>
          </p:cNvPr>
          <p:cNvSpPr/>
          <p:nvPr/>
        </p:nvSpPr>
        <p:spPr>
          <a:xfrm rot="872776">
            <a:off x="6875923" y="443522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F9A50228-2B50-B8CB-DDB1-584D87A79B9C}"/>
              </a:ext>
            </a:extLst>
          </p:cNvPr>
          <p:cNvCxnSpPr>
            <a:cxnSpLocks/>
          </p:cNvCxnSpPr>
          <p:nvPr/>
        </p:nvCxnSpPr>
        <p:spPr>
          <a:xfrm>
            <a:off x="6863891" y="45418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C6B336C7-70F7-17B9-9611-BD768B2C9A7D}"/>
              </a:ext>
            </a:extLst>
          </p:cNvPr>
          <p:cNvCxnSpPr>
            <a:cxnSpLocks/>
          </p:cNvCxnSpPr>
          <p:nvPr/>
        </p:nvCxnSpPr>
        <p:spPr>
          <a:xfrm flipV="1">
            <a:off x="6913129" y="45418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Elipse 370">
            <a:extLst>
              <a:ext uri="{FF2B5EF4-FFF2-40B4-BE49-F238E27FC236}">
                <a16:creationId xmlns:a16="http://schemas.microsoft.com/office/drawing/2014/main" id="{450D78C3-2F2C-6687-9D22-D6A9EF811A5A}"/>
              </a:ext>
            </a:extLst>
          </p:cNvPr>
          <p:cNvSpPr/>
          <p:nvPr/>
        </p:nvSpPr>
        <p:spPr>
          <a:xfrm rot="19333876">
            <a:off x="6795464" y="444848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65EF1B25-F1C9-B14A-CDBE-734ECAE5FBCD}"/>
              </a:ext>
            </a:extLst>
          </p:cNvPr>
          <p:cNvCxnSpPr>
            <a:cxnSpLocks/>
          </p:cNvCxnSpPr>
          <p:nvPr/>
        </p:nvCxnSpPr>
        <p:spPr>
          <a:xfrm>
            <a:off x="6883538" y="46267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Elipse 375">
            <a:extLst>
              <a:ext uri="{FF2B5EF4-FFF2-40B4-BE49-F238E27FC236}">
                <a16:creationId xmlns:a16="http://schemas.microsoft.com/office/drawing/2014/main" id="{2BC2DF5A-E3DE-F129-524D-E68090355EFB}"/>
              </a:ext>
            </a:extLst>
          </p:cNvPr>
          <p:cNvSpPr/>
          <p:nvPr/>
        </p:nvSpPr>
        <p:spPr>
          <a:xfrm>
            <a:off x="7087303" y="4463349"/>
            <a:ext cx="209551" cy="198175"/>
          </a:xfrm>
          <a:prstGeom prst="ellipse">
            <a:avLst/>
          </a:prstGeom>
          <a:solidFill>
            <a:srgbClr val="978161"/>
          </a:soli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7" name="Elipse 376">
            <a:extLst>
              <a:ext uri="{FF2B5EF4-FFF2-40B4-BE49-F238E27FC236}">
                <a16:creationId xmlns:a16="http://schemas.microsoft.com/office/drawing/2014/main" id="{1C846393-021E-5C8B-7A22-55A7397623BE}"/>
              </a:ext>
            </a:extLst>
          </p:cNvPr>
          <p:cNvSpPr/>
          <p:nvPr/>
        </p:nvSpPr>
        <p:spPr>
          <a:xfrm rot="872776">
            <a:off x="7154097" y="4441816"/>
            <a:ext cx="134419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8" name="Conector recto 377">
            <a:extLst>
              <a:ext uri="{FF2B5EF4-FFF2-40B4-BE49-F238E27FC236}">
                <a16:creationId xmlns:a16="http://schemas.microsoft.com/office/drawing/2014/main" id="{740BC0C5-B3D9-FB09-8EB8-4B2D9E571F05}"/>
              </a:ext>
            </a:extLst>
          </p:cNvPr>
          <p:cNvCxnSpPr>
            <a:cxnSpLocks/>
          </p:cNvCxnSpPr>
          <p:nvPr/>
        </p:nvCxnSpPr>
        <p:spPr>
          <a:xfrm>
            <a:off x="7142065" y="454842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ector recto 378">
            <a:extLst>
              <a:ext uri="{FF2B5EF4-FFF2-40B4-BE49-F238E27FC236}">
                <a16:creationId xmlns:a16="http://schemas.microsoft.com/office/drawing/2014/main" id="{0DA08C02-0AF4-F920-9016-F76A8478DCB2}"/>
              </a:ext>
            </a:extLst>
          </p:cNvPr>
          <p:cNvCxnSpPr>
            <a:cxnSpLocks/>
          </p:cNvCxnSpPr>
          <p:nvPr/>
        </p:nvCxnSpPr>
        <p:spPr>
          <a:xfrm flipV="1">
            <a:off x="7191303" y="454842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Elipse 379">
            <a:extLst>
              <a:ext uri="{FF2B5EF4-FFF2-40B4-BE49-F238E27FC236}">
                <a16:creationId xmlns:a16="http://schemas.microsoft.com/office/drawing/2014/main" id="{DA7B212B-2091-E3D8-AA2E-6076DF65888B}"/>
              </a:ext>
            </a:extLst>
          </p:cNvPr>
          <p:cNvSpPr/>
          <p:nvPr/>
        </p:nvSpPr>
        <p:spPr>
          <a:xfrm rot="19333876">
            <a:off x="7073638" y="4455077"/>
            <a:ext cx="123770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81" name="Conector recto 380">
            <a:extLst>
              <a:ext uri="{FF2B5EF4-FFF2-40B4-BE49-F238E27FC236}">
                <a16:creationId xmlns:a16="http://schemas.microsoft.com/office/drawing/2014/main" id="{5EC476D7-F853-6008-8F09-84CD52C309FF}"/>
              </a:ext>
            </a:extLst>
          </p:cNvPr>
          <p:cNvCxnSpPr>
            <a:cxnSpLocks/>
          </p:cNvCxnSpPr>
          <p:nvPr/>
        </p:nvCxnSpPr>
        <p:spPr>
          <a:xfrm>
            <a:off x="7161712" y="463335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CDFF32B7-3398-0570-72CE-13D7E40C3222}"/>
              </a:ext>
            </a:extLst>
          </p:cNvPr>
          <p:cNvSpPr/>
          <p:nvPr/>
        </p:nvSpPr>
        <p:spPr>
          <a:xfrm>
            <a:off x="-2396651" y="5568650"/>
            <a:ext cx="601633" cy="1302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0966C8A-C15F-7024-7AB8-434348E5EE99}"/>
              </a:ext>
            </a:extLst>
          </p:cNvPr>
          <p:cNvCxnSpPr>
            <a:cxnSpLocks/>
          </p:cNvCxnSpPr>
          <p:nvPr/>
        </p:nvCxnSpPr>
        <p:spPr>
          <a:xfrm flipV="1">
            <a:off x="6086063" y="5575809"/>
            <a:ext cx="0" cy="12821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57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B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6138FF82-5F50-1ECF-50A7-FE87AAE02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2957335"/>
            <a:ext cx="6092526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9" name="Picture 2" descr="Grass Background Free Stock Photo - Public Domain Pictures">
            <a:extLst>
              <a:ext uri="{FF2B5EF4-FFF2-40B4-BE49-F238E27FC236}">
                <a16:creationId xmlns:a16="http://schemas.microsoft.com/office/drawing/2014/main" id="{78588A93-41C0-C590-4664-D5551416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390" y="2957335"/>
            <a:ext cx="6131603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Rectángulo 565">
            <a:extLst>
              <a:ext uri="{FF2B5EF4-FFF2-40B4-BE49-F238E27FC236}">
                <a16:creationId xmlns:a16="http://schemas.microsoft.com/office/drawing/2014/main" id="{03B4ECA0-B791-B481-0B38-3B55369DBAB7}"/>
              </a:ext>
            </a:extLst>
          </p:cNvPr>
          <p:cNvSpPr/>
          <p:nvPr/>
        </p:nvSpPr>
        <p:spPr>
          <a:xfrm>
            <a:off x="1" y="-637298"/>
            <a:ext cx="12192000" cy="5011224"/>
          </a:xfrm>
          <a:prstGeom prst="rect">
            <a:avLst/>
          </a:prstGeom>
          <a:gradFill flip="none" rotWithShape="1">
            <a:gsLst>
              <a:gs pos="4000">
                <a:srgbClr val="5C5FA6"/>
              </a:gs>
              <a:gs pos="22000">
                <a:srgbClr val="31337D"/>
              </a:gs>
              <a:gs pos="39000">
                <a:srgbClr val="1C1E4E"/>
              </a:gs>
              <a:gs pos="53000">
                <a:srgbClr val="121238"/>
              </a:gs>
              <a:gs pos="76000">
                <a:srgbClr val="05051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5" name="Rectángulo 574">
            <a:extLst>
              <a:ext uri="{FF2B5EF4-FFF2-40B4-BE49-F238E27FC236}">
                <a16:creationId xmlns:a16="http://schemas.microsoft.com/office/drawing/2014/main" id="{98BE56CE-FFE5-D7D2-0AD6-A4F2E3417FB9}"/>
              </a:ext>
            </a:extLst>
          </p:cNvPr>
          <p:cNvSpPr/>
          <p:nvPr/>
        </p:nvSpPr>
        <p:spPr>
          <a:xfrm flipH="1">
            <a:off x="10224135" y="628193"/>
            <a:ext cx="363778" cy="698513"/>
          </a:xfrm>
          <a:prstGeom prst="rect">
            <a:avLst/>
          </a:prstGeom>
          <a:solidFill>
            <a:srgbClr val="4C4F97"/>
          </a:solidFill>
          <a:ln>
            <a:solidFill>
              <a:srgbClr val="4C4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6" name="Elipse 575">
            <a:extLst>
              <a:ext uri="{FF2B5EF4-FFF2-40B4-BE49-F238E27FC236}">
                <a16:creationId xmlns:a16="http://schemas.microsoft.com/office/drawing/2014/main" id="{6DF62AC2-7EAD-F7B8-DF1B-5FBF0B99757D}"/>
              </a:ext>
            </a:extLst>
          </p:cNvPr>
          <p:cNvSpPr/>
          <p:nvPr/>
        </p:nvSpPr>
        <p:spPr>
          <a:xfrm flipH="1">
            <a:off x="10443210" y="71329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7" name="Elipse 576">
            <a:extLst>
              <a:ext uri="{FF2B5EF4-FFF2-40B4-BE49-F238E27FC236}">
                <a16:creationId xmlns:a16="http://schemas.microsoft.com/office/drawing/2014/main" id="{54B821C9-C14E-795D-4971-6C99BFB036C5}"/>
              </a:ext>
            </a:extLst>
          </p:cNvPr>
          <p:cNvSpPr/>
          <p:nvPr/>
        </p:nvSpPr>
        <p:spPr>
          <a:xfrm flipH="1">
            <a:off x="10262234" y="70948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8" name="Elipse 577">
            <a:extLst>
              <a:ext uri="{FF2B5EF4-FFF2-40B4-BE49-F238E27FC236}">
                <a16:creationId xmlns:a16="http://schemas.microsoft.com/office/drawing/2014/main" id="{D849708C-02A7-4AC6-00CB-D135AC4A9BF5}"/>
              </a:ext>
            </a:extLst>
          </p:cNvPr>
          <p:cNvSpPr/>
          <p:nvPr/>
        </p:nvSpPr>
        <p:spPr>
          <a:xfrm flipH="1">
            <a:off x="10443210" y="89236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9" name="Elipse 578">
            <a:extLst>
              <a:ext uri="{FF2B5EF4-FFF2-40B4-BE49-F238E27FC236}">
                <a16:creationId xmlns:a16="http://schemas.microsoft.com/office/drawing/2014/main" id="{394D4085-06EF-093E-338D-D9226E9B0C24}"/>
              </a:ext>
            </a:extLst>
          </p:cNvPr>
          <p:cNvSpPr/>
          <p:nvPr/>
        </p:nvSpPr>
        <p:spPr>
          <a:xfrm flipH="1">
            <a:off x="10262234" y="88855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0" name="Elipse 579">
            <a:extLst>
              <a:ext uri="{FF2B5EF4-FFF2-40B4-BE49-F238E27FC236}">
                <a16:creationId xmlns:a16="http://schemas.microsoft.com/office/drawing/2014/main" id="{2D99BDC7-C4EC-D5A0-4F2E-977CA8EF8FC8}"/>
              </a:ext>
            </a:extLst>
          </p:cNvPr>
          <p:cNvSpPr/>
          <p:nvPr/>
        </p:nvSpPr>
        <p:spPr>
          <a:xfrm flipH="1">
            <a:off x="10445115" y="1077151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1" name="Elipse 580">
            <a:extLst>
              <a:ext uri="{FF2B5EF4-FFF2-40B4-BE49-F238E27FC236}">
                <a16:creationId xmlns:a16="http://schemas.microsoft.com/office/drawing/2014/main" id="{ABDB9E34-4806-E5DF-0247-077240A07F54}"/>
              </a:ext>
            </a:extLst>
          </p:cNvPr>
          <p:cNvSpPr/>
          <p:nvPr/>
        </p:nvSpPr>
        <p:spPr>
          <a:xfrm flipH="1">
            <a:off x="10264139" y="1073341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2" name="Rectángulo 581">
            <a:extLst>
              <a:ext uri="{FF2B5EF4-FFF2-40B4-BE49-F238E27FC236}">
                <a16:creationId xmlns:a16="http://schemas.microsoft.com/office/drawing/2014/main" id="{2824AAA6-5A2E-336E-D09A-79AFD2A856C3}"/>
              </a:ext>
            </a:extLst>
          </p:cNvPr>
          <p:cNvSpPr/>
          <p:nvPr/>
        </p:nvSpPr>
        <p:spPr>
          <a:xfrm rot="21430377" flipH="1">
            <a:off x="10401297" y="1328999"/>
            <a:ext cx="167640" cy="3027045"/>
          </a:xfrm>
          <a:prstGeom prst="rect">
            <a:avLst/>
          </a:prstGeom>
          <a:gradFill>
            <a:gsLst>
              <a:gs pos="76000">
                <a:srgbClr val="05051D"/>
              </a:gs>
              <a:gs pos="100000">
                <a:srgbClr val="4C4F9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7" name="Rectángulo 566">
            <a:extLst>
              <a:ext uri="{FF2B5EF4-FFF2-40B4-BE49-F238E27FC236}">
                <a16:creationId xmlns:a16="http://schemas.microsoft.com/office/drawing/2014/main" id="{A14F3A0E-E968-D806-CD8C-906D9674A729}"/>
              </a:ext>
            </a:extLst>
          </p:cNvPr>
          <p:cNvSpPr/>
          <p:nvPr/>
        </p:nvSpPr>
        <p:spPr>
          <a:xfrm>
            <a:off x="1604087" y="628193"/>
            <a:ext cx="363777" cy="698513"/>
          </a:xfrm>
          <a:prstGeom prst="rect">
            <a:avLst/>
          </a:prstGeom>
          <a:solidFill>
            <a:srgbClr val="4C4F97"/>
          </a:solidFill>
          <a:ln>
            <a:solidFill>
              <a:srgbClr val="4C4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8" name="Elipse 567">
            <a:extLst>
              <a:ext uri="{FF2B5EF4-FFF2-40B4-BE49-F238E27FC236}">
                <a16:creationId xmlns:a16="http://schemas.microsoft.com/office/drawing/2014/main" id="{3D9F405C-03CE-9078-1DEF-5FDC4144954B}"/>
              </a:ext>
            </a:extLst>
          </p:cNvPr>
          <p:cNvSpPr/>
          <p:nvPr/>
        </p:nvSpPr>
        <p:spPr>
          <a:xfrm>
            <a:off x="1642110" y="71329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9" name="Elipse 568">
            <a:extLst>
              <a:ext uri="{FF2B5EF4-FFF2-40B4-BE49-F238E27FC236}">
                <a16:creationId xmlns:a16="http://schemas.microsoft.com/office/drawing/2014/main" id="{A2697415-770B-BB01-4211-EC85BE1ADB95}"/>
              </a:ext>
            </a:extLst>
          </p:cNvPr>
          <p:cNvSpPr/>
          <p:nvPr/>
        </p:nvSpPr>
        <p:spPr>
          <a:xfrm>
            <a:off x="1823085" y="70948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0" name="Elipse 569">
            <a:extLst>
              <a:ext uri="{FF2B5EF4-FFF2-40B4-BE49-F238E27FC236}">
                <a16:creationId xmlns:a16="http://schemas.microsoft.com/office/drawing/2014/main" id="{1E74FD1E-E21E-D7E3-DB88-624AEA658830}"/>
              </a:ext>
            </a:extLst>
          </p:cNvPr>
          <p:cNvSpPr/>
          <p:nvPr/>
        </p:nvSpPr>
        <p:spPr>
          <a:xfrm>
            <a:off x="1642110" y="89236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1" name="Elipse 570">
            <a:extLst>
              <a:ext uri="{FF2B5EF4-FFF2-40B4-BE49-F238E27FC236}">
                <a16:creationId xmlns:a16="http://schemas.microsoft.com/office/drawing/2014/main" id="{67071187-791F-A010-7217-34CC2FB4957A}"/>
              </a:ext>
            </a:extLst>
          </p:cNvPr>
          <p:cNvSpPr/>
          <p:nvPr/>
        </p:nvSpPr>
        <p:spPr>
          <a:xfrm>
            <a:off x="1823085" y="888556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2" name="Elipse 571">
            <a:extLst>
              <a:ext uri="{FF2B5EF4-FFF2-40B4-BE49-F238E27FC236}">
                <a16:creationId xmlns:a16="http://schemas.microsoft.com/office/drawing/2014/main" id="{994B7F06-6EE1-CA4D-6478-03E898F20F2E}"/>
              </a:ext>
            </a:extLst>
          </p:cNvPr>
          <p:cNvSpPr/>
          <p:nvPr/>
        </p:nvSpPr>
        <p:spPr>
          <a:xfrm>
            <a:off x="1640205" y="1077151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3" name="Elipse 572">
            <a:extLst>
              <a:ext uri="{FF2B5EF4-FFF2-40B4-BE49-F238E27FC236}">
                <a16:creationId xmlns:a16="http://schemas.microsoft.com/office/drawing/2014/main" id="{8D168196-D27D-CE94-839A-21CC6D8253DE}"/>
              </a:ext>
            </a:extLst>
          </p:cNvPr>
          <p:cNvSpPr/>
          <p:nvPr/>
        </p:nvSpPr>
        <p:spPr>
          <a:xfrm>
            <a:off x="1821180" y="1073341"/>
            <a:ext cx="106680" cy="104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4" name="Rectángulo 573">
            <a:extLst>
              <a:ext uri="{FF2B5EF4-FFF2-40B4-BE49-F238E27FC236}">
                <a16:creationId xmlns:a16="http://schemas.microsoft.com/office/drawing/2014/main" id="{0F23C481-EC4A-7839-0DA1-B7590489A393}"/>
              </a:ext>
            </a:extLst>
          </p:cNvPr>
          <p:cNvSpPr/>
          <p:nvPr/>
        </p:nvSpPr>
        <p:spPr>
          <a:xfrm rot="169623">
            <a:off x="1623062" y="1328999"/>
            <a:ext cx="167640" cy="3027045"/>
          </a:xfrm>
          <a:prstGeom prst="rect">
            <a:avLst/>
          </a:prstGeom>
          <a:gradFill flip="none" rotWithShape="1">
            <a:gsLst>
              <a:gs pos="77000">
                <a:srgbClr val="05051D"/>
              </a:gs>
              <a:gs pos="100000">
                <a:srgbClr val="4C4F9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0" name="Rectángulo 879">
            <a:extLst>
              <a:ext uri="{FF2B5EF4-FFF2-40B4-BE49-F238E27FC236}">
                <a16:creationId xmlns:a16="http://schemas.microsoft.com/office/drawing/2014/main" id="{3B3D650B-C8D7-825E-7FCF-DB6E86F51C7A}"/>
              </a:ext>
            </a:extLst>
          </p:cNvPr>
          <p:cNvSpPr/>
          <p:nvPr/>
        </p:nvSpPr>
        <p:spPr>
          <a:xfrm>
            <a:off x="0" y="5555164"/>
            <a:ext cx="12211874" cy="1335997"/>
          </a:xfrm>
          <a:prstGeom prst="rect">
            <a:avLst/>
          </a:prstGeom>
          <a:solidFill>
            <a:srgbClr val="0C3612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3" name="Rectángulo 562">
            <a:extLst>
              <a:ext uri="{FF2B5EF4-FFF2-40B4-BE49-F238E27FC236}">
                <a16:creationId xmlns:a16="http://schemas.microsoft.com/office/drawing/2014/main" id="{4171AE6D-0516-5B2C-4F93-722747D42A22}"/>
              </a:ext>
            </a:extLst>
          </p:cNvPr>
          <p:cNvSpPr/>
          <p:nvPr/>
        </p:nvSpPr>
        <p:spPr>
          <a:xfrm>
            <a:off x="1" y="4347083"/>
            <a:ext cx="12191996" cy="1060768"/>
          </a:xfrm>
          <a:prstGeom prst="rect">
            <a:avLst/>
          </a:prstGeom>
          <a:solidFill>
            <a:srgbClr val="B93131"/>
          </a:solidFill>
          <a:ln>
            <a:solidFill>
              <a:srgbClr val="B931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1" name="Rectángulo 320">
            <a:extLst>
              <a:ext uri="{FF2B5EF4-FFF2-40B4-BE49-F238E27FC236}">
                <a16:creationId xmlns:a16="http://schemas.microsoft.com/office/drawing/2014/main" id="{72DE7ABD-AE46-48D0-6116-412C250AC6C3}"/>
              </a:ext>
            </a:extLst>
          </p:cNvPr>
          <p:cNvSpPr/>
          <p:nvPr/>
        </p:nvSpPr>
        <p:spPr>
          <a:xfrm>
            <a:off x="7079584" y="4529523"/>
            <a:ext cx="207683" cy="163517"/>
          </a:xfrm>
          <a:prstGeom prst="rect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BD51C83-E698-62EC-A520-93BE8D79AC53}"/>
              </a:ext>
            </a:extLst>
          </p:cNvPr>
          <p:cNvSpPr/>
          <p:nvPr/>
        </p:nvSpPr>
        <p:spPr>
          <a:xfrm>
            <a:off x="1703383" y="4153406"/>
            <a:ext cx="8915897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3A041F-49EC-5B74-0FA4-98C6F20F1D5F}"/>
              </a:ext>
            </a:extLst>
          </p:cNvPr>
          <p:cNvSpPr/>
          <p:nvPr/>
        </p:nvSpPr>
        <p:spPr>
          <a:xfrm>
            <a:off x="4398167" y="3432678"/>
            <a:ext cx="128588" cy="91440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731DCB-6E75-9221-3F4C-34095305C5A2}"/>
              </a:ext>
            </a:extLst>
          </p:cNvPr>
          <p:cNvSpPr/>
          <p:nvPr/>
        </p:nvSpPr>
        <p:spPr>
          <a:xfrm>
            <a:off x="2795587" y="3446971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688453-25FE-CDC1-5E26-EDA22DFE3E33}"/>
              </a:ext>
            </a:extLst>
          </p:cNvPr>
          <p:cNvSpPr/>
          <p:nvPr/>
        </p:nvSpPr>
        <p:spPr>
          <a:xfrm>
            <a:off x="1193007" y="3308858"/>
            <a:ext cx="128588" cy="138113"/>
          </a:xfrm>
          <a:prstGeom prst="rect">
            <a:avLst/>
          </a:prstGeom>
          <a:noFill/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B0526D9-D3B6-B448-4938-09BA2F80DF16}"/>
              </a:ext>
            </a:extLst>
          </p:cNvPr>
          <p:cNvSpPr/>
          <p:nvPr/>
        </p:nvSpPr>
        <p:spPr>
          <a:xfrm>
            <a:off x="10844209" y="3308858"/>
            <a:ext cx="128588" cy="138113"/>
          </a:xfrm>
          <a:prstGeom prst="rect">
            <a:avLst/>
          </a:prstGeom>
          <a:noFill/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511E32-F1A8-D414-6AFB-6C8C6F903A79}"/>
              </a:ext>
            </a:extLst>
          </p:cNvPr>
          <p:cNvSpPr/>
          <p:nvPr/>
        </p:nvSpPr>
        <p:spPr>
          <a:xfrm>
            <a:off x="10619280" y="4153408"/>
            <a:ext cx="1572718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2A77E0-5BE2-2B28-1498-869B293C9C65}"/>
              </a:ext>
            </a:extLst>
          </p:cNvPr>
          <p:cNvSpPr/>
          <p:nvPr/>
        </p:nvSpPr>
        <p:spPr>
          <a:xfrm>
            <a:off x="0" y="4153407"/>
            <a:ext cx="1703385" cy="138113"/>
          </a:xfrm>
          <a:prstGeom prst="rect">
            <a:avLst/>
          </a:prstGeom>
          <a:noFill/>
          <a:ln w="19050"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17348A-0576-641A-1BCF-FE7A7DC39BF8}"/>
              </a:ext>
            </a:extLst>
          </p:cNvPr>
          <p:cNvSpPr/>
          <p:nvPr/>
        </p:nvSpPr>
        <p:spPr>
          <a:xfrm>
            <a:off x="10844209" y="3446971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8DE11B-FF3E-5D7D-F4BA-8FA254EE9050}"/>
              </a:ext>
            </a:extLst>
          </p:cNvPr>
          <p:cNvSpPr/>
          <p:nvPr/>
        </p:nvSpPr>
        <p:spPr>
          <a:xfrm>
            <a:off x="9213053" y="3400907"/>
            <a:ext cx="128588" cy="946176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789B37-C72E-AFE5-BCFE-5C56872F00CD}"/>
              </a:ext>
            </a:extLst>
          </p:cNvPr>
          <p:cNvSpPr/>
          <p:nvPr/>
        </p:nvSpPr>
        <p:spPr>
          <a:xfrm>
            <a:off x="7619997" y="3418388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94DC46-BF92-D74E-A327-A98B1AE92F95}"/>
              </a:ext>
            </a:extLst>
          </p:cNvPr>
          <p:cNvSpPr/>
          <p:nvPr/>
        </p:nvSpPr>
        <p:spPr>
          <a:xfrm>
            <a:off x="6000747" y="3418388"/>
            <a:ext cx="128588" cy="928695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77C9ED-D6BD-9CD2-5FDA-0E5619D185EC}"/>
              </a:ext>
            </a:extLst>
          </p:cNvPr>
          <p:cNvSpPr/>
          <p:nvPr/>
        </p:nvSpPr>
        <p:spPr>
          <a:xfrm>
            <a:off x="1193007" y="3446971"/>
            <a:ext cx="128588" cy="900112"/>
          </a:xfrm>
          <a:prstGeom prst="rect">
            <a:avLst/>
          </a:prstGeom>
          <a:solidFill>
            <a:srgbClr val="0C3612"/>
          </a:solidFill>
          <a:ln>
            <a:solidFill>
              <a:srgbClr val="0C36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A675E76-B172-0405-5968-5F6625619C82}"/>
              </a:ext>
            </a:extLst>
          </p:cNvPr>
          <p:cNvCxnSpPr>
            <a:cxnSpLocks/>
          </p:cNvCxnSpPr>
          <p:nvPr/>
        </p:nvCxnSpPr>
        <p:spPr>
          <a:xfrm>
            <a:off x="27384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B556ACE-8EB3-F5D3-7B67-23F6FAE2854E}"/>
              </a:ext>
            </a:extLst>
          </p:cNvPr>
          <p:cNvCxnSpPr>
            <a:cxnSpLocks/>
          </p:cNvCxnSpPr>
          <p:nvPr/>
        </p:nvCxnSpPr>
        <p:spPr>
          <a:xfrm>
            <a:off x="62150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579CFC3-FD30-2E7D-7053-1145E9037D11}"/>
              </a:ext>
            </a:extLst>
          </p:cNvPr>
          <p:cNvCxnSpPr>
            <a:cxnSpLocks/>
          </p:cNvCxnSpPr>
          <p:nvPr/>
        </p:nvCxnSpPr>
        <p:spPr>
          <a:xfrm>
            <a:off x="1357313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CCF5E5-7B04-180D-1F75-51687D0BD928}"/>
              </a:ext>
            </a:extLst>
          </p:cNvPr>
          <p:cNvCxnSpPr>
            <a:cxnSpLocks/>
          </p:cNvCxnSpPr>
          <p:nvPr/>
        </p:nvCxnSpPr>
        <p:spPr>
          <a:xfrm>
            <a:off x="1012031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553AA20-6BD2-4410-FAEE-11BB8FA46B8A}"/>
              </a:ext>
            </a:extLst>
          </p:cNvPr>
          <p:cNvCxnSpPr>
            <a:cxnSpLocks/>
          </p:cNvCxnSpPr>
          <p:nvPr/>
        </p:nvCxnSpPr>
        <p:spPr>
          <a:xfrm>
            <a:off x="205104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C3D85EC-955E-D307-7A91-5BF8AD9FD2F4}"/>
              </a:ext>
            </a:extLst>
          </p:cNvPr>
          <p:cNvCxnSpPr>
            <a:cxnSpLocks/>
          </p:cNvCxnSpPr>
          <p:nvPr/>
        </p:nvCxnSpPr>
        <p:spPr>
          <a:xfrm>
            <a:off x="239791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1B9C213-E7C6-2B02-6A4D-29C0717797F1}"/>
              </a:ext>
            </a:extLst>
          </p:cNvPr>
          <p:cNvCxnSpPr>
            <a:cxnSpLocks/>
          </p:cNvCxnSpPr>
          <p:nvPr/>
        </p:nvCxnSpPr>
        <p:spPr>
          <a:xfrm>
            <a:off x="2744791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787560B-DA21-BFD0-9F6B-58095734516C}"/>
              </a:ext>
            </a:extLst>
          </p:cNvPr>
          <p:cNvCxnSpPr>
            <a:cxnSpLocks/>
          </p:cNvCxnSpPr>
          <p:nvPr/>
        </p:nvCxnSpPr>
        <p:spPr>
          <a:xfrm>
            <a:off x="3091663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5653F0-ED82-BF45-6C79-A3C8AA40F889}"/>
              </a:ext>
            </a:extLst>
          </p:cNvPr>
          <p:cNvCxnSpPr>
            <a:cxnSpLocks/>
          </p:cNvCxnSpPr>
          <p:nvPr/>
        </p:nvCxnSpPr>
        <p:spPr>
          <a:xfrm>
            <a:off x="3438535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F9265713-6AED-2879-9E59-C5BD7317A7B4}"/>
              </a:ext>
            </a:extLst>
          </p:cNvPr>
          <p:cNvCxnSpPr>
            <a:cxnSpLocks/>
          </p:cNvCxnSpPr>
          <p:nvPr/>
        </p:nvCxnSpPr>
        <p:spPr>
          <a:xfrm>
            <a:off x="378540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CBFDA9F-050C-3C85-75A0-3E38F287A642}"/>
              </a:ext>
            </a:extLst>
          </p:cNvPr>
          <p:cNvCxnSpPr>
            <a:cxnSpLocks/>
          </p:cNvCxnSpPr>
          <p:nvPr/>
        </p:nvCxnSpPr>
        <p:spPr>
          <a:xfrm>
            <a:off x="4135451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7F0BEE8-FF3A-825D-D7FC-7C84A8640900}"/>
              </a:ext>
            </a:extLst>
          </p:cNvPr>
          <p:cNvCxnSpPr>
            <a:cxnSpLocks/>
          </p:cNvCxnSpPr>
          <p:nvPr/>
        </p:nvCxnSpPr>
        <p:spPr>
          <a:xfrm>
            <a:off x="483553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D228A55-14B5-F7E6-4D13-2834BD2F126B}"/>
              </a:ext>
            </a:extLst>
          </p:cNvPr>
          <p:cNvCxnSpPr>
            <a:cxnSpLocks/>
          </p:cNvCxnSpPr>
          <p:nvPr/>
        </p:nvCxnSpPr>
        <p:spPr>
          <a:xfrm>
            <a:off x="483553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85A1982-5837-4F2C-7831-6F28F6C8B4DF}"/>
              </a:ext>
            </a:extLst>
          </p:cNvPr>
          <p:cNvCxnSpPr>
            <a:cxnSpLocks/>
          </p:cNvCxnSpPr>
          <p:nvPr/>
        </p:nvCxnSpPr>
        <p:spPr>
          <a:xfrm>
            <a:off x="5185583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B5FD857-7C07-79C0-A9A2-D3DF13CF9567}"/>
              </a:ext>
            </a:extLst>
          </p:cNvPr>
          <p:cNvCxnSpPr>
            <a:cxnSpLocks/>
          </p:cNvCxnSpPr>
          <p:nvPr/>
        </p:nvCxnSpPr>
        <p:spPr>
          <a:xfrm>
            <a:off x="553562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443EAEB-8A66-58E4-30FC-0D517A6EA216}"/>
              </a:ext>
            </a:extLst>
          </p:cNvPr>
          <p:cNvCxnSpPr>
            <a:cxnSpLocks/>
          </p:cNvCxnSpPr>
          <p:nvPr/>
        </p:nvCxnSpPr>
        <p:spPr>
          <a:xfrm>
            <a:off x="5885671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7DFF491-3413-7081-1AD5-A7C928228871}"/>
              </a:ext>
            </a:extLst>
          </p:cNvPr>
          <p:cNvCxnSpPr>
            <a:cxnSpLocks/>
          </p:cNvCxnSpPr>
          <p:nvPr/>
        </p:nvCxnSpPr>
        <p:spPr>
          <a:xfrm>
            <a:off x="6235715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7D72626-7EB2-1B20-FDE0-41A6605515F2}"/>
              </a:ext>
            </a:extLst>
          </p:cNvPr>
          <p:cNvCxnSpPr>
            <a:cxnSpLocks/>
          </p:cNvCxnSpPr>
          <p:nvPr/>
        </p:nvCxnSpPr>
        <p:spPr>
          <a:xfrm>
            <a:off x="11714956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9A05A42-D71E-264C-627B-6FA5364AB4E2}"/>
              </a:ext>
            </a:extLst>
          </p:cNvPr>
          <p:cNvCxnSpPr>
            <a:cxnSpLocks/>
          </p:cNvCxnSpPr>
          <p:nvPr/>
        </p:nvCxnSpPr>
        <p:spPr>
          <a:xfrm>
            <a:off x="1136649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BC73095-AC46-53ED-9389-2713FB21F58C}"/>
              </a:ext>
            </a:extLst>
          </p:cNvPr>
          <p:cNvCxnSpPr>
            <a:cxnSpLocks/>
          </p:cNvCxnSpPr>
          <p:nvPr/>
        </p:nvCxnSpPr>
        <p:spPr>
          <a:xfrm>
            <a:off x="1101804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531221EF-C85C-4A87-50A3-BD4627E61871}"/>
              </a:ext>
            </a:extLst>
          </p:cNvPr>
          <p:cNvCxnSpPr>
            <a:cxnSpLocks/>
          </p:cNvCxnSpPr>
          <p:nvPr/>
        </p:nvCxnSpPr>
        <p:spPr>
          <a:xfrm>
            <a:off x="9967910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EEBDE1E-A398-8135-136B-897D2F937F9E}"/>
              </a:ext>
            </a:extLst>
          </p:cNvPr>
          <p:cNvCxnSpPr>
            <a:cxnSpLocks/>
          </p:cNvCxnSpPr>
          <p:nvPr/>
        </p:nvCxnSpPr>
        <p:spPr>
          <a:xfrm>
            <a:off x="9617866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E38BA02C-1D82-CB66-F1AA-351D4D2CC514}"/>
              </a:ext>
            </a:extLst>
          </p:cNvPr>
          <p:cNvCxnSpPr>
            <a:cxnSpLocks/>
          </p:cNvCxnSpPr>
          <p:nvPr/>
        </p:nvCxnSpPr>
        <p:spPr>
          <a:xfrm>
            <a:off x="8908254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53FF0AB-9A6F-E80B-5342-569AEEB808CB}"/>
              </a:ext>
            </a:extLst>
          </p:cNvPr>
          <p:cNvCxnSpPr>
            <a:cxnSpLocks/>
          </p:cNvCxnSpPr>
          <p:nvPr/>
        </p:nvCxnSpPr>
        <p:spPr>
          <a:xfrm>
            <a:off x="8558207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FC07EDC-3BC7-7CEC-DAF7-6CC477EA8CD3}"/>
              </a:ext>
            </a:extLst>
          </p:cNvPr>
          <p:cNvCxnSpPr>
            <a:cxnSpLocks/>
          </p:cNvCxnSpPr>
          <p:nvPr/>
        </p:nvCxnSpPr>
        <p:spPr>
          <a:xfrm>
            <a:off x="8208163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C95BB51D-AF50-0E53-6218-0D0AFDB55392}"/>
              </a:ext>
            </a:extLst>
          </p:cNvPr>
          <p:cNvCxnSpPr>
            <a:cxnSpLocks/>
          </p:cNvCxnSpPr>
          <p:nvPr/>
        </p:nvCxnSpPr>
        <p:spPr>
          <a:xfrm>
            <a:off x="7858119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087B5D6-8A9C-6A4C-CC1F-9A24453FFC4B}"/>
              </a:ext>
            </a:extLst>
          </p:cNvPr>
          <p:cNvCxnSpPr>
            <a:cxnSpLocks/>
          </p:cNvCxnSpPr>
          <p:nvPr/>
        </p:nvCxnSpPr>
        <p:spPr>
          <a:xfrm>
            <a:off x="7510451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riángulo isósceles 78">
            <a:extLst>
              <a:ext uri="{FF2B5EF4-FFF2-40B4-BE49-F238E27FC236}">
                <a16:creationId xmlns:a16="http://schemas.microsoft.com/office/drawing/2014/main" id="{FE79212F-F7E8-A8D2-1774-682ADCAD798D}"/>
              </a:ext>
            </a:extLst>
          </p:cNvPr>
          <p:cNvSpPr/>
          <p:nvPr/>
        </p:nvSpPr>
        <p:spPr>
          <a:xfrm>
            <a:off x="6063867" y="312186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Triángulo isósceles 79">
            <a:extLst>
              <a:ext uri="{FF2B5EF4-FFF2-40B4-BE49-F238E27FC236}">
                <a16:creationId xmlns:a16="http://schemas.microsoft.com/office/drawing/2014/main" id="{C02AC833-501D-999B-0710-50EAE22395FA}"/>
              </a:ext>
            </a:extLst>
          </p:cNvPr>
          <p:cNvSpPr/>
          <p:nvPr/>
        </p:nvSpPr>
        <p:spPr>
          <a:xfrm>
            <a:off x="6874042" y="311915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Triángulo isósceles 80">
            <a:extLst>
              <a:ext uri="{FF2B5EF4-FFF2-40B4-BE49-F238E27FC236}">
                <a16:creationId xmlns:a16="http://schemas.microsoft.com/office/drawing/2014/main" id="{B5BD3BB0-91AF-CE2F-A404-974FA3ED3FFB}"/>
              </a:ext>
            </a:extLst>
          </p:cNvPr>
          <p:cNvSpPr/>
          <p:nvPr/>
        </p:nvSpPr>
        <p:spPr>
          <a:xfrm>
            <a:off x="4459707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Triángulo isósceles 81">
            <a:extLst>
              <a:ext uri="{FF2B5EF4-FFF2-40B4-BE49-F238E27FC236}">
                <a16:creationId xmlns:a16="http://schemas.microsoft.com/office/drawing/2014/main" id="{083CF373-C866-349E-BD61-B08C104A84B6}"/>
              </a:ext>
            </a:extLst>
          </p:cNvPr>
          <p:cNvSpPr/>
          <p:nvPr/>
        </p:nvSpPr>
        <p:spPr>
          <a:xfrm>
            <a:off x="5272823" y="3123128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Triángulo isósceles 82">
            <a:extLst>
              <a:ext uri="{FF2B5EF4-FFF2-40B4-BE49-F238E27FC236}">
                <a16:creationId xmlns:a16="http://schemas.microsoft.com/office/drawing/2014/main" id="{C82DBA9A-7CC6-2D33-858A-35970662EC06}"/>
              </a:ext>
            </a:extLst>
          </p:cNvPr>
          <p:cNvSpPr/>
          <p:nvPr/>
        </p:nvSpPr>
        <p:spPr>
          <a:xfrm>
            <a:off x="7690215" y="3120564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Triángulo isósceles 83">
            <a:extLst>
              <a:ext uri="{FF2B5EF4-FFF2-40B4-BE49-F238E27FC236}">
                <a16:creationId xmlns:a16="http://schemas.microsoft.com/office/drawing/2014/main" id="{2452D844-E8F7-2289-13A3-DE3D9557A553}"/>
              </a:ext>
            </a:extLst>
          </p:cNvPr>
          <p:cNvSpPr/>
          <p:nvPr/>
        </p:nvSpPr>
        <p:spPr>
          <a:xfrm>
            <a:off x="8500390" y="3121860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Triángulo isósceles 84">
            <a:extLst>
              <a:ext uri="{FF2B5EF4-FFF2-40B4-BE49-F238E27FC236}">
                <a16:creationId xmlns:a16="http://schemas.microsoft.com/office/drawing/2014/main" id="{C0D2BC35-3618-E4BE-BFB7-43F57311EFD7}"/>
              </a:ext>
            </a:extLst>
          </p:cNvPr>
          <p:cNvSpPr/>
          <p:nvPr/>
        </p:nvSpPr>
        <p:spPr>
          <a:xfrm>
            <a:off x="2805949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Triángulo isósceles 85">
            <a:extLst>
              <a:ext uri="{FF2B5EF4-FFF2-40B4-BE49-F238E27FC236}">
                <a16:creationId xmlns:a16="http://schemas.microsoft.com/office/drawing/2014/main" id="{2633D328-2D4A-4FC2-509A-2FCB2D5C2BFC}"/>
              </a:ext>
            </a:extLst>
          </p:cNvPr>
          <p:cNvSpPr/>
          <p:nvPr/>
        </p:nvSpPr>
        <p:spPr>
          <a:xfrm>
            <a:off x="3646508" y="3132643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Triángulo isósceles 86">
            <a:extLst>
              <a:ext uri="{FF2B5EF4-FFF2-40B4-BE49-F238E27FC236}">
                <a16:creationId xmlns:a16="http://schemas.microsoft.com/office/drawing/2014/main" id="{EF44F50E-3BA2-3196-8AE9-9072C52F867F}"/>
              </a:ext>
            </a:extLst>
          </p:cNvPr>
          <p:cNvSpPr/>
          <p:nvPr/>
        </p:nvSpPr>
        <p:spPr>
          <a:xfrm>
            <a:off x="2014585" y="3146931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Triángulo isósceles 88">
            <a:extLst>
              <a:ext uri="{FF2B5EF4-FFF2-40B4-BE49-F238E27FC236}">
                <a16:creationId xmlns:a16="http://schemas.microsoft.com/office/drawing/2014/main" id="{0CE6FF35-B4F3-0FFB-EADE-0651F77D75C5}"/>
              </a:ext>
            </a:extLst>
          </p:cNvPr>
          <p:cNvSpPr/>
          <p:nvPr/>
        </p:nvSpPr>
        <p:spPr>
          <a:xfrm>
            <a:off x="9298456" y="3121855"/>
            <a:ext cx="852487" cy="285751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Triángulo isósceles 89">
            <a:extLst>
              <a:ext uri="{FF2B5EF4-FFF2-40B4-BE49-F238E27FC236}">
                <a16:creationId xmlns:a16="http://schemas.microsoft.com/office/drawing/2014/main" id="{A378283B-F70C-5044-DF62-FFEA8BB8C005}"/>
              </a:ext>
            </a:extLst>
          </p:cNvPr>
          <p:cNvSpPr/>
          <p:nvPr/>
        </p:nvSpPr>
        <p:spPr>
          <a:xfrm flipV="1">
            <a:off x="6073382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Triángulo isósceles 90">
            <a:extLst>
              <a:ext uri="{FF2B5EF4-FFF2-40B4-BE49-F238E27FC236}">
                <a16:creationId xmlns:a16="http://schemas.microsoft.com/office/drawing/2014/main" id="{3F4F7E9F-D8CB-5802-10BD-F8F4A6E9F418}"/>
              </a:ext>
            </a:extLst>
          </p:cNvPr>
          <p:cNvSpPr/>
          <p:nvPr/>
        </p:nvSpPr>
        <p:spPr>
          <a:xfrm flipV="1">
            <a:off x="6883557" y="340489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2" name="Triángulo isósceles 91">
            <a:extLst>
              <a:ext uri="{FF2B5EF4-FFF2-40B4-BE49-F238E27FC236}">
                <a16:creationId xmlns:a16="http://schemas.microsoft.com/office/drawing/2014/main" id="{5848F2D9-2DBF-BDE6-7616-DA4F2EC65480}"/>
              </a:ext>
            </a:extLst>
          </p:cNvPr>
          <p:cNvSpPr/>
          <p:nvPr/>
        </p:nvSpPr>
        <p:spPr>
          <a:xfrm flipV="1">
            <a:off x="4469222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Triángulo isósceles 92">
            <a:extLst>
              <a:ext uri="{FF2B5EF4-FFF2-40B4-BE49-F238E27FC236}">
                <a16:creationId xmlns:a16="http://schemas.microsoft.com/office/drawing/2014/main" id="{1E03482D-C26E-AF6D-220A-3D13C3D57669}"/>
              </a:ext>
            </a:extLst>
          </p:cNvPr>
          <p:cNvSpPr/>
          <p:nvPr/>
        </p:nvSpPr>
        <p:spPr>
          <a:xfrm flipV="1">
            <a:off x="5282338" y="3408875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Triángulo isósceles 93">
            <a:extLst>
              <a:ext uri="{FF2B5EF4-FFF2-40B4-BE49-F238E27FC236}">
                <a16:creationId xmlns:a16="http://schemas.microsoft.com/office/drawing/2014/main" id="{F4BDC2D0-F447-745D-5D53-FBCF2732BFDF}"/>
              </a:ext>
            </a:extLst>
          </p:cNvPr>
          <p:cNvSpPr/>
          <p:nvPr/>
        </p:nvSpPr>
        <p:spPr>
          <a:xfrm flipV="1">
            <a:off x="7684217" y="3400907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E4818128-44AF-D642-A11D-BC16CE4BD855}"/>
              </a:ext>
            </a:extLst>
          </p:cNvPr>
          <p:cNvSpPr/>
          <p:nvPr/>
        </p:nvSpPr>
        <p:spPr>
          <a:xfrm flipV="1">
            <a:off x="8486758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Triángulo isósceles 95">
            <a:extLst>
              <a:ext uri="{FF2B5EF4-FFF2-40B4-BE49-F238E27FC236}">
                <a16:creationId xmlns:a16="http://schemas.microsoft.com/office/drawing/2014/main" id="{68DF0D91-92F2-5C00-903E-C82230F10B57}"/>
              </a:ext>
            </a:extLst>
          </p:cNvPr>
          <p:cNvSpPr/>
          <p:nvPr/>
        </p:nvSpPr>
        <p:spPr>
          <a:xfrm flipV="1">
            <a:off x="2815464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7" name="Triángulo isósceles 96">
            <a:extLst>
              <a:ext uri="{FF2B5EF4-FFF2-40B4-BE49-F238E27FC236}">
                <a16:creationId xmlns:a16="http://schemas.microsoft.com/office/drawing/2014/main" id="{573C3DDB-006D-C1BE-E0C3-76AD3BF34F2C}"/>
              </a:ext>
            </a:extLst>
          </p:cNvPr>
          <p:cNvSpPr/>
          <p:nvPr/>
        </p:nvSpPr>
        <p:spPr>
          <a:xfrm flipV="1">
            <a:off x="3656023" y="3418390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Triángulo isósceles 97">
            <a:extLst>
              <a:ext uri="{FF2B5EF4-FFF2-40B4-BE49-F238E27FC236}">
                <a16:creationId xmlns:a16="http://schemas.microsoft.com/office/drawing/2014/main" id="{740888E9-0715-ACA5-10BC-E16679920FCA}"/>
              </a:ext>
            </a:extLst>
          </p:cNvPr>
          <p:cNvSpPr/>
          <p:nvPr/>
        </p:nvSpPr>
        <p:spPr>
          <a:xfrm flipV="1">
            <a:off x="2024100" y="343267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0E293044-A89D-9629-1FAB-433CAFCBD0A2}"/>
              </a:ext>
            </a:extLst>
          </p:cNvPr>
          <p:cNvSpPr/>
          <p:nvPr/>
        </p:nvSpPr>
        <p:spPr>
          <a:xfrm flipV="1">
            <a:off x="9310565" y="3407608"/>
            <a:ext cx="852487" cy="285750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E8ED8AEE-A7B9-C91A-C985-F5944AC1A6F6}"/>
              </a:ext>
            </a:extLst>
          </p:cNvPr>
          <p:cNvSpPr/>
          <p:nvPr/>
        </p:nvSpPr>
        <p:spPr>
          <a:xfrm rot="5400000">
            <a:off x="1568903" y="3238199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2046D384-DC6B-07AC-3F1B-9DCEC513D509}"/>
              </a:ext>
            </a:extLst>
          </p:cNvPr>
          <p:cNvSpPr/>
          <p:nvPr/>
        </p:nvSpPr>
        <p:spPr>
          <a:xfrm rot="5400000">
            <a:off x="1964193" y="2953268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9E6AECD7-DF9D-22E4-5F58-7C15AE8AA96E}"/>
              </a:ext>
            </a:extLst>
          </p:cNvPr>
          <p:cNvSpPr/>
          <p:nvPr/>
        </p:nvSpPr>
        <p:spPr>
          <a:xfrm>
            <a:off x="4217823" y="4480434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4F5F62C4-9683-4FC1-C072-1FB871C612C5}"/>
              </a:ext>
            </a:extLst>
          </p:cNvPr>
          <p:cNvSpPr/>
          <p:nvPr/>
        </p:nvSpPr>
        <p:spPr>
          <a:xfrm>
            <a:off x="4220997" y="491064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9" name="Rectángulo 168">
            <a:extLst>
              <a:ext uri="{FF2B5EF4-FFF2-40B4-BE49-F238E27FC236}">
                <a16:creationId xmlns:a16="http://schemas.microsoft.com/office/drawing/2014/main" id="{7259ACC5-8E19-40D4-0022-1C02746C6A0E}"/>
              </a:ext>
            </a:extLst>
          </p:cNvPr>
          <p:cNvSpPr/>
          <p:nvPr/>
        </p:nvSpPr>
        <p:spPr>
          <a:xfrm>
            <a:off x="4217823" y="512971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96AC2EC1-9601-0195-B823-AC8159A731DC}"/>
              </a:ext>
            </a:extLst>
          </p:cNvPr>
          <p:cNvSpPr/>
          <p:nvPr/>
        </p:nvSpPr>
        <p:spPr>
          <a:xfrm>
            <a:off x="4217823" y="533926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F12BB5F0-B6DE-0C27-B1E4-D7F20344F362}"/>
              </a:ext>
            </a:extLst>
          </p:cNvPr>
          <p:cNvSpPr/>
          <p:nvPr/>
        </p:nvSpPr>
        <p:spPr>
          <a:xfrm>
            <a:off x="6070215" y="490588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23B11757-AE67-2E6B-B09C-F5C2890BE5FB}"/>
              </a:ext>
            </a:extLst>
          </p:cNvPr>
          <p:cNvSpPr/>
          <p:nvPr/>
        </p:nvSpPr>
        <p:spPr>
          <a:xfrm>
            <a:off x="6067041" y="512495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5" name="Rectángulo 174">
            <a:extLst>
              <a:ext uri="{FF2B5EF4-FFF2-40B4-BE49-F238E27FC236}">
                <a16:creationId xmlns:a16="http://schemas.microsoft.com/office/drawing/2014/main" id="{FC1A7952-7D7F-6F0C-BC73-1B83F8149E82}"/>
              </a:ext>
            </a:extLst>
          </p:cNvPr>
          <p:cNvSpPr/>
          <p:nvPr/>
        </p:nvSpPr>
        <p:spPr>
          <a:xfrm>
            <a:off x="6067041" y="533450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6" name="Rectángulo 175">
            <a:extLst>
              <a:ext uri="{FF2B5EF4-FFF2-40B4-BE49-F238E27FC236}">
                <a16:creationId xmlns:a16="http://schemas.microsoft.com/office/drawing/2014/main" id="{5B68163D-0A5F-A181-4594-581217E73BD5}"/>
              </a:ext>
            </a:extLst>
          </p:cNvPr>
          <p:cNvSpPr/>
          <p:nvPr/>
        </p:nvSpPr>
        <p:spPr>
          <a:xfrm>
            <a:off x="7412829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8" name="Rectángulo 177">
            <a:extLst>
              <a:ext uri="{FF2B5EF4-FFF2-40B4-BE49-F238E27FC236}">
                <a16:creationId xmlns:a16="http://schemas.microsoft.com/office/drawing/2014/main" id="{7C0803B0-ACF9-58B4-22C2-3B1A8B35BC6F}"/>
              </a:ext>
            </a:extLst>
          </p:cNvPr>
          <p:cNvSpPr/>
          <p:nvPr/>
        </p:nvSpPr>
        <p:spPr>
          <a:xfrm>
            <a:off x="7416003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9" name="Rectángulo 178">
            <a:extLst>
              <a:ext uri="{FF2B5EF4-FFF2-40B4-BE49-F238E27FC236}">
                <a16:creationId xmlns:a16="http://schemas.microsoft.com/office/drawing/2014/main" id="{A0428BD9-C27C-4538-2784-827114242D4A}"/>
              </a:ext>
            </a:extLst>
          </p:cNvPr>
          <p:cNvSpPr/>
          <p:nvPr/>
        </p:nvSpPr>
        <p:spPr>
          <a:xfrm>
            <a:off x="7412829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0" name="Rectángulo 179">
            <a:extLst>
              <a:ext uri="{FF2B5EF4-FFF2-40B4-BE49-F238E27FC236}">
                <a16:creationId xmlns:a16="http://schemas.microsoft.com/office/drawing/2014/main" id="{C3525403-9CB5-5C76-C3EF-2E84F75EADEE}"/>
              </a:ext>
            </a:extLst>
          </p:cNvPr>
          <p:cNvSpPr/>
          <p:nvPr/>
        </p:nvSpPr>
        <p:spPr>
          <a:xfrm>
            <a:off x="7412829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3E3CF43A-8AE6-B46C-62CD-116E070ECD78}"/>
              </a:ext>
            </a:extLst>
          </p:cNvPr>
          <p:cNvSpPr/>
          <p:nvPr/>
        </p:nvSpPr>
        <p:spPr>
          <a:xfrm>
            <a:off x="9294017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3" name="Rectángulo 182">
            <a:extLst>
              <a:ext uri="{FF2B5EF4-FFF2-40B4-BE49-F238E27FC236}">
                <a16:creationId xmlns:a16="http://schemas.microsoft.com/office/drawing/2014/main" id="{AF73937A-F206-0C7B-647E-146E4DB0D7D0}"/>
              </a:ext>
            </a:extLst>
          </p:cNvPr>
          <p:cNvSpPr/>
          <p:nvPr/>
        </p:nvSpPr>
        <p:spPr>
          <a:xfrm>
            <a:off x="9297191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0B668F72-419E-7F00-B281-A5FC71D340B0}"/>
              </a:ext>
            </a:extLst>
          </p:cNvPr>
          <p:cNvSpPr/>
          <p:nvPr/>
        </p:nvSpPr>
        <p:spPr>
          <a:xfrm>
            <a:off x="9294017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5" name="Rectángulo 184">
            <a:extLst>
              <a:ext uri="{FF2B5EF4-FFF2-40B4-BE49-F238E27FC236}">
                <a16:creationId xmlns:a16="http://schemas.microsoft.com/office/drawing/2014/main" id="{7482C4C5-1F32-2A51-9F04-D15CD1F3A141}"/>
              </a:ext>
            </a:extLst>
          </p:cNvPr>
          <p:cNvSpPr/>
          <p:nvPr/>
        </p:nvSpPr>
        <p:spPr>
          <a:xfrm>
            <a:off x="9294017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57A85DF8-9179-8BE4-2723-88A8AB0FAE67}"/>
              </a:ext>
            </a:extLst>
          </p:cNvPr>
          <p:cNvSpPr/>
          <p:nvPr/>
        </p:nvSpPr>
        <p:spPr>
          <a:xfrm>
            <a:off x="10611637" y="446772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7" name="Rectángulo 186">
            <a:extLst>
              <a:ext uri="{FF2B5EF4-FFF2-40B4-BE49-F238E27FC236}">
                <a16:creationId xmlns:a16="http://schemas.microsoft.com/office/drawing/2014/main" id="{AD79D0BC-CFF8-FEB0-1C6B-C69BF5E10A3E}"/>
              </a:ext>
            </a:extLst>
          </p:cNvPr>
          <p:cNvSpPr/>
          <p:nvPr/>
        </p:nvSpPr>
        <p:spPr>
          <a:xfrm>
            <a:off x="10614811" y="469156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80E5A239-606B-E6E5-5536-7244D59BEC9B}"/>
              </a:ext>
            </a:extLst>
          </p:cNvPr>
          <p:cNvSpPr/>
          <p:nvPr/>
        </p:nvSpPr>
        <p:spPr>
          <a:xfrm>
            <a:off x="10614811" y="4897937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9" name="Rectángulo 188">
            <a:extLst>
              <a:ext uri="{FF2B5EF4-FFF2-40B4-BE49-F238E27FC236}">
                <a16:creationId xmlns:a16="http://schemas.microsoft.com/office/drawing/2014/main" id="{E7AD25EE-A21C-A384-A3B4-64CBCC42FEBF}"/>
              </a:ext>
            </a:extLst>
          </p:cNvPr>
          <p:cNvSpPr/>
          <p:nvPr/>
        </p:nvSpPr>
        <p:spPr>
          <a:xfrm>
            <a:off x="10611637" y="511701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593FDFD8-3E3D-D589-219D-998D223C77CC}"/>
              </a:ext>
            </a:extLst>
          </p:cNvPr>
          <p:cNvSpPr/>
          <p:nvPr/>
        </p:nvSpPr>
        <p:spPr>
          <a:xfrm>
            <a:off x="10611637" y="532656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E7B44C0A-8339-9574-CEE4-156ACE8F1992}"/>
              </a:ext>
            </a:extLst>
          </p:cNvPr>
          <p:cNvSpPr/>
          <p:nvPr/>
        </p:nvSpPr>
        <p:spPr>
          <a:xfrm>
            <a:off x="-7132" y="5477702"/>
            <a:ext cx="12191995" cy="5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F568EEE8-26A0-E5FC-A802-2AC3E0D44E7E}"/>
              </a:ext>
            </a:extLst>
          </p:cNvPr>
          <p:cNvSpPr/>
          <p:nvPr/>
        </p:nvSpPr>
        <p:spPr>
          <a:xfrm>
            <a:off x="2836538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C2DD775-CFDB-EB1D-C4C5-180F357E8C42}"/>
              </a:ext>
            </a:extLst>
          </p:cNvPr>
          <p:cNvSpPr/>
          <p:nvPr/>
        </p:nvSpPr>
        <p:spPr>
          <a:xfrm>
            <a:off x="1238440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589B607B-9719-094C-A391-712605D6131B}"/>
              </a:ext>
            </a:extLst>
          </p:cNvPr>
          <p:cNvSpPr/>
          <p:nvPr/>
        </p:nvSpPr>
        <p:spPr>
          <a:xfrm>
            <a:off x="4450360" y="5480558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60E9B7F-0028-3BDF-891E-D7F4FC0EB502}"/>
              </a:ext>
            </a:extLst>
          </p:cNvPr>
          <p:cNvSpPr/>
          <p:nvPr/>
        </p:nvSpPr>
        <p:spPr>
          <a:xfrm>
            <a:off x="6050281" y="5475796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AC030189-D6FA-FF1C-0DBA-0CA8E9A652B1}"/>
              </a:ext>
            </a:extLst>
          </p:cNvPr>
          <p:cNvSpPr/>
          <p:nvPr/>
        </p:nvSpPr>
        <p:spPr>
          <a:xfrm>
            <a:off x="7651758" y="5480558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3C49EDA5-D856-2F68-E47D-6DF40B0AF158}"/>
              </a:ext>
            </a:extLst>
          </p:cNvPr>
          <p:cNvSpPr/>
          <p:nvPr/>
        </p:nvSpPr>
        <p:spPr>
          <a:xfrm>
            <a:off x="9254487" y="547579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58F61753-A069-CBA4-659F-3480C9D590A2}"/>
              </a:ext>
            </a:extLst>
          </p:cNvPr>
          <p:cNvSpPr/>
          <p:nvPr/>
        </p:nvSpPr>
        <p:spPr>
          <a:xfrm>
            <a:off x="10862784" y="5475795"/>
            <a:ext cx="45719" cy="619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8E0162D9-0C23-6D47-DF02-D25FA7271600}"/>
              </a:ext>
            </a:extLst>
          </p:cNvPr>
          <p:cNvCxnSpPr>
            <a:cxnSpLocks/>
          </p:cNvCxnSpPr>
          <p:nvPr/>
        </p:nvCxnSpPr>
        <p:spPr>
          <a:xfrm>
            <a:off x="-6344" y="5547234"/>
            <a:ext cx="1219834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ángulo 218">
            <a:extLst>
              <a:ext uri="{FF2B5EF4-FFF2-40B4-BE49-F238E27FC236}">
                <a16:creationId xmlns:a16="http://schemas.microsoft.com/office/drawing/2014/main" id="{4598E6C8-5B3E-20F6-D4CF-00A0CC6D71B2}"/>
              </a:ext>
            </a:extLst>
          </p:cNvPr>
          <p:cNvSpPr/>
          <p:nvPr/>
        </p:nvSpPr>
        <p:spPr>
          <a:xfrm>
            <a:off x="1" y="4347083"/>
            <a:ext cx="12192000" cy="63491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0" name="Rectángulo 219">
            <a:extLst>
              <a:ext uri="{FF2B5EF4-FFF2-40B4-BE49-F238E27FC236}">
                <a16:creationId xmlns:a16="http://schemas.microsoft.com/office/drawing/2014/main" id="{D99B1FB1-C3DF-FA36-7E90-EBFE5D2DC736}"/>
              </a:ext>
            </a:extLst>
          </p:cNvPr>
          <p:cNvSpPr/>
          <p:nvPr/>
        </p:nvSpPr>
        <p:spPr>
          <a:xfrm>
            <a:off x="1" y="4566158"/>
            <a:ext cx="12191996" cy="65724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1" name="Rectángulo 220">
            <a:extLst>
              <a:ext uri="{FF2B5EF4-FFF2-40B4-BE49-F238E27FC236}">
                <a16:creationId xmlns:a16="http://schemas.microsoft.com/office/drawing/2014/main" id="{4F056164-5982-BF39-CA13-E1CDC62713AC}"/>
              </a:ext>
            </a:extLst>
          </p:cNvPr>
          <p:cNvSpPr/>
          <p:nvPr/>
        </p:nvSpPr>
        <p:spPr>
          <a:xfrm>
            <a:off x="0" y="4778879"/>
            <a:ext cx="12191995" cy="7779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2" name="Rectángulo 221">
            <a:extLst>
              <a:ext uri="{FF2B5EF4-FFF2-40B4-BE49-F238E27FC236}">
                <a16:creationId xmlns:a16="http://schemas.microsoft.com/office/drawing/2014/main" id="{F6687DE3-5C35-7F5D-C816-A106161719AF}"/>
              </a:ext>
            </a:extLst>
          </p:cNvPr>
          <p:cNvSpPr/>
          <p:nvPr/>
        </p:nvSpPr>
        <p:spPr>
          <a:xfrm>
            <a:off x="1" y="4997955"/>
            <a:ext cx="12191996" cy="69852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3" name="Rectángulo 222">
            <a:extLst>
              <a:ext uri="{FF2B5EF4-FFF2-40B4-BE49-F238E27FC236}">
                <a16:creationId xmlns:a16="http://schemas.microsoft.com/office/drawing/2014/main" id="{C8252C9B-EFA9-13C6-6C94-A95E6B840D20}"/>
              </a:ext>
            </a:extLst>
          </p:cNvPr>
          <p:cNvSpPr/>
          <p:nvPr/>
        </p:nvSpPr>
        <p:spPr>
          <a:xfrm>
            <a:off x="1" y="5213855"/>
            <a:ext cx="12191996" cy="58106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39" name="Grupo 538">
            <a:extLst>
              <a:ext uri="{FF2B5EF4-FFF2-40B4-BE49-F238E27FC236}">
                <a16:creationId xmlns:a16="http://schemas.microsoft.com/office/drawing/2014/main" id="{15E007E0-967C-11EA-3E6D-622B3D6E804A}"/>
              </a:ext>
            </a:extLst>
          </p:cNvPr>
          <p:cNvGrpSpPr/>
          <p:nvPr/>
        </p:nvGrpSpPr>
        <p:grpSpPr>
          <a:xfrm>
            <a:off x="1264499" y="4343115"/>
            <a:ext cx="1613003" cy="1064736"/>
            <a:chOff x="1264499" y="4972844"/>
            <a:chExt cx="1613003" cy="1064736"/>
          </a:xfrm>
        </p:grpSpPr>
        <p:sp>
          <p:nvSpPr>
            <p:cNvPr id="564" name="Rectángulo 563">
              <a:extLst>
                <a:ext uri="{FF2B5EF4-FFF2-40B4-BE49-F238E27FC236}">
                  <a16:creationId xmlns:a16="http://schemas.microsoft.com/office/drawing/2014/main" id="{D8E785D5-8A7A-0B1A-F181-18465171CF4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32" name="Rectángulo 531">
              <a:extLst>
                <a:ext uri="{FF2B5EF4-FFF2-40B4-BE49-F238E27FC236}">
                  <a16:creationId xmlns:a16="http://schemas.microsoft.com/office/drawing/2014/main" id="{F22787BC-75CF-94A9-D2A6-8E36EF4A086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3" name="Rectángulo 532">
              <a:extLst>
                <a:ext uri="{FF2B5EF4-FFF2-40B4-BE49-F238E27FC236}">
                  <a16:creationId xmlns:a16="http://schemas.microsoft.com/office/drawing/2014/main" id="{25921C25-B288-B2E1-F0D4-9D48AC10D31B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4" name="Rectángulo 533">
              <a:extLst>
                <a:ext uri="{FF2B5EF4-FFF2-40B4-BE49-F238E27FC236}">
                  <a16:creationId xmlns:a16="http://schemas.microsoft.com/office/drawing/2014/main" id="{7C001E5D-FE6B-F26C-C9C7-AE1AA2A718D2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5" name="Rectángulo 534">
              <a:extLst>
                <a:ext uri="{FF2B5EF4-FFF2-40B4-BE49-F238E27FC236}">
                  <a16:creationId xmlns:a16="http://schemas.microsoft.com/office/drawing/2014/main" id="{0D7FDBFC-9745-E0C7-CD30-5695805538E3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6" name="Rectángulo 535">
              <a:extLst>
                <a:ext uri="{FF2B5EF4-FFF2-40B4-BE49-F238E27FC236}">
                  <a16:creationId xmlns:a16="http://schemas.microsoft.com/office/drawing/2014/main" id="{0421ACCE-3E30-D644-FBDD-57382B42667C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1" name="Rectángulo 160">
            <a:extLst>
              <a:ext uri="{FF2B5EF4-FFF2-40B4-BE49-F238E27FC236}">
                <a16:creationId xmlns:a16="http://schemas.microsoft.com/office/drawing/2014/main" id="{B8ECC881-AD59-432E-E4CC-DFF336617636}"/>
              </a:ext>
            </a:extLst>
          </p:cNvPr>
          <p:cNvSpPr/>
          <p:nvPr/>
        </p:nvSpPr>
        <p:spPr>
          <a:xfrm>
            <a:off x="2873413" y="44756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16E51E14-2A79-977B-C23D-7C3D02872BFF}"/>
              </a:ext>
            </a:extLst>
          </p:cNvPr>
          <p:cNvSpPr/>
          <p:nvPr/>
        </p:nvSpPr>
        <p:spPr>
          <a:xfrm>
            <a:off x="2876587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5CFBF2A0-B4CE-B9C9-FC62-314F0EF79545}"/>
              </a:ext>
            </a:extLst>
          </p:cNvPr>
          <p:cNvSpPr/>
          <p:nvPr/>
        </p:nvSpPr>
        <p:spPr>
          <a:xfrm>
            <a:off x="2876587" y="49058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38CBA398-7C5B-5837-F6E2-C016DE55F3EA}"/>
              </a:ext>
            </a:extLst>
          </p:cNvPr>
          <p:cNvSpPr/>
          <p:nvPr/>
        </p:nvSpPr>
        <p:spPr>
          <a:xfrm>
            <a:off x="2873413" y="512495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A9F27869-2656-8B07-BBE5-497144E505CB}"/>
              </a:ext>
            </a:extLst>
          </p:cNvPr>
          <p:cNvSpPr/>
          <p:nvPr/>
        </p:nvSpPr>
        <p:spPr>
          <a:xfrm>
            <a:off x="2873413" y="53345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9FB85ECC-B0AC-F2A5-D306-1835D2CD158A}"/>
              </a:ext>
            </a:extLst>
          </p:cNvPr>
          <p:cNvSpPr/>
          <p:nvPr/>
        </p:nvSpPr>
        <p:spPr>
          <a:xfrm>
            <a:off x="1008857" y="4485196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DF3F1016-AE28-75B0-9CBF-3D6CF5C2EB74}"/>
              </a:ext>
            </a:extLst>
          </p:cNvPr>
          <p:cNvSpPr/>
          <p:nvPr/>
        </p:nvSpPr>
        <p:spPr>
          <a:xfrm>
            <a:off x="1012031" y="4709033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52C6F3B6-F10F-52C3-58C3-C58F21699FCB}"/>
              </a:ext>
            </a:extLst>
          </p:cNvPr>
          <p:cNvSpPr/>
          <p:nvPr/>
        </p:nvSpPr>
        <p:spPr>
          <a:xfrm>
            <a:off x="1012031" y="4915405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F885EE8B-5FEC-1009-8B61-6CB7B7BF1DB3}"/>
              </a:ext>
            </a:extLst>
          </p:cNvPr>
          <p:cNvSpPr/>
          <p:nvPr/>
        </p:nvSpPr>
        <p:spPr>
          <a:xfrm>
            <a:off x="1008857" y="513448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0" name="Rectángulo 159">
            <a:extLst>
              <a:ext uri="{FF2B5EF4-FFF2-40B4-BE49-F238E27FC236}">
                <a16:creationId xmlns:a16="http://schemas.microsoft.com/office/drawing/2014/main" id="{075680F8-022A-D084-AEC3-B084A08CA369}"/>
              </a:ext>
            </a:extLst>
          </p:cNvPr>
          <p:cNvSpPr/>
          <p:nvPr/>
        </p:nvSpPr>
        <p:spPr>
          <a:xfrm>
            <a:off x="1008857" y="5344030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40" name="Grupo 539">
            <a:extLst>
              <a:ext uri="{FF2B5EF4-FFF2-40B4-BE49-F238E27FC236}">
                <a16:creationId xmlns:a16="http://schemas.microsoft.com/office/drawing/2014/main" id="{179289AF-156C-2A25-A981-31A80F9074FF}"/>
              </a:ext>
            </a:extLst>
          </p:cNvPr>
          <p:cNvGrpSpPr/>
          <p:nvPr/>
        </p:nvGrpSpPr>
        <p:grpSpPr>
          <a:xfrm>
            <a:off x="4468259" y="4343115"/>
            <a:ext cx="1613003" cy="1064736"/>
            <a:chOff x="1264499" y="4972844"/>
            <a:chExt cx="1613003" cy="1064736"/>
          </a:xfrm>
          <a:solidFill>
            <a:srgbClr val="156082"/>
          </a:solidFill>
        </p:grpSpPr>
        <p:sp>
          <p:nvSpPr>
            <p:cNvPr id="541" name="Rectángulo 540">
              <a:extLst>
                <a:ext uri="{FF2B5EF4-FFF2-40B4-BE49-F238E27FC236}">
                  <a16:creationId xmlns:a16="http://schemas.microsoft.com/office/drawing/2014/main" id="{F9DDFEBD-FC99-C1D4-DBE6-742A7707F83D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grp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2" name="Rectángulo 541">
              <a:extLst>
                <a:ext uri="{FF2B5EF4-FFF2-40B4-BE49-F238E27FC236}">
                  <a16:creationId xmlns:a16="http://schemas.microsoft.com/office/drawing/2014/main" id="{A7F8119C-207A-440A-F220-AC2BAD298523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3" name="Rectángulo 542">
              <a:extLst>
                <a:ext uri="{FF2B5EF4-FFF2-40B4-BE49-F238E27FC236}">
                  <a16:creationId xmlns:a16="http://schemas.microsoft.com/office/drawing/2014/main" id="{2E8D970B-6230-7AF8-7B51-BE8D69447B35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4" name="Rectángulo 543">
              <a:extLst>
                <a:ext uri="{FF2B5EF4-FFF2-40B4-BE49-F238E27FC236}">
                  <a16:creationId xmlns:a16="http://schemas.microsoft.com/office/drawing/2014/main" id="{8D8F1D82-4F28-E024-9477-DE982D41FB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5" name="Rectángulo 544">
              <a:extLst>
                <a:ext uri="{FF2B5EF4-FFF2-40B4-BE49-F238E27FC236}">
                  <a16:creationId xmlns:a16="http://schemas.microsoft.com/office/drawing/2014/main" id="{9FBFF724-C55A-2C18-780E-45CE1C8831F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6" name="Rectángulo 545">
              <a:extLst>
                <a:ext uri="{FF2B5EF4-FFF2-40B4-BE49-F238E27FC236}">
                  <a16:creationId xmlns:a16="http://schemas.microsoft.com/office/drawing/2014/main" id="{C4B08860-B13E-B494-EBCA-80499A4CBE09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47" name="Grupo 546">
            <a:extLst>
              <a:ext uri="{FF2B5EF4-FFF2-40B4-BE49-F238E27FC236}">
                <a16:creationId xmlns:a16="http://schemas.microsoft.com/office/drawing/2014/main" id="{37D6CBBB-B856-6BAB-8A9A-FD9578F4C1E6}"/>
              </a:ext>
            </a:extLst>
          </p:cNvPr>
          <p:cNvGrpSpPr/>
          <p:nvPr/>
        </p:nvGrpSpPr>
        <p:grpSpPr>
          <a:xfrm>
            <a:off x="7675538" y="4343115"/>
            <a:ext cx="1613003" cy="1064736"/>
            <a:chOff x="1264499" y="4972844"/>
            <a:chExt cx="1613003" cy="1064736"/>
          </a:xfrm>
        </p:grpSpPr>
        <p:sp>
          <p:nvSpPr>
            <p:cNvPr id="548" name="Rectángulo 547">
              <a:extLst>
                <a:ext uri="{FF2B5EF4-FFF2-40B4-BE49-F238E27FC236}">
                  <a16:creationId xmlns:a16="http://schemas.microsoft.com/office/drawing/2014/main" id="{F17F1FC1-82CF-9D6D-6161-06B80C6F8B17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49" name="Rectángulo 548">
              <a:extLst>
                <a:ext uri="{FF2B5EF4-FFF2-40B4-BE49-F238E27FC236}">
                  <a16:creationId xmlns:a16="http://schemas.microsoft.com/office/drawing/2014/main" id="{931F5E7A-254D-1CCC-C5EE-F5679346BAA8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0" name="Rectángulo 549">
              <a:extLst>
                <a:ext uri="{FF2B5EF4-FFF2-40B4-BE49-F238E27FC236}">
                  <a16:creationId xmlns:a16="http://schemas.microsoft.com/office/drawing/2014/main" id="{EE69A0A1-BC56-BC1D-A813-AE7FCA2934FF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1" name="Rectángulo 550">
              <a:extLst>
                <a:ext uri="{FF2B5EF4-FFF2-40B4-BE49-F238E27FC236}">
                  <a16:creationId xmlns:a16="http://schemas.microsoft.com/office/drawing/2014/main" id="{309032F5-000E-3EA7-7169-FE96778461FB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2" name="Rectángulo 551">
              <a:extLst>
                <a:ext uri="{FF2B5EF4-FFF2-40B4-BE49-F238E27FC236}">
                  <a16:creationId xmlns:a16="http://schemas.microsoft.com/office/drawing/2014/main" id="{D5D9B752-235D-F7F1-E2FD-829E476515B5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3" name="Rectángulo 552">
              <a:extLst>
                <a:ext uri="{FF2B5EF4-FFF2-40B4-BE49-F238E27FC236}">
                  <a16:creationId xmlns:a16="http://schemas.microsoft.com/office/drawing/2014/main" id="{E53C6091-275F-1967-F94B-82A2ADF8E450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54" name="Grupo 553">
            <a:extLst>
              <a:ext uri="{FF2B5EF4-FFF2-40B4-BE49-F238E27FC236}">
                <a16:creationId xmlns:a16="http://schemas.microsoft.com/office/drawing/2014/main" id="{33A9821C-2443-3790-E7B7-4E1001D0A897}"/>
              </a:ext>
            </a:extLst>
          </p:cNvPr>
          <p:cNvGrpSpPr/>
          <p:nvPr/>
        </p:nvGrpSpPr>
        <p:grpSpPr>
          <a:xfrm>
            <a:off x="10869796" y="4343115"/>
            <a:ext cx="1329343" cy="1064736"/>
            <a:chOff x="1264499" y="4972844"/>
            <a:chExt cx="1613003" cy="1064736"/>
          </a:xfrm>
        </p:grpSpPr>
        <p:sp>
          <p:nvSpPr>
            <p:cNvPr id="555" name="Rectángulo 554">
              <a:extLst>
                <a:ext uri="{FF2B5EF4-FFF2-40B4-BE49-F238E27FC236}">
                  <a16:creationId xmlns:a16="http://schemas.microsoft.com/office/drawing/2014/main" id="{077A5146-E931-43EA-0899-C8EE45D54A51}"/>
                </a:ext>
              </a:extLst>
            </p:cNvPr>
            <p:cNvSpPr/>
            <p:nvPr/>
          </p:nvSpPr>
          <p:spPr>
            <a:xfrm>
              <a:off x="1269716" y="4976812"/>
              <a:ext cx="1597353" cy="1060768"/>
            </a:xfrm>
            <a:prstGeom prst="rect">
              <a:avLst/>
            </a:prstGeom>
            <a:solidFill>
              <a:srgbClr val="156082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56" name="Rectángulo 555">
              <a:extLst>
                <a:ext uri="{FF2B5EF4-FFF2-40B4-BE49-F238E27FC236}">
                  <a16:creationId xmlns:a16="http://schemas.microsoft.com/office/drawing/2014/main" id="{22513F5A-F7CC-A140-2C0D-8989AC6ABF49}"/>
                </a:ext>
              </a:extLst>
            </p:cNvPr>
            <p:cNvSpPr/>
            <p:nvPr/>
          </p:nvSpPr>
          <p:spPr>
            <a:xfrm>
              <a:off x="1268801" y="497284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7" name="Rectángulo 556">
              <a:extLst>
                <a:ext uri="{FF2B5EF4-FFF2-40B4-BE49-F238E27FC236}">
                  <a16:creationId xmlns:a16="http://schemas.microsoft.com/office/drawing/2014/main" id="{EA1541CE-3BC4-D0E8-AD10-18191994F51D}"/>
                </a:ext>
              </a:extLst>
            </p:cNvPr>
            <p:cNvSpPr/>
            <p:nvPr/>
          </p:nvSpPr>
          <p:spPr>
            <a:xfrm>
              <a:off x="1268801" y="5193824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8" name="Rectángulo 557">
              <a:extLst>
                <a:ext uri="{FF2B5EF4-FFF2-40B4-BE49-F238E27FC236}">
                  <a16:creationId xmlns:a16="http://schemas.microsoft.com/office/drawing/2014/main" id="{E8C8E2CD-FB61-0DEE-4856-BB41A8CB688F}"/>
                </a:ext>
              </a:extLst>
            </p:cNvPr>
            <p:cNvSpPr/>
            <p:nvPr/>
          </p:nvSpPr>
          <p:spPr>
            <a:xfrm>
              <a:off x="1268801" y="5411790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9" name="Rectángulo 558">
              <a:extLst>
                <a:ext uri="{FF2B5EF4-FFF2-40B4-BE49-F238E27FC236}">
                  <a16:creationId xmlns:a16="http://schemas.microsoft.com/office/drawing/2014/main" id="{C2B7DA66-F86A-02FB-9D0D-F2FFC046CC27}"/>
                </a:ext>
              </a:extLst>
            </p:cNvPr>
            <p:cNvSpPr/>
            <p:nvPr/>
          </p:nvSpPr>
          <p:spPr>
            <a:xfrm>
              <a:off x="1269716" y="562253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0" name="Rectángulo 559">
              <a:extLst>
                <a:ext uri="{FF2B5EF4-FFF2-40B4-BE49-F238E27FC236}">
                  <a16:creationId xmlns:a16="http://schemas.microsoft.com/office/drawing/2014/main" id="{F92D0B3D-3221-8B53-45D2-E6D9E62F34C8}"/>
                </a:ext>
              </a:extLst>
            </p:cNvPr>
            <p:cNvSpPr/>
            <p:nvPr/>
          </p:nvSpPr>
          <p:spPr>
            <a:xfrm>
              <a:off x="1264499" y="5839705"/>
              <a:ext cx="1607786" cy="6746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01558F2D-19DB-369F-3975-FBC3204DC257}"/>
              </a:ext>
            </a:extLst>
          </p:cNvPr>
          <p:cNvSpPr/>
          <p:nvPr/>
        </p:nvSpPr>
        <p:spPr>
          <a:xfrm>
            <a:off x="6067041" y="4475672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B561784E-3C41-8072-BC6D-7AE8B946AC94}"/>
              </a:ext>
            </a:extLst>
          </p:cNvPr>
          <p:cNvSpPr/>
          <p:nvPr/>
        </p:nvSpPr>
        <p:spPr>
          <a:xfrm>
            <a:off x="4220997" y="4704271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1" name="Triángulo isósceles 560">
            <a:extLst>
              <a:ext uri="{FF2B5EF4-FFF2-40B4-BE49-F238E27FC236}">
                <a16:creationId xmlns:a16="http://schemas.microsoft.com/office/drawing/2014/main" id="{67E7BD0C-4E13-4288-5333-FCC0201BDDA5}"/>
              </a:ext>
            </a:extLst>
          </p:cNvPr>
          <p:cNvSpPr/>
          <p:nvPr/>
        </p:nvSpPr>
        <p:spPr>
          <a:xfrm rot="16200000">
            <a:off x="1572712" y="2984358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2" name="Triángulo isósceles 561">
            <a:extLst>
              <a:ext uri="{FF2B5EF4-FFF2-40B4-BE49-F238E27FC236}">
                <a16:creationId xmlns:a16="http://schemas.microsoft.com/office/drawing/2014/main" id="{B0918BDE-3561-9B92-9630-EC29D5AFFA7E}"/>
              </a:ext>
            </a:extLst>
          </p:cNvPr>
          <p:cNvSpPr/>
          <p:nvPr/>
        </p:nvSpPr>
        <p:spPr>
          <a:xfrm rot="5400000">
            <a:off x="2783017" y="294916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Triángulo isósceles 137">
            <a:extLst>
              <a:ext uri="{FF2B5EF4-FFF2-40B4-BE49-F238E27FC236}">
                <a16:creationId xmlns:a16="http://schemas.microsoft.com/office/drawing/2014/main" id="{79216BD8-B0B7-8013-28E4-251A35A2F02D}"/>
              </a:ext>
            </a:extLst>
          </p:cNvPr>
          <p:cNvSpPr/>
          <p:nvPr/>
        </p:nvSpPr>
        <p:spPr>
          <a:xfrm rot="16200000">
            <a:off x="2370976" y="295342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1" name="Triángulo isósceles 140">
            <a:extLst>
              <a:ext uri="{FF2B5EF4-FFF2-40B4-BE49-F238E27FC236}">
                <a16:creationId xmlns:a16="http://schemas.microsoft.com/office/drawing/2014/main" id="{4546BC66-6482-9DCA-3ABF-D6B86EBD9C95}"/>
              </a:ext>
            </a:extLst>
          </p:cNvPr>
          <p:cNvSpPr/>
          <p:nvPr/>
        </p:nvSpPr>
        <p:spPr>
          <a:xfrm rot="5400000">
            <a:off x="3604174" y="2944401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3" name="Triángulo isósceles 142">
            <a:extLst>
              <a:ext uri="{FF2B5EF4-FFF2-40B4-BE49-F238E27FC236}">
                <a16:creationId xmlns:a16="http://schemas.microsoft.com/office/drawing/2014/main" id="{2B01DC62-7293-8835-7504-AAD957A6B791}"/>
              </a:ext>
            </a:extLst>
          </p:cNvPr>
          <p:cNvSpPr/>
          <p:nvPr/>
        </p:nvSpPr>
        <p:spPr>
          <a:xfrm rot="16200000">
            <a:off x="3192133" y="2948655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Triángulo isósceles 143">
            <a:extLst>
              <a:ext uri="{FF2B5EF4-FFF2-40B4-BE49-F238E27FC236}">
                <a16:creationId xmlns:a16="http://schemas.microsoft.com/office/drawing/2014/main" id="{6A35BE14-7B18-D6C6-B5B4-0D5800D308E5}"/>
              </a:ext>
            </a:extLst>
          </p:cNvPr>
          <p:cNvSpPr/>
          <p:nvPr/>
        </p:nvSpPr>
        <p:spPr>
          <a:xfrm rot="5400000">
            <a:off x="4421479" y="293170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6" name="Triángulo isósceles 145">
            <a:extLst>
              <a:ext uri="{FF2B5EF4-FFF2-40B4-BE49-F238E27FC236}">
                <a16:creationId xmlns:a16="http://schemas.microsoft.com/office/drawing/2014/main" id="{CEBB8210-2541-5BCC-24FE-CB4D6AB0380B}"/>
              </a:ext>
            </a:extLst>
          </p:cNvPr>
          <p:cNvSpPr/>
          <p:nvPr/>
        </p:nvSpPr>
        <p:spPr>
          <a:xfrm rot="16200000">
            <a:off x="4009438" y="293596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7" name="Triángulo isósceles 146">
            <a:extLst>
              <a:ext uri="{FF2B5EF4-FFF2-40B4-BE49-F238E27FC236}">
                <a16:creationId xmlns:a16="http://schemas.microsoft.com/office/drawing/2014/main" id="{43134016-5B86-51D5-147C-41A6976A7F2E}"/>
              </a:ext>
            </a:extLst>
          </p:cNvPr>
          <p:cNvSpPr/>
          <p:nvPr/>
        </p:nvSpPr>
        <p:spPr>
          <a:xfrm rot="5400000">
            <a:off x="5232500" y="2925345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8" name="Triángulo isósceles 147">
            <a:extLst>
              <a:ext uri="{FF2B5EF4-FFF2-40B4-BE49-F238E27FC236}">
                <a16:creationId xmlns:a16="http://schemas.microsoft.com/office/drawing/2014/main" id="{15C83427-CBCB-E307-A51C-A79C14B06BE0}"/>
              </a:ext>
            </a:extLst>
          </p:cNvPr>
          <p:cNvSpPr/>
          <p:nvPr/>
        </p:nvSpPr>
        <p:spPr>
          <a:xfrm rot="16200000">
            <a:off x="4820459" y="2929599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0" name="Triángulo isósceles 149">
            <a:extLst>
              <a:ext uri="{FF2B5EF4-FFF2-40B4-BE49-F238E27FC236}">
                <a16:creationId xmlns:a16="http://schemas.microsoft.com/office/drawing/2014/main" id="{1C5104D3-7B6F-C0A6-10ED-302366E13109}"/>
              </a:ext>
            </a:extLst>
          </p:cNvPr>
          <p:cNvSpPr/>
          <p:nvPr/>
        </p:nvSpPr>
        <p:spPr>
          <a:xfrm rot="5400000">
            <a:off x="6031358" y="2919146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Triángulo isósceles 151">
            <a:extLst>
              <a:ext uri="{FF2B5EF4-FFF2-40B4-BE49-F238E27FC236}">
                <a16:creationId xmlns:a16="http://schemas.microsoft.com/office/drawing/2014/main" id="{C2B43F9B-0BE0-F146-5A48-097AB31277E7}"/>
              </a:ext>
            </a:extLst>
          </p:cNvPr>
          <p:cNvSpPr/>
          <p:nvPr/>
        </p:nvSpPr>
        <p:spPr>
          <a:xfrm rot="16200000">
            <a:off x="5619317" y="2923400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6" name="Triángulo isósceles 585">
            <a:extLst>
              <a:ext uri="{FF2B5EF4-FFF2-40B4-BE49-F238E27FC236}">
                <a16:creationId xmlns:a16="http://schemas.microsoft.com/office/drawing/2014/main" id="{DCBE3AB9-B368-43FC-2352-CB760DC79C20}"/>
              </a:ext>
            </a:extLst>
          </p:cNvPr>
          <p:cNvSpPr/>
          <p:nvPr/>
        </p:nvSpPr>
        <p:spPr>
          <a:xfrm rot="5400000">
            <a:off x="6839783" y="291885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7" name="Triángulo isósceles 586">
            <a:extLst>
              <a:ext uri="{FF2B5EF4-FFF2-40B4-BE49-F238E27FC236}">
                <a16:creationId xmlns:a16="http://schemas.microsoft.com/office/drawing/2014/main" id="{3C8810BE-B27E-628A-3F03-2F5E614E179E}"/>
              </a:ext>
            </a:extLst>
          </p:cNvPr>
          <p:cNvSpPr/>
          <p:nvPr/>
        </p:nvSpPr>
        <p:spPr>
          <a:xfrm rot="16200000">
            <a:off x="6427742" y="292311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8" name="Triángulo isósceles 587">
            <a:extLst>
              <a:ext uri="{FF2B5EF4-FFF2-40B4-BE49-F238E27FC236}">
                <a16:creationId xmlns:a16="http://schemas.microsoft.com/office/drawing/2014/main" id="{AF92FC76-667D-8DEA-8953-E75855AACF6D}"/>
              </a:ext>
            </a:extLst>
          </p:cNvPr>
          <p:cNvSpPr/>
          <p:nvPr/>
        </p:nvSpPr>
        <p:spPr>
          <a:xfrm rot="5400000">
            <a:off x="7652733" y="2921969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9" name="Triángulo isósceles 588">
            <a:extLst>
              <a:ext uri="{FF2B5EF4-FFF2-40B4-BE49-F238E27FC236}">
                <a16:creationId xmlns:a16="http://schemas.microsoft.com/office/drawing/2014/main" id="{54116327-39D6-D279-5B02-5187AF6FD1FB}"/>
              </a:ext>
            </a:extLst>
          </p:cNvPr>
          <p:cNvSpPr/>
          <p:nvPr/>
        </p:nvSpPr>
        <p:spPr>
          <a:xfrm rot="16200000">
            <a:off x="7240692" y="2926223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0" name="Triángulo isósceles 589">
            <a:extLst>
              <a:ext uri="{FF2B5EF4-FFF2-40B4-BE49-F238E27FC236}">
                <a16:creationId xmlns:a16="http://schemas.microsoft.com/office/drawing/2014/main" id="{C86634DF-69BD-F3DA-CF37-DF48EB7CFFE7}"/>
              </a:ext>
            </a:extLst>
          </p:cNvPr>
          <p:cNvSpPr/>
          <p:nvPr/>
        </p:nvSpPr>
        <p:spPr>
          <a:xfrm rot="5400000">
            <a:off x="8466337" y="2923214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1" name="Triángulo isósceles 590">
            <a:extLst>
              <a:ext uri="{FF2B5EF4-FFF2-40B4-BE49-F238E27FC236}">
                <a16:creationId xmlns:a16="http://schemas.microsoft.com/office/drawing/2014/main" id="{5FDFE43E-1C20-5838-FE01-83B0AE14661F}"/>
              </a:ext>
            </a:extLst>
          </p:cNvPr>
          <p:cNvSpPr/>
          <p:nvPr/>
        </p:nvSpPr>
        <p:spPr>
          <a:xfrm rot="16200000">
            <a:off x="8054296" y="2927468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2" name="Triángulo isósceles 591">
            <a:extLst>
              <a:ext uri="{FF2B5EF4-FFF2-40B4-BE49-F238E27FC236}">
                <a16:creationId xmlns:a16="http://schemas.microsoft.com/office/drawing/2014/main" id="{AA4AF7A4-FFB7-952E-D9A3-0E860C0F4AB9}"/>
              </a:ext>
            </a:extLst>
          </p:cNvPr>
          <p:cNvSpPr/>
          <p:nvPr/>
        </p:nvSpPr>
        <p:spPr>
          <a:xfrm rot="5400000">
            <a:off x="9270184" y="2927987"/>
            <a:ext cx="523880" cy="395522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3" name="Triángulo isósceles 592">
            <a:extLst>
              <a:ext uri="{FF2B5EF4-FFF2-40B4-BE49-F238E27FC236}">
                <a16:creationId xmlns:a16="http://schemas.microsoft.com/office/drawing/2014/main" id="{B64BE90A-D7B5-86B8-E4DC-08969DD2D45D}"/>
              </a:ext>
            </a:extLst>
          </p:cNvPr>
          <p:cNvSpPr/>
          <p:nvPr/>
        </p:nvSpPr>
        <p:spPr>
          <a:xfrm rot="16200000">
            <a:off x="8858143" y="2932241"/>
            <a:ext cx="534601" cy="398811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4" name="Triángulo isósceles 593">
            <a:extLst>
              <a:ext uri="{FF2B5EF4-FFF2-40B4-BE49-F238E27FC236}">
                <a16:creationId xmlns:a16="http://schemas.microsoft.com/office/drawing/2014/main" id="{3E1CC112-DA30-409A-E917-5C8DC1176439}"/>
              </a:ext>
            </a:extLst>
          </p:cNvPr>
          <p:cNvSpPr/>
          <p:nvPr/>
        </p:nvSpPr>
        <p:spPr>
          <a:xfrm rot="16200000">
            <a:off x="10053306" y="3223912"/>
            <a:ext cx="547695" cy="365156"/>
          </a:xfrm>
          <a:prstGeom prst="triangle">
            <a:avLst/>
          </a:prstGeom>
          <a:gradFill flip="none" rotWithShape="1">
            <a:gsLst>
              <a:gs pos="0">
                <a:srgbClr val="827345">
                  <a:shade val="30000"/>
                  <a:satMod val="115000"/>
                </a:srgbClr>
              </a:gs>
              <a:gs pos="50000">
                <a:srgbClr val="827345">
                  <a:shade val="67500"/>
                  <a:satMod val="115000"/>
                </a:srgbClr>
              </a:gs>
              <a:gs pos="100000">
                <a:srgbClr val="827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5" name="Triángulo isósceles 594">
            <a:extLst>
              <a:ext uri="{FF2B5EF4-FFF2-40B4-BE49-F238E27FC236}">
                <a16:creationId xmlns:a16="http://schemas.microsoft.com/office/drawing/2014/main" id="{58ED00DA-A767-A6C2-70DD-9AB9D8A704AD}"/>
              </a:ext>
            </a:extLst>
          </p:cNvPr>
          <p:cNvSpPr/>
          <p:nvPr/>
        </p:nvSpPr>
        <p:spPr>
          <a:xfrm rot="16200000">
            <a:off x="9672001" y="2927073"/>
            <a:ext cx="523880" cy="411140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6" name="Triángulo isósceles 595">
            <a:extLst>
              <a:ext uri="{FF2B5EF4-FFF2-40B4-BE49-F238E27FC236}">
                <a16:creationId xmlns:a16="http://schemas.microsoft.com/office/drawing/2014/main" id="{67209EE7-04BB-661A-534B-EE9BCCB5648D}"/>
              </a:ext>
            </a:extLst>
          </p:cNvPr>
          <p:cNvSpPr/>
          <p:nvPr/>
        </p:nvSpPr>
        <p:spPr>
          <a:xfrm rot="5400000">
            <a:off x="10063482" y="2958164"/>
            <a:ext cx="523880" cy="348959"/>
          </a:xfrm>
          <a:prstGeom prst="triangle">
            <a:avLst/>
          </a:prstGeom>
          <a:gradFill flip="none" rotWithShape="1">
            <a:gsLst>
              <a:gs pos="0">
                <a:srgbClr val="BEB18E">
                  <a:shade val="30000"/>
                  <a:satMod val="115000"/>
                </a:srgbClr>
              </a:gs>
              <a:gs pos="50000">
                <a:srgbClr val="BEB18E">
                  <a:shade val="67500"/>
                  <a:satMod val="115000"/>
                </a:srgbClr>
              </a:gs>
              <a:gs pos="100000">
                <a:srgbClr val="BEB18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6144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8" name="Rectángulo 597">
            <a:extLst>
              <a:ext uri="{FF2B5EF4-FFF2-40B4-BE49-F238E27FC236}">
                <a16:creationId xmlns:a16="http://schemas.microsoft.com/office/drawing/2014/main" id="{C9C2243F-E010-AF25-BBFF-A2A739BC51E0}"/>
              </a:ext>
            </a:extLst>
          </p:cNvPr>
          <p:cNvSpPr/>
          <p:nvPr/>
        </p:nvSpPr>
        <p:spPr>
          <a:xfrm>
            <a:off x="86925" y="4522932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9" name="Rectángulo: esquinas redondeadas 598">
            <a:extLst>
              <a:ext uri="{FF2B5EF4-FFF2-40B4-BE49-F238E27FC236}">
                <a16:creationId xmlns:a16="http://schemas.microsoft.com/office/drawing/2014/main" id="{43054E25-A31E-6D48-97C5-9CA11A72B096}"/>
              </a:ext>
            </a:extLst>
          </p:cNvPr>
          <p:cNvSpPr/>
          <p:nvPr/>
        </p:nvSpPr>
        <p:spPr>
          <a:xfrm>
            <a:off x="113684" y="4656384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0" name="Rectángulo 599">
            <a:extLst>
              <a:ext uri="{FF2B5EF4-FFF2-40B4-BE49-F238E27FC236}">
                <a16:creationId xmlns:a16="http://schemas.microsoft.com/office/drawing/2014/main" id="{6D660615-EF38-F150-F45B-549210F0F325}"/>
              </a:ext>
            </a:extLst>
          </p:cNvPr>
          <p:cNvSpPr/>
          <p:nvPr/>
        </p:nvSpPr>
        <p:spPr>
          <a:xfrm>
            <a:off x="113638" y="470850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1" name="Rectángulo: esquinas redondeadas 600">
            <a:extLst>
              <a:ext uri="{FF2B5EF4-FFF2-40B4-BE49-F238E27FC236}">
                <a16:creationId xmlns:a16="http://schemas.microsoft.com/office/drawing/2014/main" id="{1881D617-5E3D-88E2-8DCC-B6581426DA81}"/>
              </a:ext>
            </a:extLst>
          </p:cNvPr>
          <p:cNvSpPr/>
          <p:nvPr/>
        </p:nvSpPr>
        <p:spPr>
          <a:xfrm>
            <a:off x="146976" y="4663663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2" name="Elipse 601">
            <a:extLst>
              <a:ext uri="{FF2B5EF4-FFF2-40B4-BE49-F238E27FC236}">
                <a16:creationId xmlns:a16="http://schemas.microsoft.com/office/drawing/2014/main" id="{7DC15390-1C74-F5B4-B5D4-7778CF3E0E95}"/>
              </a:ext>
            </a:extLst>
          </p:cNvPr>
          <p:cNvSpPr/>
          <p:nvPr/>
        </p:nvSpPr>
        <p:spPr>
          <a:xfrm>
            <a:off x="94644" y="447844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3" name="Elipse 602">
            <a:extLst>
              <a:ext uri="{FF2B5EF4-FFF2-40B4-BE49-F238E27FC236}">
                <a16:creationId xmlns:a16="http://schemas.microsoft.com/office/drawing/2014/main" id="{97701F28-E155-DBB0-8F16-89101657EC9A}"/>
              </a:ext>
            </a:extLst>
          </p:cNvPr>
          <p:cNvSpPr/>
          <p:nvPr/>
        </p:nvSpPr>
        <p:spPr>
          <a:xfrm rot="872776">
            <a:off x="161438" y="4456914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4" name="Conector recto 603">
            <a:extLst>
              <a:ext uri="{FF2B5EF4-FFF2-40B4-BE49-F238E27FC236}">
                <a16:creationId xmlns:a16="http://schemas.microsoft.com/office/drawing/2014/main" id="{4CFB5AB2-6A47-9FDB-61C1-86A1208303EF}"/>
              </a:ext>
            </a:extLst>
          </p:cNvPr>
          <p:cNvCxnSpPr>
            <a:cxnSpLocks/>
          </p:cNvCxnSpPr>
          <p:nvPr/>
        </p:nvCxnSpPr>
        <p:spPr>
          <a:xfrm>
            <a:off x="149406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onector recto 604">
            <a:extLst>
              <a:ext uri="{FF2B5EF4-FFF2-40B4-BE49-F238E27FC236}">
                <a16:creationId xmlns:a16="http://schemas.microsoft.com/office/drawing/2014/main" id="{F9643900-903A-644B-8217-EB58D141B509}"/>
              </a:ext>
            </a:extLst>
          </p:cNvPr>
          <p:cNvCxnSpPr>
            <a:cxnSpLocks/>
          </p:cNvCxnSpPr>
          <p:nvPr/>
        </p:nvCxnSpPr>
        <p:spPr>
          <a:xfrm flipV="1">
            <a:off x="198644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Elipse 605">
            <a:extLst>
              <a:ext uri="{FF2B5EF4-FFF2-40B4-BE49-F238E27FC236}">
                <a16:creationId xmlns:a16="http://schemas.microsoft.com/office/drawing/2014/main" id="{74B05D17-370E-2184-D094-B746BF3B993A}"/>
              </a:ext>
            </a:extLst>
          </p:cNvPr>
          <p:cNvSpPr/>
          <p:nvPr/>
        </p:nvSpPr>
        <p:spPr>
          <a:xfrm rot="19333876">
            <a:off x="80979" y="4470175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07" name="Conector recto 606">
            <a:extLst>
              <a:ext uri="{FF2B5EF4-FFF2-40B4-BE49-F238E27FC236}">
                <a16:creationId xmlns:a16="http://schemas.microsoft.com/office/drawing/2014/main" id="{DBB719EA-7C3F-CF45-EAC1-AAE981A43682}"/>
              </a:ext>
            </a:extLst>
          </p:cNvPr>
          <p:cNvCxnSpPr>
            <a:cxnSpLocks/>
          </p:cNvCxnSpPr>
          <p:nvPr/>
        </p:nvCxnSpPr>
        <p:spPr>
          <a:xfrm>
            <a:off x="169053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Rectángulo: esquinas redondeadas 607">
            <a:extLst>
              <a:ext uri="{FF2B5EF4-FFF2-40B4-BE49-F238E27FC236}">
                <a16:creationId xmlns:a16="http://schemas.microsoft.com/office/drawing/2014/main" id="{67107234-2DF3-463B-8D0C-A45344C6BCCB}"/>
              </a:ext>
            </a:extLst>
          </p:cNvPr>
          <p:cNvSpPr/>
          <p:nvPr/>
        </p:nvSpPr>
        <p:spPr>
          <a:xfrm>
            <a:off x="4572078" y="465070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9" name="Rectángulo 608">
            <a:extLst>
              <a:ext uri="{FF2B5EF4-FFF2-40B4-BE49-F238E27FC236}">
                <a16:creationId xmlns:a16="http://schemas.microsoft.com/office/drawing/2014/main" id="{B4F9FA26-6D30-4854-EF86-3CB428703383}"/>
              </a:ext>
            </a:extLst>
          </p:cNvPr>
          <p:cNvSpPr/>
          <p:nvPr/>
        </p:nvSpPr>
        <p:spPr>
          <a:xfrm>
            <a:off x="4572032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0" name="Rectángulo: esquinas redondeadas 609">
            <a:extLst>
              <a:ext uri="{FF2B5EF4-FFF2-40B4-BE49-F238E27FC236}">
                <a16:creationId xmlns:a16="http://schemas.microsoft.com/office/drawing/2014/main" id="{445B3312-D5E0-22F3-9257-F2A0562304D8}"/>
              </a:ext>
            </a:extLst>
          </p:cNvPr>
          <p:cNvSpPr/>
          <p:nvPr/>
        </p:nvSpPr>
        <p:spPr>
          <a:xfrm>
            <a:off x="4605370" y="465798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1" name="Elipse 610">
            <a:extLst>
              <a:ext uri="{FF2B5EF4-FFF2-40B4-BE49-F238E27FC236}">
                <a16:creationId xmlns:a16="http://schemas.microsoft.com/office/drawing/2014/main" id="{74EE5A30-5545-1552-EBFA-D00B4DDF7FCA}"/>
              </a:ext>
            </a:extLst>
          </p:cNvPr>
          <p:cNvSpPr/>
          <p:nvPr/>
        </p:nvSpPr>
        <p:spPr>
          <a:xfrm>
            <a:off x="4553038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2" name="Elipse 611">
            <a:extLst>
              <a:ext uri="{FF2B5EF4-FFF2-40B4-BE49-F238E27FC236}">
                <a16:creationId xmlns:a16="http://schemas.microsoft.com/office/drawing/2014/main" id="{A501C43C-8B52-0346-A459-B417B1329E89}"/>
              </a:ext>
            </a:extLst>
          </p:cNvPr>
          <p:cNvSpPr/>
          <p:nvPr/>
        </p:nvSpPr>
        <p:spPr>
          <a:xfrm rot="872776">
            <a:off x="4619832" y="445123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3" name="Conector recto 612">
            <a:extLst>
              <a:ext uri="{FF2B5EF4-FFF2-40B4-BE49-F238E27FC236}">
                <a16:creationId xmlns:a16="http://schemas.microsoft.com/office/drawing/2014/main" id="{E30D55DE-A332-D114-EEF5-ABA4C01D1435}"/>
              </a:ext>
            </a:extLst>
          </p:cNvPr>
          <p:cNvCxnSpPr>
            <a:cxnSpLocks/>
          </p:cNvCxnSpPr>
          <p:nvPr/>
        </p:nvCxnSpPr>
        <p:spPr>
          <a:xfrm>
            <a:off x="4607800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onector recto 613">
            <a:extLst>
              <a:ext uri="{FF2B5EF4-FFF2-40B4-BE49-F238E27FC236}">
                <a16:creationId xmlns:a16="http://schemas.microsoft.com/office/drawing/2014/main" id="{89BAE985-07EB-DC9C-8F27-56C92C044BC4}"/>
              </a:ext>
            </a:extLst>
          </p:cNvPr>
          <p:cNvCxnSpPr>
            <a:cxnSpLocks/>
          </p:cNvCxnSpPr>
          <p:nvPr/>
        </p:nvCxnSpPr>
        <p:spPr>
          <a:xfrm flipV="1">
            <a:off x="4657038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" name="Elipse 614">
            <a:extLst>
              <a:ext uri="{FF2B5EF4-FFF2-40B4-BE49-F238E27FC236}">
                <a16:creationId xmlns:a16="http://schemas.microsoft.com/office/drawing/2014/main" id="{36305FFB-D16C-5EF2-3480-1E43C8F1DAA9}"/>
              </a:ext>
            </a:extLst>
          </p:cNvPr>
          <p:cNvSpPr/>
          <p:nvPr/>
        </p:nvSpPr>
        <p:spPr>
          <a:xfrm rot="19333876">
            <a:off x="4539373" y="446449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16" name="Conector recto 615">
            <a:extLst>
              <a:ext uri="{FF2B5EF4-FFF2-40B4-BE49-F238E27FC236}">
                <a16:creationId xmlns:a16="http://schemas.microsoft.com/office/drawing/2014/main" id="{4C122E0F-C88C-D3C7-A1A4-E5F2084243F2}"/>
              </a:ext>
            </a:extLst>
          </p:cNvPr>
          <p:cNvCxnSpPr>
            <a:cxnSpLocks/>
          </p:cNvCxnSpPr>
          <p:nvPr/>
        </p:nvCxnSpPr>
        <p:spPr>
          <a:xfrm>
            <a:off x="4627447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Rectángulo: esquinas redondeadas 616">
            <a:extLst>
              <a:ext uri="{FF2B5EF4-FFF2-40B4-BE49-F238E27FC236}">
                <a16:creationId xmlns:a16="http://schemas.microsoft.com/office/drawing/2014/main" id="{C16EFC1A-7934-4853-BF7E-5AA028DCD247}"/>
              </a:ext>
            </a:extLst>
          </p:cNvPr>
          <p:cNvSpPr/>
          <p:nvPr/>
        </p:nvSpPr>
        <p:spPr>
          <a:xfrm>
            <a:off x="5352496" y="465070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8" name="Rectángulo 617">
            <a:extLst>
              <a:ext uri="{FF2B5EF4-FFF2-40B4-BE49-F238E27FC236}">
                <a16:creationId xmlns:a16="http://schemas.microsoft.com/office/drawing/2014/main" id="{ECBAAA50-7FF6-AD02-257C-26C24475FE2A}"/>
              </a:ext>
            </a:extLst>
          </p:cNvPr>
          <p:cNvSpPr/>
          <p:nvPr/>
        </p:nvSpPr>
        <p:spPr>
          <a:xfrm>
            <a:off x="5352450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9" name="Rectángulo: esquinas redondeadas 618">
            <a:extLst>
              <a:ext uri="{FF2B5EF4-FFF2-40B4-BE49-F238E27FC236}">
                <a16:creationId xmlns:a16="http://schemas.microsoft.com/office/drawing/2014/main" id="{694DADD3-7703-70D4-79B5-3C3063F89E30}"/>
              </a:ext>
            </a:extLst>
          </p:cNvPr>
          <p:cNvSpPr/>
          <p:nvPr/>
        </p:nvSpPr>
        <p:spPr>
          <a:xfrm>
            <a:off x="5385788" y="465798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0" name="Elipse 619">
            <a:extLst>
              <a:ext uri="{FF2B5EF4-FFF2-40B4-BE49-F238E27FC236}">
                <a16:creationId xmlns:a16="http://schemas.microsoft.com/office/drawing/2014/main" id="{B598AC3A-280F-CC92-7C6C-D2BE5BC3237D}"/>
              </a:ext>
            </a:extLst>
          </p:cNvPr>
          <p:cNvSpPr/>
          <p:nvPr/>
        </p:nvSpPr>
        <p:spPr>
          <a:xfrm>
            <a:off x="5333456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1" name="Elipse 620">
            <a:extLst>
              <a:ext uri="{FF2B5EF4-FFF2-40B4-BE49-F238E27FC236}">
                <a16:creationId xmlns:a16="http://schemas.microsoft.com/office/drawing/2014/main" id="{83578D9C-AD07-FBEE-64CB-3B8207AFDBC9}"/>
              </a:ext>
            </a:extLst>
          </p:cNvPr>
          <p:cNvSpPr/>
          <p:nvPr/>
        </p:nvSpPr>
        <p:spPr>
          <a:xfrm rot="872776">
            <a:off x="5400250" y="445123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2" name="Conector recto 621">
            <a:extLst>
              <a:ext uri="{FF2B5EF4-FFF2-40B4-BE49-F238E27FC236}">
                <a16:creationId xmlns:a16="http://schemas.microsoft.com/office/drawing/2014/main" id="{BB64AAD9-C6F4-163C-25F3-C7E3F5EFFFF7}"/>
              </a:ext>
            </a:extLst>
          </p:cNvPr>
          <p:cNvCxnSpPr>
            <a:cxnSpLocks/>
          </p:cNvCxnSpPr>
          <p:nvPr/>
        </p:nvCxnSpPr>
        <p:spPr>
          <a:xfrm>
            <a:off x="5388218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onector recto 622">
            <a:extLst>
              <a:ext uri="{FF2B5EF4-FFF2-40B4-BE49-F238E27FC236}">
                <a16:creationId xmlns:a16="http://schemas.microsoft.com/office/drawing/2014/main" id="{E6F3C626-15CB-FAB2-C634-9F8FDB51C52F}"/>
              </a:ext>
            </a:extLst>
          </p:cNvPr>
          <p:cNvCxnSpPr>
            <a:cxnSpLocks/>
          </p:cNvCxnSpPr>
          <p:nvPr/>
        </p:nvCxnSpPr>
        <p:spPr>
          <a:xfrm flipV="1">
            <a:off x="5437456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Elipse 623">
            <a:extLst>
              <a:ext uri="{FF2B5EF4-FFF2-40B4-BE49-F238E27FC236}">
                <a16:creationId xmlns:a16="http://schemas.microsoft.com/office/drawing/2014/main" id="{5DCFA52D-F837-712B-09DA-9E42E6FBF973}"/>
              </a:ext>
            </a:extLst>
          </p:cNvPr>
          <p:cNvSpPr/>
          <p:nvPr/>
        </p:nvSpPr>
        <p:spPr>
          <a:xfrm rot="19333876">
            <a:off x="5319791" y="446449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25" name="Conector recto 624">
            <a:extLst>
              <a:ext uri="{FF2B5EF4-FFF2-40B4-BE49-F238E27FC236}">
                <a16:creationId xmlns:a16="http://schemas.microsoft.com/office/drawing/2014/main" id="{DB0DBCAA-81B7-56EE-FA1C-4C17CE5F33B0}"/>
              </a:ext>
            </a:extLst>
          </p:cNvPr>
          <p:cNvCxnSpPr>
            <a:cxnSpLocks/>
          </p:cNvCxnSpPr>
          <p:nvPr/>
        </p:nvCxnSpPr>
        <p:spPr>
          <a:xfrm>
            <a:off x="5407865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Rectángulo: esquinas redondeadas 625">
            <a:extLst>
              <a:ext uri="{FF2B5EF4-FFF2-40B4-BE49-F238E27FC236}">
                <a16:creationId xmlns:a16="http://schemas.microsoft.com/office/drawing/2014/main" id="{43679A9C-D981-BF39-4CE7-ED04CC5D5410}"/>
              </a:ext>
            </a:extLst>
          </p:cNvPr>
          <p:cNvSpPr/>
          <p:nvPr/>
        </p:nvSpPr>
        <p:spPr>
          <a:xfrm>
            <a:off x="5098312" y="465070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7" name="Rectángulo 626">
            <a:extLst>
              <a:ext uri="{FF2B5EF4-FFF2-40B4-BE49-F238E27FC236}">
                <a16:creationId xmlns:a16="http://schemas.microsoft.com/office/drawing/2014/main" id="{99E825AD-2F18-DF03-B452-80F4CBCBE137}"/>
              </a:ext>
            </a:extLst>
          </p:cNvPr>
          <p:cNvSpPr/>
          <p:nvPr/>
        </p:nvSpPr>
        <p:spPr>
          <a:xfrm>
            <a:off x="5098266" y="470282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8" name="Rectángulo: esquinas redondeadas 627">
            <a:extLst>
              <a:ext uri="{FF2B5EF4-FFF2-40B4-BE49-F238E27FC236}">
                <a16:creationId xmlns:a16="http://schemas.microsoft.com/office/drawing/2014/main" id="{AB93AE66-49CB-9508-3F5D-C194F3BD1CD9}"/>
              </a:ext>
            </a:extLst>
          </p:cNvPr>
          <p:cNvSpPr/>
          <p:nvPr/>
        </p:nvSpPr>
        <p:spPr>
          <a:xfrm>
            <a:off x="5131604" y="465798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9" name="Elipse 628">
            <a:extLst>
              <a:ext uri="{FF2B5EF4-FFF2-40B4-BE49-F238E27FC236}">
                <a16:creationId xmlns:a16="http://schemas.microsoft.com/office/drawing/2014/main" id="{7E855D30-B4F1-F051-3F32-741F9A012F38}"/>
              </a:ext>
            </a:extLst>
          </p:cNvPr>
          <p:cNvSpPr/>
          <p:nvPr/>
        </p:nvSpPr>
        <p:spPr>
          <a:xfrm>
            <a:off x="5079272" y="447276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0" name="Elipse 629">
            <a:extLst>
              <a:ext uri="{FF2B5EF4-FFF2-40B4-BE49-F238E27FC236}">
                <a16:creationId xmlns:a16="http://schemas.microsoft.com/office/drawing/2014/main" id="{5BD591F7-B3B1-E11E-3588-EC4938EEE624}"/>
              </a:ext>
            </a:extLst>
          </p:cNvPr>
          <p:cNvSpPr/>
          <p:nvPr/>
        </p:nvSpPr>
        <p:spPr>
          <a:xfrm rot="872776">
            <a:off x="5146066" y="445123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1" name="Conector recto 630">
            <a:extLst>
              <a:ext uri="{FF2B5EF4-FFF2-40B4-BE49-F238E27FC236}">
                <a16:creationId xmlns:a16="http://schemas.microsoft.com/office/drawing/2014/main" id="{5CB284CC-D252-D937-9F8A-ADAA0181A71D}"/>
              </a:ext>
            </a:extLst>
          </p:cNvPr>
          <p:cNvCxnSpPr>
            <a:cxnSpLocks/>
          </p:cNvCxnSpPr>
          <p:nvPr/>
        </p:nvCxnSpPr>
        <p:spPr>
          <a:xfrm>
            <a:off x="5134034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onector recto 631">
            <a:extLst>
              <a:ext uri="{FF2B5EF4-FFF2-40B4-BE49-F238E27FC236}">
                <a16:creationId xmlns:a16="http://schemas.microsoft.com/office/drawing/2014/main" id="{1421F621-EACC-40B4-FC32-820A5421F06E}"/>
              </a:ext>
            </a:extLst>
          </p:cNvPr>
          <p:cNvCxnSpPr>
            <a:cxnSpLocks/>
          </p:cNvCxnSpPr>
          <p:nvPr/>
        </p:nvCxnSpPr>
        <p:spPr>
          <a:xfrm flipV="1">
            <a:off x="5183272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Elipse 632">
            <a:extLst>
              <a:ext uri="{FF2B5EF4-FFF2-40B4-BE49-F238E27FC236}">
                <a16:creationId xmlns:a16="http://schemas.microsoft.com/office/drawing/2014/main" id="{40CFC293-91A2-D800-D3C5-7E994B506107}"/>
              </a:ext>
            </a:extLst>
          </p:cNvPr>
          <p:cNvSpPr/>
          <p:nvPr/>
        </p:nvSpPr>
        <p:spPr>
          <a:xfrm rot="19333876">
            <a:off x="5065607" y="446449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34" name="Conector recto 633">
            <a:extLst>
              <a:ext uri="{FF2B5EF4-FFF2-40B4-BE49-F238E27FC236}">
                <a16:creationId xmlns:a16="http://schemas.microsoft.com/office/drawing/2014/main" id="{4CCC30A2-0811-4154-E093-1A91E19DC3AF}"/>
              </a:ext>
            </a:extLst>
          </p:cNvPr>
          <p:cNvCxnSpPr>
            <a:cxnSpLocks/>
          </p:cNvCxnSpPr>
          <p:nvPr/>
        </p:nvCxnSpPr>
        <p:spPr>
          <a:xfrm>
            <a:off x="5153681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ángulo: esquinas redondeadas 634">
            <a:extLst>
              <a:ext uri="{FF2B5EF4-FFF2-40B4-BE49-F238E27FC236}">
                <a16:creationId xmlns:a16="http://schemas.microsoft.com/office/drawing/2014/main" id="{5B4C9618-A13D-8E91-C5E4-3DA540F1B859}"/>
              </a:ext>
            </a:extLst>
          </p:cNvPr>
          <p:cNvSpPr/>
          <p:nvPr/>
        </p:nvSpPr>
        <p:spPr>
          <a:xfrm>
            <a:off x="4845899" y="465452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6" name="Rectángulo 635">
            <a:extLst>
              <a:ext uri="{FF2B5EF4-FFF2-40B4-BE49-F238E27FC236}">
                <a16:creationId xmlns:a16="http://schemas.microsoft.com/office/drawing/2014/main" id="{EC2C55CA-D636-A27E-67F2-D94BD71362F6}"/>
              </a:ext>
            </a:extLst>
          </p:cNvPr>
          <p:cNvSpPr/>
          <p:nvPr/>
        </p:nvSpPr>
        <p:spPr>
          <a:xfrm>
            <a:off x="4845853" y="470664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7" name="Rectángulo: esquinas redondeadas 636">
            <a:extLst>
              <a:ext uri="{FF2B5EF4-FFF2-40B4-BE49-F238E27FC236}">
                <a16:creationId xmlns:a16="http://schemas.microsoft.com/office/drawing/2014/main" id="{A69918B5-AF01-E44D-A981-187D528D5E22}"/>
              </a:ext>
            </a:extLst>
          </p:cNvPr>
          <p:cNvSpPr/>
          <p:nvPr/>
        </p:nvSpPr>
        <p:spPr>
          <a:xfrm>
            <a:off x="4879191" y="466180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8" name="Elipse 637">
            <a:extLst>
              <a:ext uri="{FF2B5EF4-FFF2-40B4-BE49-F238E27FC236}">
                <a16:creationId xmlns:a16="http://schemas.microsoft.com/office/drawing/2014/main" id="{C9FD3175-4920-BA3C-3054-029EEA8320B0}"/>
              </a:ext>
            </a:extLst>
          </p:cNvPr>
          <p:cNvSpPr/>
          <p:nvPr/>
        </p:nvSpPr>
        <p:spPr>
          <a:xfrm>
            <a:off x="4826859" y="447658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9" name="Elipse 638">
            <a:extLst>
              <a:ext uri="{FF2B5EF4-FFF2-40B4-BE49-F238E27FC236}">
                <a16:creationId xmlns:a16="http://schemas.microsoft.com/office/drawing/2014/main" id="{66D9D9BF-F42C-DC92-ECC3-E6A11ED677DC}"/>
              </a:ext>
            </a:extLst>
          </p:cNvPr>
          <p:cNvSpPr/>
          <p:nvPr/>
        </p:nvSpPr>
        <p:spPr>
          <a:xfrm rot="872776">
            <a:off x="4893653" y="445505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B2B67A1B-2ACE-260E-2C0A-F32EA93B0144}"/>
              </a:ext>
            </a:extLst>
          </p:cNvPr>
          <p:cNvCxnSpPr>
            <a:cxnSpLocks/>
          </p:cNvCxnSpPr>
          <p:nvPr/>
        </p:nvCxnSpPr>
        <p:spPr>
          <a:xfrm>
            <a:off x="4881621" y="456165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BC1507D4-E40F-951B-2178-80ADFD914369}"/>
              </a:ext>
            </a:extLst>
          </p:cNvPr>
          <p:cNvCxnSpPr>
            <a:cxnSpLocks/>
          </p:cNvCxnSpPr>
          <p:nvPr/>
        </p:nvCxnSpPr>
        <p:spPr>
          <a:xfrm flipV="1">
            <a:off x="4930859" y="456165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Elipse 194">
            <a:extLst>
              <a:ext uri="{FF2B5EF4-FFF2-40B4-BE49-F238E27FC236}">
                <a16:creationId xmlns:a16="http://schemas.microsoft.com/office/drawing/2014/main" id="{0982ED05-A460-A5C4-8E4E-687C1122C42E}"/>
              </a:ext>
            </a:extLst>
          </p:cNvPr>
          <p:cNvSpPr/>
          <p:nvPr/>
        </p:nvSpPr>
        <p:spPr>
          <a:xfrm rot="19333876">
            <a:off x="4813194" y="446831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B37DFC44-F68F-0F18-429E-3B5CEACA8FBB}"/>
              </a:ext>
            </a:extLst>
          </p:cNvPr>
          <p:cNvCxnSpPr>
            <a:cxnSpLocks/>
          </p:cNvCxnSpPr>
          <p:nvPr/>
        </p:nvCxnSpPr>
        <p:spPr>
          <a:xfrm>
            <a:off x="4901268" y="464658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ángulo: esquinas redondeadas 196">
            <a:extLst>
              <a:ext uri="{FF2B5EF4-FFF2-40B4-BE49-F238E27FC236}">
                <a16:creationId xmlns:a16="http://schemas.microsoft.com/office/drawing/2014/main" id="{64D917B0-3DDB-3E6E-9785-ED5FAE90E273}"/>
              </a:ext>
            </a:extLst>
          </p:cNvPr>
          <p:cNvSpPr/>
          <p:nvPr/>
        </p:nvSpPr>
        <p:spPr>
          <a:xfrm>
            <a:off x="5811883" y="464342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1441BD4-A336-4FEE-7D0A-48299F41FE05}"/>
              </a:ext>
            </a:extLst>
          </p:cNvPr>
          <p:cNvSpPr/>
          <p:nvPr/>
        </p:nvSpPr>
        <p:spPr>
          <a:xfrm>
            <a:off x="5811837" y="469554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9EADBC52-317D-867D-F52D-0F6E272D3C44}"/>
              </a:ext>
            </a:extLst>
          </p:cNvPr>
          <p:cNvSpPr/>
          <p:nvPr/>
        </p:nvSpPr>
        <p:spPr>
          <a:xfrm>
            <a:off x="5845175" y="465070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D1EB69D3-E047-9479-FD4C-9A96399FD9F7}"/>
              </a:ext>
            </a:extLst>
          </p:cNvPr>
          <p:cNvSpPr/>
          <p:nvPr/>
        </p:nvSpPr>
        <p:spPr>
          <a:xfrm>
            <a:off x="5792843" y="446548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8117A74C-1431-3B30-FCC3-2BA0BB106C4B}"/>
              </a:ext>
            </a:extLst>
          </p:cNvPr>
          <p:cNvCxnSpPr>
            <a:cxnSpLocks/>
          </p:cNvCxnSpPr>
          <p:nvPr/>
        </p:nvCxnSpPr>
        <p:spPr>
          <a:xfrm>
            <a:off x="5847605" y="455056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EBA0A724-DFE6-A812-A731-50725E2C551C}"/>
              </a:ext>
            </a:extLst>
          </p:cNvPr>
          <p:cNvCxnSpPr>
            <a:cxnSpLocks/>
          </p:cNvCxnSpPr>
          <p:nvPr/>
        </p:nvCxnSpPr>
        <p:spPr>
          <a:xfrm flipV="1">
            <a:off x="5896843" y="455056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A1A2BCCD-3E93-7D64-CA47-541CD2EF9E38}"/>
              </a:ext>
            </a:extLst>
          </p:cNvPr>
          <p:cNvCxnSpPr>
            <a:cxnSpLocks/>
          </p:cNvCxnSpPr>
          <p:nvPr/>
        </p:nvCxnSpPr>
        <p:spPr>
          <a:xfrm>
            <a:off x="5867252" y="463549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ángulo: esquinas redondeadas 203">
            <a:extLst>
              <a:ext uri="{FF2B5EF4-FFF2-40B4-BE49-F238E27FC236}">
                <a16:creationId xmlns:a16="http://schemas.microsoft.com/office/drawing/2014/main" id="{4950DC26-9941-2D93-1089-67CAFFE5A0C7}"/>
              </a:ext>
            </a:extLst>
          </p:cNvPr>
          <p:cNvSpPr/>
          <p:nvPr/>
        </p:nvSpPr>
        <p:spPr>
          <a:xfrm>
            <a:off x="8948783" y="465070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E788B219-756E-14D6-E6EF-CB93A7D9D425}"/>
              </a:ext>
            </a:extLst>
          </p:cNvPr>
          <p:cNvSpPr/>
          <p:nvPr/>
        </p:nvSpPr>
        <p:spPr>
          <a:xfrm>
            <a:off x="8948737" y="470282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3" name="Rectángulo: esquinas redondeadas 212">
            <a:extLst>
              <a:ext uri="{FF2B5EF4-FFF2-40B4-BE49-F238E27FC236}">
                <a16:creationId xmlns:a16="http://schemas.microsoft.com/office/drawing/2014/main" id="{9F80A75E-6D17-04B1-4376-7152A52C5031}"/>
              </a:ext>
            </a:extLst>
          </p:cNvPr>
          <p:cNvSpPr/>
          <p:nvPr/>
        </p:nvSpPr>
        <p:spPr>
          <a:xfrm>
            <a:off x="8982075" y="465798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5A15DAF8-71FF-02B8-35ED-3C32B0DED05F}"/>
              </a:ext>
            </a:extLst>
          </p:cNvPr>
          <p:cNvSpPr/>
          <p:nvPr/>
        </p:nvSpPr>
        <p:spPr>
          <a:xfrm>
            <a:off x="8929743" y="447276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7745CAE0-B7CE-9644-A593-05E1F1E19F4B}"/>
              </a:ext>
            </a:extLst>
          </p:cNvPr>
          <p:cNvCxnSpPr>
            <a:cxnSpLocks/>
          </p:cNvCxnSpPr>
          <p:nvPr/>
        </p:nvCxnSpPr>
        <p:spPr>
          <a:xfrm>
            <a:off x="8984505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cto 216">
            <a:extLst>
              <a:ext uri="{FF2B5EF4-FFF2-40B4-BE49-F238E27FC236}">
                <a16:creationId xmlns:a16="http://schemas.microsoft.com/office/drawing/2014/main" id="{BEC71BA1-E914-FE6E-9996-0DAB1D9C3D25}"/>
              </a:ext>
            </a:extLst>
          </p:cNvPr>
          <p:cNvCxnSpPr>
            <a:cxnSpLocks/>
          </p:cNvCxnSpPr>
          <p:nvPr/>
        </p:nvCxnSpPr>
        <p:spPr>
          <a:xfrm flipV="1">
            <a:off x="9033743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>
            <a:extLst>
              <a:ext uri="{FF2B5EF4-FFF2-40B4-BE49-F238E27FC236}">
                <a16:creationId xmlns:a16="http://schemas.microsoft.com/office/drawing/2014/main" id="{580626E3-DBB4-A6B6-7D22-853BEA79EFB2}"/>
              </a:ext>
            </a:extLst>
          </p:cNvPr>
          <p:cNvCxnSpPr>
            <a:cxnSpLocks/>
          </p:cNvCxnSpPr>
          <p:nvPr/>
        </p:nvCxnSpPr>
        <p:spPr>
          <a:xfrm>
            <a:off x="9004152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ángulo: esquinas redondeadas 224">
            <a:extLst>
              <a:ext uri="{FF2B5EF4-FFF2-40B4-BE49-F238E27FC236}">
                <a16:creationId xmlns:a16="http://schemas.microsoft.com/office/drawing/2014/main" id="{B2820622-508A-54DE-9A31-A8B757D80E9D}"/>
              </a:ext>
            </a:extLst>
          </p:cNvPr>
          <p:cNvSpPr/>
          <p:nvPr/>
        </p:nvSpPr>
        <p:spPr>
          <a:xfrm>
            <a:off x="11333208" y="4650704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6" name="Rectángulo 225">
            <a:extLst>
              <a:ext uri="{FF2B5EF4-FFF2-40B4-BE49-F238E27FC236}">
                <a16:creationId xmlns:a16="http://schemas.microsoft.com/office/drawing/2014/main" id="{8C8B1317-50F1-8E17-14B6-D6FEE83EED10}"/>
              </a:ext>
            </a:extLst>
          </p:cNvPr>
          <p:cNvSpPr/>
          <p:nvPr/>
        </p:nvSpPr>
        <p:spPr>
          <a:xfrm>
            <a:off x="11333162" y="4702827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7" name="Rectángulo: esquinas redondeadas 226">
            <a:extLst>
              <a:ext uri="{FF2B5EF4-FFF2-40B4-BE49-F238E27FC236}">
                <a16:creationId xmlns:a16="http://schemas.microsoft.com/office/drawing/2014/main" id="{FB4B5C13-6699-2C5E-ADE6-22098113FC10}"/>
              </a:ext>
            </a:extLst>
          </p:cNvPr>
          <p:cNvSpPr/>
          <p:nvPr/>
        </p:nvSpPr>
        <p:spPr>
          <a:xfrm>
            <a:off x="11366500" y="4657983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3A7F1566-F47A-BCC9-9A13-F57F48F0B16B}"/>
              </a:ext>
            </a:extLst>
          </p:cNvPr>
          <p:cNvSpPr/>
          <p:nvPr/>
        </p:nvSpPr>
        <p:spPr>
          <a:xfrm>
            <a:off x="11314168" y="4472767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30884403-DFE7-B808-E2E0-62C5939B2CB3}"/>
              </a:ext>
            </a:extLst>
          </p:cNvPr>
          <p:cNvCxnSpPr>
            <a:cxnSpLocks/>
          </p:cNvCxnSpPr>
          <p:nvPr/>
        </p:nvCxnSpPr>
        <p:spPr>
          <a:xfrm>
            <a:off x="11368930" y="45578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7B2C7A0A-0F98-8377-C6E6-630687513BCB}"/>
              </a:ext>
            </a:extLst>
          </p:cNvPr>
          <p:cNvCxnSpPr>
            <a:cxnSpLocks/>
          </p:cNvCxnSpPr>
          <p:nvPr/>
        </p:nvCxnSpPr>
        <p:spPr>
          <a:xfrm flipV="1">
            <a:off x="11418168" y="45578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B8D4C4F6-65CC-F4F7-6998-D118F9611BFF}"/>
              </a:ext>
            </a:extLst>
          </p:cNvPr>
          <p:cNvCxnSpPr>
            <a:cxnSpLocks/>
          </p:cNvCxnSpPr>
          <p:nvPr/>
        </p:nvCxnSpPr>
        <p:spPr>
          <a:xfrm>
            <a:off x="11388577" y="46427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ángulo: esquinas redondeadas 231">
            <a:extLst>
              <a:ext uri="{FF2B5EF4-FFF2-40B4-BE49-F238E27FC236}">
                <a16:creationId xmlns:a16="http://schemas.microsoft.com/office/drawing/2014/main" id="{60B8F522-D5B9-49E3-B54E-9B122C7647EF}"/>
              </a:ext>
            </a:extLst>
          </p:cNvPr>
          <p:cNvSpPr/>
          <p:nvPr/>
        </p:nvSpPr>
        <p:spPr>
          <a:xfrm>
            <a:off x="6576730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3" name="Rectángulo 232">
            <a:extLst>
              <a:ext uri="{FF2B5EF4-FFF2-40B4-BE49-F238E27FC236}">
                <a16:creationId xmlns:a16="http://schemas.microsoft.com/office/drawing/2014/main" id="{7F60B637-4F91-3DE1-2B4B-E89F3CA13086}"/>
              </a:ext>
            </a:extLst>
          </p:cNvPr>
          <p:cNvSpPr/>
          <p:nvPr/>
        </p:nvSpPr>
        <p:spPr>
          <a:xfrm>
            <a:off x="6576684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07E8A2E6-A89D-8669-B1F2-78A026144ADC}"/>
              </a:ext>
            </a:extLst>
          </p:cNvPr>
          <p:cNvSpPr/>
          <p:nvPr/>
        </p:nvSpPr>
        <p:spPr>
          <a:xfrm>
            <a:off x="6610022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1" name="Rectángulo: esquinas redondeadas 240">
            <a:extLst>
              <a:ext uri="{FF2B5EF4-FFF2-40B4-BE49-F238E27FC236}">
                <a16:creationId xmlns:a16="http://schemas.microsoft.com/office/drawing/2014/main" id="{8257E182-0176-43DC-8AFF-273548E12C40}"/>
              </a:ext>
            </a:extLst>
          </p:cNvPr>
          <p:cNvSpPr/>
          <p:nvPr/>
        </p:nvSpPr>
        <p:spPr>
          <a:xfrm>
            <a:off x="7719971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2" name="Rectángulo 241">
            <a:extLst>
              <a:ext uri="{FF2B5EF4-FFF2-40B4-BE49-F238E27FC236}">
                <a16:creationId xmlns:a16="http://schemas.microsoft.com/office/drawing/2014/main" id="{3BF2F716-25F9-578D-6DAF-E93484BCF30B}"/>
              </a:ext>
            </a:extLst>
          </p:cNvPr>
          <p:cNvSpPr/>
          <p:nvPr/>
        </p:nvSpPr>
        <p:spPr>
          <a:xfrm>
            <a:off x="7719925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3" name="Rectángulo: esquinas redondeadas 242">
            <a:extLst>
              <a:ext uri="{FF2B5EF4-FFF2-40B4-BE49-F238E27FC236}">
                <a16:creationId xmlns:a16="http://schemas.microsoft.com/office/drawing/2014/main" id="{44060A5B-7FA7-05FD-9160-6756135909A5}"/>
              </a:ext>
            </a:extLst>
          </p:cNvPr>
          <p:cNvSpPr/>
          <p:nvPr/>
        </p:nvSpPr>
        <p:spPr>
          <a:xfrm>
            <a:off x="7753263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F04AEACF-B328-5DDD-4C0F-A0FE6E8287F8}"/>
              </a:ext>
            </a:extLst>
          </p:cNvPr>
          <p:cNvSpPr/>
          <p:nvPr/>
        </p:nvSpPr>
        <p:spPr>
          <a:xfrm>
            <a:off x="7700931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50A6EA4E-E262-1BB8-DAB3-7BE11819AE3B}"/>
              </a:ext>
            </a:extLst>
          </p:cNvPr>
          <p:cNvSpPr/>
          <p:nvPr/>
        </p:nvSpPr>
        <p:spPr>
          <a:xfrm rot="872776">
            <a:off x="7767725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7A6CF353-DF2B-38F2-EB29-FC088BA4CAC9}"/>
              </a:ext>
            </a:extLst>
          </p:cNvPr>
          <p:cNvCxnSpPr>
            <a:cxnSpLocks/>
          </p:cNvCxnSpPr>
          <p:nvPr/>
        </p:nvCxnSpPr>
        <p:spPr>
          <a:xfrm>
            <a:off x="7755693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89202892-186B-03ED-8959-B108B77F1189}"/>
              </a:ext>
            </a:extLst>
          </p:cNvPr>
          <p:cNvCxnSpPr>
            <a:cxnSpLocks/>
          </p:cNvCxnSpPr>
          <p:nvPr/>
        </p:nvCxnSpPr>
        <p:spPr>
          <a:xfrm flipV="1">
            <a:off x="7804931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Elipse 247">
            <a:extLst>
              <a:ext uri="{FF2B5EF4-FFF2-40B4-BE49-F238E27FC236}">
                <a16:creationId xmlns:a16="http://schemas.microsoft.com/office/drawing/2014/main" id="{65E86785-2727-77F5-092E-5D8E50954FEF}"/>
              </a:ext>
            </a:extLst>
          </p:cNvPr>
          <p:cNvSpPr/>
          <p:nvPr/>
        </p:nvSpPr>
        <p:spPr>
          <a:xfrm rot="19333876">
            <a:off x="7687266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27B5B839-5CD8-79E4-6E91-D38F2BF6EF19}"/>
              </a:ext>
            </a:extLst>
          </p:cNvPr>
          <p:cNvCxnSpPr>
            <a:cxnSpLocks/>
          </p:cNvCxnSpPr>
          <p:nvPr/>
        </p:nvCxnSpPr>
        <p:spPr>
          <a:xfrm>
            <a:off x="7775340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CDD2A567-CBBF-1588-118B-B767CBB9CA6F}"/>
              </a:ext>
            </a:extLst>
          </p:cNvPr>
          <p:cNvSpPr/>
          <p:nvPr/>
        </p:nvSpPr>
        <p:spPr>
          <a:xfrm>
            <a:off x="8000958" y="466297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1" name="Rectángulo 250">
            <a:extLst>
              <a:ext uri="{FF2B5EF4-FFF2-40B4-BE49-F238E27FC236}">
                <a16:creationId xmlns:a16="http://schemas.microsoft.com/office/drawing/2014/main" id="{00355393-0B1C-85A0-6AD0-1A9602A11BB0}"/>
              </a:ext>
            </a:extLst>
          </p:cNvPr>
          <p:cNvSpPr/>
          <p:nvPr/>
        </p:nvSpPr>
        <p:spPr>
          <a:xfrm>
            <a:off x="8000912" y="471509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2" name="Rectángulo: esquinas redondeadas 251">
            <a:extLst>
              <a:ext uri="{FF2B5EF4-FFF2-40B4-BE49-F238E27FC236}">
                <a16:creationId xmlns:a16="http://schemas.microsoft.com/office/drawing/2014/main" id="{7705E4C7-636E-2D40-3EB3-748451F81638}"/>
              </a:ext>
            </a:extLst>
          </p:cNvPr>
          <p:cNvSpPr/>
          <p:nvPr/>
        </p:nvSpPr>
        <p:spPr>
          <a:xfrm>
            <a:off x="8034250" y="467025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3" name="Elipse 252">
            <a:extLst>
              <a:ext uri="{FF2B5EF4-FFF2-40B4-BE49-F238E27FC236}">
                <a16:creationId xmlns:a16="http://schemas.microsoft.com/office/drawing/2014/main" id="{D6C2182D-7A6F-27FC-907F-D6CC8BB28646}"/>
              </a:ext>
            </a:extLst>
          </p:cNvPr>
          <p:cNvSpPr/>
          <p:nvPr/>
        </p:nvSpPr>
        <p:spPr>
          <a:xfrm>
            <a:off x="7981918" y="448503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4" name="Elipse 253">
            <a:extLst>
              <a:ext uri="{FF2B5EF4-FFF2-40B4-BE49-F238E27FC236}">
                <a16:creationId xmlns:a16="http://schemas.microsoft.com/office/drawing/2014/main" id="{B34B593F-9407-2E1E-F51E-4E4E877C6A10}"/>
              </a:ext>
            </a:extLst>
          </p:cNvPr>
          <p:cNvSpPr/>
          <p:nvPr/>
        </p:nvSpPr>
        <p:spPr>
          <a:xfrm rot="872776">
            <a:off x="8048712" y="446350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5" name="Conector recto 254">
            <a:extLst>
              <a:ext uri="{FF2B5EF4-FFF2-40B4-BE49-F238E27FC236}">
                <a16:creationId xmlns:a16="http://schemas.microsoft.com/office/drawing/2014/main" id="{09746DF5-76AE-0FD6-6641-8C30B3F4F8F7}"/>
              </a:ext>
            </a:extLst>
          </p:cNvPr>
          <p:cNvCxnSpPr>
            <a:cxnSpLocks/>
          </p:cNvCxnSpPr>
          <p:nvPr/>
        </p:nvCxnSpPr>
        <p:spPr>
          <a:xfrm>
            <a:off x="8036680" y="457011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6810BA32-B814-4F90-A014-446B3DFBD45D}"/>
              </a:ext>
            </a:extLst>
          </p:cNvPr>
          <p:cNvCxnSpPr>
            <a:cxnSpLocks/>
          </p:cNvCxnSpPr>
          <p:nvPr/>
        </p:nvCxnSpPr>
        <p:spPr>
          <a:xfrm flipV="1">
            <a:off x="8085918" y="457011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Elipse 256">
            <a:extLst>
              <a:ext uri="{FF2B5EF4-FFF2-40B4-BE49-F238E27FC236}">
                <a16:creationId xmlns:a16="http://schemas.microsoft.com/office/drawing/2014/main" id="{DF46BBBE-BB99-8B3E-4CDF-176B400E712E}"/>
              </a:ext>
            </a:extLst>
          </p:cNvPr>
          <p:cNvSpPr/>
          <p:nvPr/>
        </p:nvSpPr>
        <p:spPr>
          <a:xfrm rot="19333876">
            <a:off x="7968253" y="447676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58" name="Conector recto 257">
            <a:extLst>
              <a:ext uri="{FF2B5EF4-FFF2-40B4-BE49-F238E27FC236}">
                <a16:creationId xmlns:a16="http://schemas.microsoft.com/office/drawing/2014/main" id="{EADC7D68-4DEA-D1DC-5FDC-96DBA762FE8D}"/>
              </a:ext>
            </a:extLst>
          </p:cNvPr>
          <p:cNvCxnSpPr>
            <a:cxnSpLocks/>
          </p:cNvCxnSpPr>
          <p:nvPr/>
        </p:nvCxnSpPr>
        <p:spPr>
          <a:xfrm>
            <a:off x="8056327" y="465504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ángulo: esquinas redondeadas 258">
            <a:extLst>
              <a:ext uri="{FF2B5EF4-FFF2-40B4-BE49-F238E27FC236}">
                <a16:creationId xmlns:a16="http://schemas.microsoft.com/office/drawing/2014/main" id="{0CBAF26D-FDB3-13D8-1041-0C8C72F2DE6C}"/>
              </a:ext>
            </a:extLst>
          </p:cNvPr>
          <p:cNvSpPr/>
          <p:nvPr/>
        </p:nvSpPr>
        <p:spPr>
          <a:xfrm>
            <a:off x="3173043" y="466366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78C1AC57-93AA-72D7-7E5C-7D985276FF55}"/>
              </a:ext>
            </a:extLst>
          </p:cNvPr>
          <p:cNvSpPr/>
          <p:nvPr/>
        </p:nvSpPr>
        <p:spPr>
          <a:xfrm>
            <a:off x="3172997" y="471578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1" name="Rectángulo: esquinas redondeadas 260">
            <a:extLst>
              <a:ext uri="{FF2B5EF4-FFF2-40B4-BE49-F238E27FC236}">
                <a16:creationId xmlns:a16="http://schemas.microsoft.com/office/drawing/2014/main" id="{3CBE514E-E9FF-DB61-A2AD-1F32B37EF2FA}"/>
              </a:ext>
            </a:extLst>
          </p:cNvPr>
          <p:cNvSpPr/>
          <p:nvPr/>
        </p:nvSpPr>
        <p:spPr>
          <a:xfrm>
            <a:off x="3206335" y="467094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5B2A0F3B-6296-17DF-14CD-964448B6554F}"/>
              </a:ext>
            </a:extLst>
          </p:cNvPr>
          <p:cNvSpPr/>
          <p:nvPr/>
        </p:nvSpPr>
        <p:spPr>
          <a:xfrm>
            <a:off x="3154003" y="448572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3" name="Elipse 262">
            <a:extLst>
              <a:ext uri="{FF2B5EF4-FFF2-40B4-BE49-F238E27FC236}">
                <a16:creationId xmlns:a16="http://schemas.microsoft.com/office/drawing/2014/main" id="{7527ABC5-0C3C-9A30-AD5F-6E7DA7D317AF}"/>
              </a:ext>
            </a:extLst>
          </p:cNvPr>
          <p:cNvSpPr/>
          <p:nvPr/>
        </p:nvSpPr>
        <p:spPr>
          <a:xfrm rot="872776">
            <a:off x="3220797" y="446419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4" name="Conector recto 263">
            <a:extLst>
              <a:ext uri="{FF2B5EF4-FFF2-40B4-BE49-F238E27FC236}">
                <a16:creationId xmlns:a16="http://schemas.microsoft.com/office/drawing/2014/main" id="{A6DF2CD3-A714-7024-7212-7A24962D715F}"/>
              </a:ext>
            </a:extLst>
          </p:cNvPr>
          <p:cNvCxnSpPr>
            <a:cxnSpLocks/>
          </p:cNvCxnSpPr>
          <p:nvPr/>
        </p:nvCxnSpPr>
        <p:spPr>
          <a:xfrm>
            <a:off x="3208765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ector recto 300">
            <a:extLst>
              <a:ext uri="{FF2B5EF4-FFF2-40B4-BE49-F238E27FC236}">
                <a16:creationId xmlns:a16="http://schemas.microsoft.com/office/drawing/2014/main" id="{7B622CD8-F294-DFBD-104C-B111FCDEB716}"/>
              </a:ext>
            </a:extLst>
          </p:cNvPr>
          <p:cNvCxnSpPr>
            <a:cxnSpLocks/>
          </p:cNvCxnSpPr>
          <p:nvPr/>
        </p:nvCxnSpPr>
        <p:spPr>
          <a:xfrm flipV="1">
            <a:off x="3258003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Elipse 301">
            <a:extLst>
              <a:ext uri="{FF2B5EF4-FFF2-40B4-BE49-F238E27FC236}">
                <a16:creationId xmlns:a16="http://schemas.microsoft.com/office/drawing/2014/main" id="{30CF0EE5-442A-E4FA-2AC1-5A1CFF7B42B6}"/>
              </a:ext>
            </a:extLst>
          </p:cNvPr>
          <p:cNvSpPr/>
          <p:nvPr/>
        </p:nvSpPr>
        <p:spPr>
          <a:xfrm rot="19333876">
            <a:off x="3140338" y="447745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3" name="Conector recto 302">
            <a:extLst>
              <a:ext uri="{FF2B5EF4-FFF2-40B4-BE49-F238E27FC236}">
                <a16:creationId xmlns:a16="http://schemas.microsoft.com/office/drawing/2014/main" id="{7842A8CB-2D9A-FC98-A025-E9A261BA4771}"/>
              </a:ext>
            </a:extLst>
          </p:cNvPr>
          <p:cNvCxnSpPr>
            <a:cxnSpLocks/>
          </p:cNvCxnSpPr>
          <p:nvPr/>
        </p:nvCxnSpPr>
        <p:spPr>
          <a:xfrm>
            <a:off x="3228412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tángulo: esquinas redondeadas 303">
            <a:extLst>
              <a:ext uri="{FF2B5EF4-FFF2-40B4-BE49-F238E27FC236}">
                <a16:creationId xmlns:a16="http://schemas.microsoft.com/office/drawing/2014/main" id="{42BC3137-AB23-D88C-FC3C-1F2AAB84756C}"/>
              </a:ext>
            </a:extLst>
          </p:cNvPr>
          <p:cNvSpPr/>
          <p:nvPr/>
        </p:nvSpPr>
        <p:spPr>
          <a:xfrm>
            <a:off x="2611054" y="4663663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113094A-FBAD-6496-C4C1-7DC65545A05E}"/>
              </a:ext>
            </a:extLst>
          </p:cNvPr>
          <p:cNvSpPr/>
          <p:nvPr/>
        </p:nvSpPr>
        <p:spPr>
          <a:xfrm>
            <a:off x="2611008" y="471578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6" name="Rectángulo: esquinas redondeadas 305">
            <a:extLst>
              <a:ext uri="{FF2B5EF4-FFF2-40B4-BE49-F238E27FC236}">
                <a16:creationId xmlns:a16="http://schemas.microsoft.com/office/drawing/2014/main" id="{98C61DA6-8150-5D06-DC54-02668F665AB3}"/>
              </a:ext>
            </a:extLst>
          </p:cNvPr>
          <p:cNvSpPr/>
          <p:nvPr/>
        </p:nvSpPr>
        <p:spPr>
          <a:xfrm>
            <a:off x="2644346" y="4670942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7" name="Elipse 306">
            <a:extLst>
              <a:ext uri="{FF2B5EF4-FFF2-40B4-BE49-F238E27FC236}">
                <a16:creationId xmlns:a16="http://schemas.microsoft.com/office/drawing/2014/main" id="{F4F40CB7-CD43-CE42-C4A9-F94B9D0FC94F}"/>
              </a:ext>
            </a:extLst>
          </p:cNvPr>
          <p:cNvSpPr/>
          <p:nvPr/>
        </p:nvSpPr>
        <p:spPr>
          <a:xfrm>
            <a:off x="2592014" y="448572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8" name="Elipse 307">
            <a:extLst>
              <a:ext uri="{FF2B5EF4-FFF2-40B4-BE49-F238E27FC236}">
                <a16:creationId xmlns:a16="http://schemas.microsoft.com/office/drawing/2014/main" id="{AC401EAE-EDA9-3BFA-D448-593A58E153C2}"/>
              </a:ext>
            </a:extLst>
          </p:cNvPr>
          <p:cNvSpPr/>
          <p:nvPr/>
        </p:nvSpPr>
        <p:spPr>
          <a:xfrm rot="872776">
            <a:off x="2658808" y="446419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9" name="Conector recto 308">
            <a:extLst>
              <a:ext uri="{FF2B5EF4-FFF2-40B4-BE49-F238E27FC236}">
                <a16:creationId xmlns:a16="http://schemas.microsoft.com/office/drawing/2014/main" id="{43A25920-16CD-E7A4-D4BB-9C9F1C3A0AB3}"/>
              </a:ext>
            </a:extLst>
          </p:cNvPr>
          <p:cNvCxnSpPr>
            <a:cxnSpLocks/>
          </p:cNvCxnSpPr>
          <p:nvPr/>
        </p:nvCxnSpPr>
        <p:spPr>
          <a:xfrm>
            <a:off x="2646776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ector recto 309">
            <a:extLst>
              <a:ext uri="{FF2B5EF4-FFF2-40B4-BE49-F238E27FC236}">
                <a16:creationId xmlns:a16="http://schemas.microsoft.com/office/drawing/2014/main" id="{A6C1CAF8-B138-66C2-E783-31E16D412B9B}"/>
              </a:ext>
            </a:extLst>
          </p:cNvPr>
          <p:cNvCxnSpPr>
            <a:cxnSpLocks/>
          </p:cNvCxnSpPr>
          <p:nvPr/>
        </p:nvCxnSpPr>
        <p:spPr>
          <a:xfrm flipV="1">
            <a:off x="2696014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Elipse 310">
            <a:extLst>
              <a:ext uri="{FF2B5EF4-FFF2-40B4-BE49-F238E27FC236}">
                <a16:creationId xmlns:a16="http://schemas.microsoft.com/office/drawing/2014/main" id="{EFDE359A-9AF0-A4D2-9104-D670BC6A6AE1}"/>
              </a:ext>
            </a:extLst>
          </p:cNvPr>
          <p:cNvSpPr/>
          <p:nvPr/>
        </p:nvSpPr>
        <p:spPr>
          <a:xfrm rot="19333876">
            <a:off x="2578349" y="447745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2A8076EB-E50F-7DBB-26C9-D87BF9E4FC27}"/>
              </a:ext>
            </a:extLst>
          </p:cNvPr>
          <p:cNvCxnSpPr>
            <a:cxnSpLocks/>
          </p:cNvCxnSpPr>
          <p:nvPr/>
        </p:nvCxnSpPr>
        <p:spPr>
          <a:xfrm>
            <a:off x="2666423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ángulo: esquinas redondeadas 312">
            <a:extLst>
              <a:ext uri="{FF2B5EF4-FFF2-40B4-BE49-F238E27FC236}">
                <a16:creationId xmlns:a16="http://schemas.microsoft.com/office/drawing/2014/main" id="{AA9D89CD-124F-3689-1DE8-9AFB500C1B4C}"/>
              </a:ext>
            </a:extLst>
          </p:cNvPr>
          <p:cNvSpPr/>
          <p:nvPr/>
        </p:nvSpPr>
        <p:spPr>
          <a:xfrm>
            <a:off x="2350941" y="4656384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4" name="Rectángulo 313">
            <a:extLst>
              <a:ext uri="{FF2B5EF4-FFF2-40B4-BE49-F238E27FC236}">
                <a16:creationId xmlns:a16="http://schemas.microsoft.com/office/drawing/2014/main" id="{727E8012-8333-FE29-A9C7-E919BDCD728B}"/>
              </a:ext>
            </a:extLst>
          </p:cNvPr>
          <p:cNvSpPr/>
          <p:nvPr/>
        </p:nvSpPr>
        <p:spPr>
          <a:xfrm>
            <a:off x="2350895" y="470850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5" name="Rectángulo: esquinas redondeadas 314">
            <a:extLst>
              <a:ext uri="{FF2B5EF4-FFF2-40B4-BE49-F238E27FC236}">
                <a16:creationId xmlns:a16="http://schemas.microsoft.com/office/drawing/2014/main" id="{7BB9CE3A-3DE1-ADF6-1A30-83180E319AEC}"/>
              </a:ext>
            </a:extLst>
          </p:cNvPr>
          <p:cNvSpPr/>
          <p:nvPr/>
        </p:nvSpPr>
        <p:spPr>
          <a:xfrm>
            <a:off x="2384233" y="4663663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6" name="Elipse 315">
            <a:extLst>
              <a:ext uri="{FF2B5EF4-FFF2-40B4-BE49-F238E27FC236}">
                <a16:creationId xmlns:a16="http://schemas.microsoft.com/office/drawing/2014/main" id="{661DE669-A75C-589B-203A-AB3A1F3633A7}"/>
              </a:ext>
            </a:extLst>
          </p:cNvPr>
          <p:cNvSpPr/>
          <p:nvPr/>
        </p:nvSpPr>
        <p:spPr>
          <a:xfrm>
            <a:off x="2331901" y="447844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7" name="Elipse 316">
            <a:extLst>
              <a:ext uri="{FF2B5EF4-FFF2-40B4-BE49-F238E27FC236}">
                <a16:creationId xmlns:a16="http://schemas.microsoft.com/office/drawing/2014/main" id="{EB5391DD-7013-5859-782F-99494820E209}"/>
              </a:ext>
            </a:extLst>
          </p:cNvPr>
          <p:cNvSpPr/>
          <p:nvPr/>
        </p:nvSpPr>
        <p:spPr>
          <a:xfrm rot="872776">
            <a:off x="2398695" y="4456914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18" name="Conector recto 317">
            <a:extLst>
              <a:ext uri="{FF2B5EF4-FFF2-40B4-BE49-F238E27FC236}">
                <a16:creationId xmlns:a16="http://schemas.microsoft.com/office/drawing/2014/main" id="{7665BCFB-E375-E007-F3B4-AA9648AF15EE}"/>
              </a:ext>
            </a:extLst>
          </p:cNvPr>
          <p:cNvCxnSpPr>
            <a:cxnSpLocks/>
          </p:cNvCxnSpPr>
          <p:nvPr/>
        </p:nvCxnSpPr>
        <p:spPr>
          <a:xfrm>
            <a:off x="2386663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ector recto 318">
            <a:extLst>
              <a:ext uri="{FF2B5EF4-FFF2-40B4-BE49-F238E27FC236}">
                <a16:creationId xmlns:a16="http://schemas.microsoft.com/office/drawing/2014/main" id="{0328CCEA-456A-489E-2E10-DB0D381550CA}"/>
              </a:ext>
            </a:extLst>
          </p:cNvPr>
          <p:cNvCxnSpPr>
            <a:cxnSpLocks/>
          </p:cNvCxnSpPr>
          <p:nvPr/>
        </p:nvCxnSpPr>
        <p:spPr>
          <a:xfrm flipV="1">
            <a:off x="2435901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Elipse 319">
            <a:extLst>
              <a:ext uri="{FF2B5EF4-FFF2-40B4-BE49-F238E27FC236}">
                <a16:creationId xmlns:a16="http://schemas.microsoft.com/office/drawing/2014/main" id="{4F134437-E57F-216F-8B61-2CEBD3F18A37}"/>
              </a:ext>
            </a:extLst>
          </p:cNvPr>
          <p:cNvSpPr/>
          <p:nvPr/>
        </p:nvSpPr>
        <p:spPr>
          <a:xfrm rot="19333876">
            <a:off x="2318236" y="4470175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2" name="Conector recto 321">
            <a:extLst>
              <a:ext uri="{FF2B5EF4-FFF2-40B4-BE49-F238E27FC236}">
                <a16:creationId xmlns:a16="http://schemas.microsoft.com/office/drawing/2014/main" id="{3244019A-F1E9-66B8-FF30-B98331CD9AD0}"/>
              </a:ext>
            </a:extLst>
          </p:cNvPr>
          <p:cNvCxnSpPr>
            <a:cxnSpLocks/>
          </p:cNvCxnSpPr>
          <p:nvPr/>
        </p:nvCxnSpPr>
        <p:spPr>
          <a:xfrm>
            <a:off x="2406310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Rectángulo: esquinas redondeadas 322">
            <a:extLst>
              <a:ext uri="{FF2B5EF4-FFF2-40B4-BE49-F238E27FC236}">
                <a16:creationId xmlns:a16="http://schemas.microsoft.com/office/drawing/2014/main" id="{92D6DEF4-0176-9F82-45CC-AAB91288D86C}"/>
              </a:ext>
            </a:extLst>
          </p:cNvPr>
          <p:cNvSpPr/>
          <p:nvPr/>
        </p:nvSpPr>
        <p:spPr>
          <a:xfrm>
            <a:off x="1505091" y="4651577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4" name="Rectángulo 323">
            <a:extLst>
              <a:ext uri="{FF2B5EF4-FFF2-40B4-BE49-F238E27FC236}">
                <a16:creationId xmlns:a16="http://schemas.microsoft.com/office/drawing/2014/main" id="{17FFB74D-1BF8-1552-E980-C6C040FFD1F0}"/>
              </a:ext>
            </a:extLst>
          </p:cNvPr>
          <p:cNvSpPr/>
          <p:nvPr/>
        </p:nvSpPr>
        <p:spPr>
          <a:xfrm>
            <a:off x="1505045" y="470370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5" name="Rectángulo: esquinas redondeadas 324">
            <a:extLst>
              <a:ext uri="{FF2B5EF4-FFF2-40B4-BE49-F238E27FC236}">
                <a16:creationId xmlns:a16="http://schemas.microsoft.com/office/drawing/2014/main" id="{E8BB9FB6-6C92-AC6A-69A8-1B625F9FED42}"/>
              </a:ext>
            </a:extLst>
          </p:cNvPr>
          <p:cNvSpPr/>
          <p:nvPr/>
        </p:nvSpPr>
        <p:spPr>
          <a:xfrm>
            <a:off x="1538383" y="4658856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6" name="Elipse 325">
            <a:extLst>
              <a:ext uri="{FF2B5EF4-FFF2-40B4-BE49-F238E27FC236}">
                <a16:creationId xmlns:a16="http://schemas.microsoft.com/office/drawing/2014/main" id="{A458822A-2CC5-8A96-C9F9-A5DBAEB6472A}"/>
              </a:ext>
            </a:extLst>
          </p:cNvPr>
          <p:cNvSpPr/>
          <p:nvPr/>
        </p:nvSpPr>
        <p:spPr>
          <a:xfrm>
            <a:off x="1486051" y="447364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2DC178F7-9EC0-11D3-7A06-DD4E6B76044D}"/>
              </a:ext>
            </a:extLst>
          </p:cNvPr>
          <p:cNvSpPr/>
          <p:nvPr/>
        </p:nvSpPr>
        <p:spPr>
          <a:xfrm rot="872776">
            <a:off x="1552845" y="445210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E863EB3C-47FF-6986-A754-64689CA7CACD}"/>
              </a:ext>
            </a:extLst>
          </p:cNvPr>
          <p:cNvCxnSpPr>
            <a:cxnSpLocks/>
          </p:cNvCxnSpPr>
          <p:nvPr/>
        </p:nvCxnSpPr>
        <p:spPr>
          <a:xfrm>
            <a:off x="1540813" y="45587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3EEC9E10-50C7-6518-1D35-6D9B532A1119}"/>
              </a:ext>
            </a:extLst>
          </p:cNvPr>
          <p:cNvCxnSpPr>
            <a:cxnSpLocks/>
          </p:cNvCxnSpPr>
          <p:nvPr/>
        </p:nvCxnSpPr>
        <p:spPr>
          <a:xfrm flipV="1">
            <a:off x="1590051" y="45587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Elipse 329">
            <a:extLst>
              <a:ext uri="{FF2B5EF4-FFF2-40B4-BE49-F238E27FC236}">
                <a16:creationId xmlns:a16="http://schemas.microsoft.com/office/drawing/2014/main" id="{66AF89D2-7098-2390-16CB-144A65C5B5A9}"/>
              </a:ext>
            </a:extLst>
          </p:cNvPr>
          <p:cNvSpPr/>
          <p:nvPr/>
        </p:nvSpPr>
        <p:spPr>
          <a:xfrm rot="19333876">
            <a:off x="1472386" y="446536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5DF4835D-9648-2F12-220D-C96BA6FD12DE}"/>
              </a:ext>
            </a:extLst>
          </p:cNvPr>
          <p:cNvCxnSpPr>
            <a:cxnSpLocks/>
          </p:cNvCxnSpPr>
          <p:nvPr/>
        </p:nvCxnSpPr>
        <p:spPr>
          <a:xfrm>
            <a:off x="1560460" y="46436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ángulo: esquinas redondeadas 331">
            <a:extLst>
              <a:ext uri="{FF2B5EF4-FFF2-40B4-BE49-F238E27FC236}">
                <a16:creationId xmlns:a16="http://schemas.microsoft.com/office/drawing/2014/main" id="{464B0513-6F9B-5BD2-3339-B67953922100}"/>
              </a:ext>
            </a:extLst>
          </p:cNvPr>
          <p:cNvSpPr/>
          <p:nvPr/>
        </p:nvSpPr>
        <p:spPr>
          <a:xfrm>
            <a:off x="789951" y="4663663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3E9E349D-30B8-0C01-B0F6-C03A0BCBC6F2}"/>
              </a:ext>
            </a:extLst>
          </p:cNvPr>
          <p:cNvSpPr/>
          <p:nvPr/>
        </p:nvSpPr>
        <p:spPr>
          <a:xfrm>
            <a:off x="789905" y="4715786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4" name="Rectángulo: esquinas redondeadas 333">
            <a:extLst>
              <a:ext uri="{FF2B5EF4-FFF2-40B4-BE49-F238E27FC236}">
                <a16:creationId xmlns:a16="http://schemas.microsoft.com/office/drawing/2014/main" id="{C7BCE73E-F0B7-0202-832D-E02671F745A9}"/>
              </a:ext>
            </a:extLst>
          </p:cNvPr>
          <p:cNvSpPr/>
          <p:nvPr/>
        </p:nvSpPr>
        <p:spPr>
          <a:xfrm>
            <a:off x="823243" y="4670942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5" name="Elipse 334">
            <a:extLst>
              <a:ext uri="{FF2B5EF4-FFF2-40B4-BE49-F238E27FC236}">
                <a16:creationId xmlns:a16="http://schemas.microsoft.com/office/drawing/2014/main" id="{1949DD9E-490E-0615-46B2-FF9B63D3595E}"/>
              </a:ext>
            </a:extLst>
          </p:cNvPr>
          <p:cNvSpPr/>
          <p:nvPr/>
        </p:nvSpPr>
        <p:spPr>
          <a:xfrm>
            <a:off x="770911" y="4485726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6" name="Elipse 335">
            <a:extLst>
              <a:ext uri="{FF2B5EF4-FFF2-40B4-BE49-F238E27FC236}">
                <a16:creationId xmlns:a16="http://schemas.microsoft.com/office/drawing/2014/main" id="{24632E42-A76F-1F47-7E36-1325C0A81D5A}"/>
              </a:ext>
            </a:extLst>
          </p:cNvPr>
          <p:cNvSpPr/>
          <p:nvPr/>
        </p:nvSpPr>
        <p:spPr>
          <a:xfrm rot="872776">
            <a:off x="837705" y="446419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1D3BB4F-18E8-7241-B2F7-A6B674D9AFB7}"/>
              </a:ext>
            </a:extLst>
          </p:cNvPr>
          <p:cNvCxnSpPr>
            <a:cxnSpLocks/>
          </p:cNvCxnSpPr>
          <p:nvPr/>
        </p:nvCxnSpPr>
        <p:spPr>
          <a:xfrm>
            <a:off x="825673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6A8007E5-E53E-719A-1AC4-180A71E228A4}"/>
              </a:ext>
            </a:extLst>
          </p:cNvPr>
          <p:cNvCxnSpPr>
            <a:cxnSpLocks/>
          </p:cNvCxnSpPr>
          <p:nvPr/>
        </p:nvCxnSpPr>
        <p:spPr>
          <a:xfrm flipV="1">
            <a:off x="874911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Elipse 338">
            <a:extLst>
              <a:ext uri="{FF2B5EF4-FFF2-40B4-BE49-F238E27FC236}">
                <a16:creationId xmlns:a16="http://schemas.microsoft.com/office/drawing/2014/main" id="{67B6A088-150C-675B-26B2-1E1D3A3FCD27}"/>
              </a:ext>
            </a:extLst>
          </p:cNvPr>
          <p:cNvSpPr/>
          <p:nvPr/>
        </p:nvSpPr>
        <p:spPr>
          <a:xfrm rot="19333876">
            <a:off x="757246" y="447745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C44289B0-E8F4-2417-0B7E-E5E8C9A45D5B}"/>
              </a:ext>
            </a:extLst>
          </p:cNvPr>
          <p:cNvCxnSpPr>
            <a:cxnSpLocks/>
          </p:cNvCxnSpPr>
          <p:nvPr/>
        </p:nvCxnSpPr>
        <p:spPr>
          <a:xfrm>
            <a:off x="845320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Rectángulo: esquinas redondeadas 340">
            <a:extLst>
              <a:ext uri="{FF2B5EF4-FFF2-40B4-BE49-F238E27FC236}">
                <a16:creationId xmlns:a16="http://schemas.microsoft.com/office/drawing/2014/main" id="{3A28D072-454C-979A-9DFB-446E4F70599F}"/>
              </a:ext>
            </a:extLst>
          </p:cNvPr>
          <p:cNvSpPr/>
          <p:nvPr/>
        </p:nvSpPr>
        <p:spPr>
          <a:xfrm>
            <a:off x="362043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2" name="Rectángulo 341">
            <a:extLst>
              <a:ext uri="{FF2B5EF4-FFF2-40B4-BE49-F238E27FC236}">
                <a16:creationId xmlns:a16="http://schemas.microsoft.com/office/drawing/2014/main" id="{CC30C143-2C52-CD5C-B950-D7A0B641381A}"/>
              </a:ext>
            </a:extLst>
          </p:cNvPr>
          <p:cNvSpPr/>
          <p:nvPr/>
        </p:nvSpPr>
        <p:spPr>
          <a:xfrm>
            <a:off x="361997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3" name="Rectángulo: esquinas redondeadas 342">
            <a:extLst>
              <a:ext uri="{FF2B5EF4-FFF2-40B4-BE49-F238E27FC236}">
                <a16:creationId xmlns:a16="http://schemas.microsoft.com/office/drawing/2014/main" id="{25CE6516-9CF2-9304-8B8D-8903CC5ADA1B}"/>
              </a:ext>
            </a:extLst>
          </p:cNvPr>
          <p:cNvSpPr/>
          <p:nvPr/>
        </p:nvSpPr>
        <p:spPr>
          <a:xfrm>
            <a:off x="395335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4" name="Elipse 343">
            <a:extLst>
              <a:ext uri="{FF2B5EF4-FFF2-40B4-BE49-F238E27FC236}">
                <a16:creationId xmlns:a16="http://schemas.microsoft.com/office/drawing/2014/main" id="{9CE61C70-6FD2-0E3A-C5D8-6BA111368C20}"/>
              </a:ext>
            </a:extLst>
          </p:cNvPr>
          <p:cNvSpPr/>
          <p:nvPr/>
        </p:nvSpPr>
        <p:spPr>
          <a:xfrm>
            <a:off x="343003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5" name="Elipse 344">
            <a:extLst>
              <a:ext uri="{FF2B5EF4-FFF2-40B4-BE49-F238E27FC236}">
                <a16:creationId xmlns:a16="http://schemas.microsoft.com/office/drawing/2014/main" id="{B5F04D13-553D-AD55-455B-B6E3CA9CE641}"/>
              </a:ext>
            </a:extLst>
          </p:cNvPr>
          <p:cNvSpPr/>
          <p:nvPr/>
        </p:nvSpPr>
        <p:spPr>
          <a:xfrm rot="872776">
            <a:off x="409797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668FED6-D2E5-F49A-40AC-2FA68035B398}"/>
              </a:ext>
            </a:extLst>
          </p:cNvPr>
          <p:cNvCxnSpPr>
            <a:cxnSpLocks/>
          </p:cNvCxnSpPr>
          <p:nvPr/>
        </p:nvCxnSpPr>
        <p:spPr>
          <a:xfrm>
            <a:off x="397765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8C845133-98FB-DC19-A111-7866E53FD732}"/>
              </a:ext>
            </a:extLst>
          </p:cNvPr>
          <p:cNvCxnSpPr>
            <a:cxnSpLocks/>
          </p:cNvCxnSpPr>
          <p:nvPr/>
        </p:nvCxnSpPr>
        <p:spPr>
          <a:xfrm flipV="1">
            <a:off x="447003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Elipse 347">
            <a:extLst>
              <a:ext uri="{FF2B5EF4-FFF2-40B4-BE49-F238E27FC236}">
                <a16:creationId xmlns:a16="http://schemas.microsoft.com/office/drawing/2014/main" id="{726CEEEA-812E-6289-9266-729B8827B3AA}"/>
              </a:ext>
            </a:extLst>
          </p:cNvPr>
          <p:cNvSpPr/>
          <p:nvPr/>
        </p:nvSpPr>
        <p:spPr>
          <a:xfrm rot="19333876">
            <a:off x="329338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E2C8DA46-9211-453B-B296-327B7322059A}"/>
              </a:ext>
            </a:extLst>
          </p:cNvPr>
          <p:cNvCxnSpPr>
            <a:cxnSpLocks/>
          </p:cNvCxnSpPr>
          <p:nvPr/>
        </p:nvCxnSpPr>
        <p:spPr>
          <a:xfrm>
            <a:off x="417412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ángulo: esquinas redondeadas 349">
            <a:extLst>
              <a:ext uri="{FF2B5EF4-FFF2-40B4-BE49-F238E27FC236}">
                <a16:creationId xmlns:a16="http://schemas.microsoft.com/office/drawing/2014/main" id="{5C4118F2-F8BD-9F1B-542D-DC6B32A30695}"/>
              </a:ext>
            </a:extLst>
          </p:cNvPr>
          <p:cNvSpPr/>
          <p:nvPr/>
        </p:nvSpPr>
        <p:spPr>
          <a:xfrm>
            <a:off x="1748658" y="4650016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1" name="Rectángulo 350">
            <a:extLst>
              <a:ext uri="{FF2B5EF4-FFF2-40B4-BE49-F238E27FC236}">
                <a16:creationId xmlns:a16="http://schemas.microsoft.com/office/drawing/2014/main" id="{30223917-2203-DF63-EBCE-7A94D0780852}"/>
              </a:ext>
            </a:extLst>
          </p:cNvPr>
          <p:cNvSpPr/>
          <p:nvPr/>
        </p:nvSpPr>
        <p:spPr>
          <a:xfrm>
            <a:off x="1748612" y="4702139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2" name="Rectángulo: esquinas redondeadas 351">
            <a:extLst>
              <a:ext uri="{FF2B5EF4-FFF2-40B4-BE49-F238E27FC236}">
                <a16:creationId xmlns:a16="http://schemas.microsoft.com/office/drawing/2014/main" id="{9B6ED5CC-0347-4039-1B04-34BD54DFC7A5}"/>
              </a:ext>
            </a:extLst>
          </p:cNvPr>
          <p:cNvSpPr/>
          <p:nvPr/>
        </p:nvSpPr>
        <p:spPr>
          <a:xfrm>
            <a:off x="1781950" y="4657295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3CDC268E-BEEE-29AF-8F21-7A8AD7AF6366}"/>
              </a:ext>
            </a:extLst>
          </p:cNvPr>
          <p:cNvSpPr/>
          <p:nvPr/>
        </p:nvSpPr>
        <p:spPr>
          <a:xfrm>
            <a:off x="1729618" y="4472079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54" name="Conector recto 353">
            <a:extLst>
              <a:ext uri="{FF2B5EF4-FFF2-40B4-BE49-F238E27FC236}">
                <a16:creationId xmlns:a16="http://schemas.microsoft.com/office/drawing/2014/main" id="{439DC251-21AC-F76D-3AD7-30A027AEFD26}"/>
              </a:ext>
            </a:extLst>
          </p:cNvPr>
          <p:cNvCxnSpPr>
            <a:cxnSpLocks/>
          </p:cNvCxnSpPr>
          <p:nvPr/>
        </p:nvCxnSpPr>
        <p:spPr>
          <a:xfrm>
            <a:off x="1784380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63067FD3-553A-793C-4988-83E20CC059C2}"/>
              </a:ext>
            </a:extLst>
          </p:cNvPr>
          <p:cNvCxnSpPr>
            <a:cxnSpLocks/>
          </p:cNvCxnSpPr>
          <p:nvPr/>
        </p:nvCxnSpPr>
        <p:spPr>
          <a:xfrm flipV="1">
            <a:off x="1833618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865A6FE5-F027-8B22-213E-8ACAA0BEB97A}"/>
              </a:ext>
            </a:extLst>
          </p:cNvPr>
          <p:cNvCxnSpPr>
            <a:cxnSpLocks/>
          </p:cNvCxnSpPr>
          <p:nvPr/>
        </p:nvCxnSpPr>
        <p:spPr>
          <a:xfrm>
            <a:off x="1804027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Rectángulo: esquinas redondeadas 356">
            <a:extLst>
              <a:ext uri="{FF2B5EF4-FFF2-40B4-BE49-F238E27FC236}">
                <a16:creationId xmlns:a16="http://schemas.microsoft.com/office/drawing/2014/main" id="{97852469-4BB0-19B1-2CFE-084833442D89}"/>
              </a:ext>
            </a:extLst>
          </p:cNvPr>
          <p:cNvSpPr/>
          <p:nvPr/>
        </p:nvSpPr>
        <p:spPr>
          <a:xfrm>
            <a:off x="2029827" y="4663663"/>
            <a:ext cx="165953" cy="163517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8" name="Rectángulo 357">
            <a:extLst>
              <a:ext uri="{FF2B5EF4-FFF2-40B4-BE49-F238E27FC236}">
                <a16:creationId xmlns:a16="http://schemas.microsoft.com/office/drawing/2014/main" id="{9D33CDB7-8C02-F30E-CD54-0B500771A69E}"/>
              </a:ext>
            </a:extLst>
          </p:cNvPr>
          <p:cNvSpPr/>
          <p:nvPr/>
        </p:nvSpPr>
        <p:spPr>
          <a:xfrm>
            <a:off x="2029781" y="4715786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9" name="Rectángulo: esquinas redondeadas 358">
            <a:extLst>
              <a:ext uri="{FF2B5EF4-FFF2-40B4-BE49-F238E27FC236}">
                <a16:creationId xmlns:a16="http://schemas.microsoft.com/office/drawing/2014/main" id="{844F0A9B-3873-65E9-0E08-4DB5762904BC}"/>
              </a:ext>
            </a:extLst>
          </p:cNvPr>
          <p:cNvSpPr/>
          <p:nvPr/>
        </p:nvSpPr>
        <p:spPr>
          <a:xfrm>
            <a:off x="2063119" y="4670942"/>
            <a:ext cx="104775" cy="165600"/>
          </a:xfrm>
          <a:prstGeom prst="roundRect">
            <a:avLst/>
          </a:prstGeom>
          <a:solidFill>
            <a:srgbClr val="860404"/>
          </a:solidFill>
          <a:ln>
            <a:solidFill>
              <a:srgbClr val="860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0" name="Elipse 359">
            <a:extLst>
              <a:ext uri="{FF2B5EF4-FFF2-40B4-BE49-F238E27FC236}">
                <a16:creationId xmlns:a16="http://schemas.microsoft.com/office/drawing/2014/main" id="{8BCD52FF-6E68-B23C-DCB8-1BD32F079A4E}"/>
              </a:ext>
            </a:extLst>
          </p:cNvPr>
          <p:cNvSpPr/>
          <p:nvPr/>
        </p:nvSpPr>
        <p:spPr>
          <a:xfrm>
            <a:off x="2010787" y="4485726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4D15011-7AB3-8C14-6803-1F9F86359237}"/>
              </a:ext>
            </a:extLst>
          </p:cNvPr>
          <p:cNvCxnSpPr>
            <a:cxnSpLocks/>
          </p:cNvCxnSpPr>
          <p:nvPr/>
        </p:nvCxnSpPr>
        <p:spPr>
          <a:xfrm>
            <a:off x="2065549" y="457080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361">
            <a:extLst>
              <a:ext uri="{FF2B5EF4-FFF2-40B4-BE49-F238E27FC236}">
                <a16:creationId xmlns:a16="http://schemas.microsoft.com/office/drawing/2014/main" id="{5A7BA930-F828-B7C8-5B75-3D5B0C9DE1F4}"/>
              </a:ext>
            </a:extLst>
          </p:cNvPr>
          <p:cNvCxnSpPr>
            <a:cxnSpLocks/>
          </p:cNvCxnSpPr>
          <p:nvPr/>
        </p:nvCxnSpPr>
        <p:spPr>
          <a:xfrm flipV="1">
            <a:off x="2114787" y="457080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4B031355-A5EF-34EF-D46E-717343DB469C}"/>
              </a:ext>
            </a:extLst>
          </p:cNvPr>
          <p:cNvCxnSpPr>
            <a:cxnSpLocks/>
          </p:cNvCxnSpPr>
          <p:nvPr/>
        </p:nvCxnSpPr>
        <p:spPr>
          <a:xfrm>
            <a:off x="2085196" y="465573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ángulo: esquinas redondeadas 363">
            <a:extLst>
              <a:ext uri="{FF2B5EF4-FFF2-40B4-BE49-F238E27FC236}">
                <a16:creationId xmlns:a16="http://schemas.microsoft.com/office/drawing/2014/main" id="{45F7D1D1-D472-DB74-EB35-D5DBB776202D}"/>
              </a:ext>
            </a:extLst>
          </p:cNvPr>
          <p:cNvSpPr/>
          <p:nvPr/>
        </p:nvSpPr>
        <p:spPr>
          <a:xfrm>
            <a:off x="6828169" y="4656384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EDAA1261-2456-133F-BB52-07024AF5A1D2}"/>
              </a:ext>
            </a:extLst>
          </p:cNvPr>
          <p:cNvSpPr/>
          <p:nvPr/>
        </p:nvSpPr>
        <p:spPr>
          <a:xfrm>
            <a:off x="6828123" y="4708507"/>
            <a:ext cx="166688" cy="121444"/>
          </a:xfrm>
          <a:prstGeom prst="rect">
            <a:avLst/>
          </a:prstGeom>
          <a:solidFill>
            <a:srgbClr val="91744A"/>
          </a:solidFill>
          <a:ln>
            <a:solidFill>
              <a:srgbClr val="91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6" name="Rectángulo: esquinas redondeadas 365">
            <a:extLst>
              <a:ext uri="{FF2B5EF4-FFF2-40B4-BE49-F238E27FC236}">
                <a16:creationId xmlns:a16="http://schemas.microsoft.com/office/drawing/2014/main" id="{8EF71C8C-C673-104E-9B13-CCC232133295}"/>
              </a:ext>
            </a:extLst>
          </p:cNvPr>
          <p:cNvSpPr/>
          <p:nvPr/>
        </p:nvSpPr>
        <p:spPr>
          <a:xfrm>
            <a:off x="6861461" y="4663663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3" name="Rectángulo: esquinas redondeadas 372">
            <a:extLst>
              <a:ext uri="{FF2B5EF4-FFF2-40B4-BE49-F238E27FC236}">
                <a16:creationId xmlns:a16="http://schemas.microsoft.com/office/drawing/2014/main" id="{5ADEF521-D4C2-1EB0-D06E-93771AE62B94}"/>
              </a:ext>
            </a:extLst>
          </p:cNvPr>
          <p:cNvSpPr/>
          <p:nvPr/>
        </p:nvSpPr>
        <p:spPr>
          <a:xfrm>
            <a:off x="7106343" y="4662975"/>
            <a:ext cx="165953" cy="163517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4" name="Rectángulo 373">
            <a:extLst>
              <a:ext uri="{FF2B5EF4-FFF2-40B4-BE49-F238E27FC236}">
                <a16:creationId xmlns:a16="http://schemas.microsoft.com/office/drawing/2014/main" id="{B4B19BC6-C570-37D6-07E4-24E8D8E4C96B}"/>
              </a:ext>
            </a:extLst>
          </p:cNvPr>
          <p:cNvSpPr/>
          <p:nvPr/>
        </p:nvSpPr>
        <p:spPr>
          <a:xfrm>
            <a:off x="7106297" y="471509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5" name="Rectángulo: esquinas redondeadas 374">
            <a:extLst>
              <a:ext uri="{FF2B5EF4-FFF2-40B4-BE49-F238E27FC236}">
                <a16:creationId xmlns:a16="http://schemas.microsoft.com/office/drawing/2014/main" id="{E16542A9-5608-1A49-3515-071C82425284}"/>
              </a:ext>
            </a:extLst>
          </p:cNvPr>
          <p:cNvSpPr/>
          <p:nvPr/>
        </p:nvSpPr>
        <p:spPr>
          <a:xfrm>
            <a:off x="7139635" y="4670254"/>
            <a:ext cx="104775" cy="165600"/>
          </a:xfrm>
          <a:prstGeom prst="roundRect">
            <a:avLst/>
          </a:prstGeom>
          <a:solidFill>
            <a:srgbClr val="3A1236"/>
          </a:solidFill>
          <a:ln>
            <a:solidFill>
              <a:srgbClr val="3A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Rectángulo 381">
            <a:extLst>
              <a:ext uri="{FF2B5EF4-FFF2-40B4-BE49-F238E27FC236}">
                <a16:creationId xmlns:a16="http://schemas.microsoft.com/office/drawing/2014/main" id="{554AEC8C-4FE8-243A-9A18-86DB8363AEE7}"/>
              </a:ext>
            </a:extLst>
          </p:cNvPr>
          <p:cNvSpPr/>
          <p:nvPr/>
        </p:nvSpPr>
        <p:spPr>
          <a:xfrm>
            <a:off x="6669422" y="4751271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Rectángulo: esquinas redondeadas 382">
            <a:extLst>
              <a:ext uri="{FF2B5EF4-FFF2-40B4-BE49-F238E27FC236}">
                <a16:creationId xmlns:a16="http://schemas.microsoft.com/office/drawing/2014/main" id="{EA8DD0E9-FF6B-0B19-059B-38FF2D77468C}"/>
              </a:ext>
            </a:extLst>
          </p:cNvPr>
          <p:cNvSpPr/>
          <p:nvPr/>
        </p:nvSpPr>
        <p:spPr>
          <a:xfrm>
            <a:off x="6696181" y="4884723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0" name="Rectángulo 639">
            <a:extLst>
              <a:ext uri="{FF2B5EF4-FFF2-40B4-BE49-F238E27FC236}">
                <a16:creationId xmlns:a16="http://schemas.microsoft.com/office/drawing/2014/main" id="{ADB9A04C-C374-AB68-D3BE-201F93479DB7}"/>
              </a:ext>
            </a:extLst>
          </p:cNvPr>
          <p:cNvSpPr/>
          <p:nvPr/>
        </p:nvSpPr>
        <p:spPr>
          <a:xfrm>
            <a:off x="6696135" y="493684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1" name="Rectángulo: esquinas redondeadas 640">
            <a:extLst>
              <a:ext uri="{FF2B5EF4-FFF2-40B4-BE49-F238E27FC236}">
                <a16:creationId xmlns:a16="http://schemas.microsoft.com/office/drawing/2014/main" id="{625206C6-6541-2757-F0BC-591925BB8951}"/>
              </a:ext>
            </a:extLst>
          </p:cNvPr>
          <p:cNvSpPr/>
          <p:nvPr/>
        </p:nvSpPr>
        <p:spPr>
          <a:xfrm>
            <a:off x="6729473" y="4892002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2" name="Elipse 641">
            <a:extLst>
              <a:ext uri="{FF2B5EF4-FFF2-40B4-BE49-F238E27FC236}">
                <a16:creationId xmlns:a16="http://schemas.microsoft.com/office/drawing/2014/main" id="{763F9379-EF2B-B30D-AD4C-713CB150C4C1}"/>
              </a:ext>
            </a:extLst>
          </p:cNvPr>
          <p:cNvSpPr/>
          <p:nvPr/>
        </p:nvSpPr>
        <p:spPr>
          <a:xfrm>
            <a:off x="6677141" y="470678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3" name="Elipse 642">
            <a:extLst>
              <a:ext uri="{FF2B5EF4-FFF2-40B4-BE49-F238E27FC236}">
                <a16:creationId xmlns:a16="http://schemas.microsoft.com/office/drawing/2014/main" id="{A2140C25-0ABA-E3CC-96C0-EB08BAF51C0C}"/>
              </a:ext>
            </a:extLst>
          </p:cNvPr>
          <p:cNvSpPr/>
          <p:nvPr/>
        </p:nvSpPr>
        <p:spPr>
          <a:xfrm rot="872776">
            <a:off x="6743935" y="4685253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727A822F-9F4D-EAB6-A86A-C76269D1B4E0}"/>
              </a:ext>
            </a:extLst>
          </p:cNvPr>
          <p:cNvCxnSpPr>
            <a:cxnSpLocks/>
          </p:cNvCxnSpPr>
          <p:nvPr/>
        </p:nvCxnSpPr>
        <p:spPr>
          <a:xfrm>
            <a:off x="6731903" y="479186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onector recto 644">
            <a:extLst>
              <a:ext uri="{FF2B5EF4-FFF2-40B4-BE49-F238E27FC236}">
                <a16:creationId xmlns:a16="http://schemas.microsoft.com/office/drawing/2014/main" id="{DFAD64CD-FFF0-E9CA-BC6B-B36C8B85B53C}"/>
              </a:ext>
            </a:extLst>
          </p:cNvPr>
          <p:cNvCxnSpPr>
            <a:cxnSpLocks/>
          </p:cNvCxnSpPr>
          <p:nvPr/>
        </p:nvCxnSpPr>
        <p:spPr>
          <a:xfrm flipV="1">
            <a:off x="6781141" y="479186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Elipse 645">
            <a:extLst>
              <a:ext uri="{FF2B5EF4-FFF2-40B4-BE49-F238E27FC236}">
                <a16:creationId xmlns:a16="http://schemas.microsoft.com/office/drawing/2014/main" id="{4F9CD0CB-1F37-3641-38E0-3ADB75D36EDD}"/>
              </a:ext>
            </a:extLst>
          </p:cNvPr>
          <p:cNvSpPr/>
          <p:nvPr/>
        </p:nvSpPr>
        <p:spPr>
          <a:xfrm rot="19333876">
            <a:off x="6663476" y="4698514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7" name="Conector recto 646">
            <a:extLst>
              <a:ext uri="{FF2B5EF4-FFF2-40B4-BE49-F238E27FC236}">
                <a16:creationId xmlns:a16="http://schemas.microsoft.com/office/drawing/2014/main" id="{92A0EC3A-3B53-8AA2-8352-B28C11115DC3}"/>
              </a:ext>
            </a:extLst>
          </p:cNvPr>
          <p:cNvCxnSpPr>
            <a:cxnSpLocks/>
          </p:cNvCxnSpPr>
          <p:nvPr/>
        </p:nvCxnSpPr>
        <p:spPr>
          <a:xfrm>
            <a:off x="6751550" y="487679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Rectángulo 647">
            <a:extLst>
              <a:ext uri="{FF2B5EF4-FFF2-40B4-BE49-F238E27FC236}">
                <a16:creationId xmlns:a16="http://schemas.microsoft.com/office/drawing/2014/main" id="{DC692A8C-1152-E3FE-1CE3-B767D5DC1088}"/>
              </a:ext>
            </a:extLst>
          </p:cNvPr>
          <p:cNvSpPr/>
          <p:nvPr/>
        </p:nvSpPr>
        <p:spPr>
          <a:xfrm>
            <a:off x="5565767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9" name="Rectángulo: esquinas redondeadas 648">
            <a:extLst>
              <a:ext uri="{FF2B5EF4-FFF2-40B4-BE49-F238E27FC236}">
                <a16:creationId xmlns:a16="http://schemas.microsoft.com/office/drawing/2014/main" id="{3928C41A-0A2B-BCDC-049B-396E54B2243E}"/>
              </a:ext>
            </a:extLst>
          </p:cNvPr>
          <p:cNvSpPr/>
          <p:nvPr/>
        </p:nvSpPr>
        <p:spPr>
          <a:xfrm>
            <a:off x="5592526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0" name="Rectángulo 649">
            <a:extLst>
              <a:ext uri="{FF2B5EF4-FFF2-40B4-BE49-F238E27FC236}">
                <a16:creationId xmlns:a16="http://schemas.microsoft.com/office/drawing/2014/main" id="{BA4C11A7-97B2-EE38-240B-080BE527FEE6}"/>
              </a:ext>
            </a:extLst>
          </p:cNvPr>
          <p:cNvSpPr/>
          <p:nvPr/>
        </p:nvSpPr>
        <p:spPr>
          <a:xfrm>
            <a:off x="5592480" y="4937738"/>
            <a:ext cx="166688" cy="121444"/>
          </a:xfrm>
          <a:prstGeom prst="rect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1" name="Rectángulo: esquinas redondeadas 650">
            <a:extLst>
              <a:ext uri="{FF2B5EF4-FFF2-40B4-BE49-F238E27FC236}">
                <a16:creationId xmlns:a16="http://schemas.microsoft.com/office/drawing/2014/main" id="{C2AACB66-F9A5-EAC8-241C-9F87985AF068}"/>
              </a:ext>
            </a:extLst>
          </p:cNvPr>
          <p:cNvSpPr/>
          <p:nvPr/>
        </p:nvSpPr>
        <p:spPr>
          <a:xfrm>
            <a:off x="5625818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2" name="Elipse 651">
            <a:extLst>
              <a:ext uri="{FF2B5EF4-FFF2-40B4-BE49-F238E27FC236}">
                <a16:creationId xmlns:a16="http://schemas.microsoft.com/office/drawing/2014/main" id="{CD2EEBEA-75F1-035F-A021-A1FC0E1FA6A9}"/>
              </a:ext>
            </a:extLst>
          </p:cNvPr>
          <p:cNvSpPr/>
          <p:nvPr/>
        </p:nvSpPr>
        <p:spPr>
          <a:xfrm>
            <a:off x="5573486" y="4707678"/>
            <a:ext cx="209551" cy="198175"/>
          </a:xfrm>
          <a:prstGeom prst="ellipse">
            <a:avLst/>
          </a:prstGeom>
          <a:solidFill>
            <a:srgbClr val="92764C"/>
          </a:solidFill>
          <a:ln>
            <a:solidFill>
              <a:srgbClr val="9276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3" name="Elipse 652">
            <a:extLst>
              <a:ext uri="{FF2B5EF4-FFF2-40B4-BE49-F238E27FC236}">
                <a16:creationId xmlns:a16="http://schemas.microsoft.com/office/drawing/2014/main" id="{F18E9B2D-0CEB-8B54-A890-DD08BE99CF5A}"/>
              </a:ext>
            </a:extLst>
          </p:cNvPr>
          <p:cNvSpPr/>
          <p:nvPr/>
        </p:nvSpPr>
        <p:spPr>
          <a:xfrm rot="872776">
            <a:off x="5640280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4" name="Conector recto 653">
            <a:extLst>
              <a:ext uri="{FF2B5EF4-FFF2-40B4-BE49-F238E27FC236}">
                <a16:creationId xmlns:a16="http://schemas.microsoft.com/office/drawing/2014/main" id="{80787589-16F6-7856-6DFC-D01D64E391FF}"/>
              </a:ext>
            </a:extLst>
          </p:cNvPr>
          <p:cNvCxnSpPr>
            <a:cxnSpLocks/>
          </p:cNvCxnSpPr>
          <p:nvPr/>
        </p:nvCxnSpPr>
        <p:spPr>
          <a:xfrm>
            <a:off x="5628248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ector recto 654">
            <a:extLst>
              <a:ext uri="{FF2B5EF4-FFF2-40B4-BE49-F238E27FC236}">
                <a16:creationId xmlns:a16="http://schemas.microsoft.com/office/drawing/2014/main" id="{70589DE6-B5B7-F476-8DAB-4CD771B0AC52}"/>
              </a:ext>
            </a:extLst>
          </p:cNvPr>
          <p:cNvCxnSpPr>
            <a:cxnSpLocks/>
          </p:cNvCxnSpPr>
          <p:nvPr/>
        </p:nvCxnSpPr>
        <p:spPr>
          <a:xfrm flipV="1">
            <a:off x="5677486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Elipse 655">
            <a:extLst>
              <a:ext uri="{FF2B5EF4-FFF2-40B4-BE49-F238E27FC236}">
                <a16:creationId xmlns:a16="http://schemas.microsoft.com/office/drawing/2014/main" id="{EE0F1315-70D5-D380-5CC0-B3C5BC12F7C7}"/>
              </a:ext>
            </a:extLst>
          </p:cNvPr>
          <p:cNvSpPr/>
          <p:nvPr/>
        </p:nvSpPr>
        <p:spPr>
          <a:xfrm rot="19333876">
            <a:off x="5559821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7" name="Conector recto 656">
            <a:extLst>
              <a:ext uri="{FF2B5EF4-FFF2-40B4-BE49-F238E27FC236}">
                <a16:creationId xmlns:a16="http://schemas.microsoft.com/office/drawing/2014/main" id="{91A9E885-50BB-43AD-C2D3-C29972545DBF}"/>
              </a:ext>
            </a:extLst>
          </p:cNvPr>
          <p:cNvCxnSpPr>
            <a:cxnSpLocks/>
          </p:cNvCxnSpPr>
          <p:nvPr/>
        </p:nvCxnSpPr>
        <p:spPr>
          <a:xfrm>
            <a:off x="5647895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8" name="Rectángulo 657">
            <a:extLst>
              <a:ext uri="{FF2B5EF4-FFF2-40B4-BE49-F238E27FC236}">
                <a16:creationId xmlns:a16="http://schemas.microsoft.com/office/drawing/2014/main" id="{7D21364F-48C1-122B-57D8-65904F7C6F2B}"/>
              </a:ext>
            </a:extLst>
          </p:cNvPr>
          <p:cNvSpPr/>
          <p:nvPr/>
        </p:nvSpPr>
        <p:spPr>
          <a:xfrm>
            <a:off x="2480240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9" name="Rectángulo: esquinas redondeadas 658">
            <a:extLst>
              <a:ext uri="{FF2B5EF4-FFF2-40B4-BE49-F238E27FC236}">
                <a16:creationId xmlns:a16="http://schemas.microsoft.com/office/drawing/2014/main" id="{7942F000-EF00-2823-E019-F13741C8FC4A}"/>
              </a:ext>
            </a:extLst>
          </p:cNvPr>
          <p:cNvSpPr/>
          <p:nvPr/>
        </p:nvSpPr>
        <p:spPr>
          <a:xfrm>
            <a:off x="2506999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0" name="Rectángulo 659">
            <a:extLst>
              <a:ext uri="{FF2B5EF4-FFF2-40B4-BE49-F238E27FC236}">
                <a16:creationId xmlns:a16="http://schemas.microsoft.com/office/drawing/2014/main" id="{2B880562-CB47-797D-BB27-A8DCDC3AA832}"/>
              </a:ext>
            </a:extLst>
          </p:cNvPr>
          <p:cNvSpPr/>
          <p:nvPr/>
        </p:nvSpPr>
        <p:spPr>
          <a:xfrm>
            <a:off x="2506953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1" name="Rectángulo: esquinas redondeadas 660">
            <a:extLst>
              <a:ext uri="{FF2B5EF4-FFF2-40B4-BE49-F238E27FC236}">
                <a16:creationId xmlns:a16="http://schemas.microsoft.com/office/drawing/2014/main" id="{496AB01B-50EC-7FA9-C991-B4C94FF6E5FD}"/>
              </a:ext>
            </a:extLst>
          </p:cNvPr>
          <p:cNvSpPr/>
          <p:nvPr/>
        </p:nvSpPr>
        <p:spPr>
          <a:xfrm>
            <a:off x="2540291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2" name="Elipse 661">
            <a:extLst>
              <a:ext uri="{FF2B5EF4-FFF2-40B4-BE49-F238E27FC236}">
                <a16:creationId xmlns:a16="http://schemas.microsoft.com/office/drawing/2014/main" id="{6078CD29-5BD8-B1A5-1173-00B1FEE0B654}"/>
              </a:ext>
            </a:extLst>
          </p:cNvPr>
          <p:cNvSpPr/>
          <p:nvPr/>
        </p:nvSpPr>
        <p:spPr>
          <a:xfrm>
            <a:off x="2487959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3" name="Elipse 662">
            <a:extLst>
              <a:ext uri="{FF2B5EF4-FFF2-40B4-BE49-F238E27FC236}">
                <a16:creationId xmlns:a16="http://schemas.microsoft.com/office/drawing/2014/main" id="{C48479DA-E021-80D5-F404-72AD9CB2429A}"/>
              </a:ext>
            </a:extLst>
          </p:cNvPr>
          <p:cNvSpPr/>
          <p:nvPr/>
        </p:nvSpPr>
        <p:spPr>
          <a:xfrm rot="872776">
            <a:off x="2554753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4" name="Conector recto 663">
            <a:extLst>
              <a:ext uri="{FF2B5EF4-FFF2-40B4-BE49-F238E27FC236}">
                <a16:creationId xmlns:a16="http://schemas.microsoft.com/office/drawing/2014/main" id="{286ABB6C-AD35-1175-CC01-98FCA949EABB}"/>
              </a:ext>
            </a:extLst>
          </p:cNvPr>
          <p:cNvCxnSpPr>
            <a:cxnSpLocks/>
          </p:cNvCxnSpPr>
          <p:nvPr/>
        </p:nvCxnSpPr>
        <p:spPr>
          <a:xfrm>
            <a:off x="2542721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2FEC76B9-4816-53F0-09DC-1FFC3B2E6918}"/>
              </a:ext>
            </a:extLst>
          </p:cNvPr>
          <p:cNvCxnSpPr>
            <a:cxnSpLocks/>
          </p:cNvCxnSpPr>
          <p:nvPr/>
        </p:nvCxnSpPr>
        <p:spPr>
          <a:xfrm flipV="1">
            <a:off x="2591959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6" name="Elipse 665">
            <a:extLst>
              <a:ext uri="{FF2B5EF4-FFF2-40B4-BE49-F238E27FC236}">
                <a16:creationId xmlns:a16="http://schemas.microsoft.com/office/drawing/2014/main" id="{B3607FF8-93FF-0A4F-3519-E30474E33673}"/>
              </a:ext>
            </a:extLst>
          </p:cNvPr>
          <p:cNvSpPr/>
          <p:nvPr/>
        </p:nvSpPr>
        <p:spPr>
          <a:xfrm rot="19333876">
            <a:off x="2474294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67" name="Conector recto 666">
            <a:extLst>
              <a:ext uri="{FF2B5EF4-FFF2-40B4-BE49-F238E27FC236}">
                <a16:creationId xmlns:a16="http://schemas.microsoft.com/office/drawing/2014/main" id="{DAA50BC5-2FB8-F00E-1E4B-3FF83F3121AE}"/>
              </a:ext>
            </a:extLst>
          </p:cNvPr>
          <p:cNvCxnSpPr>
            <a:cxnSpLocks/>
          </p:cNvCxnSpPr>
          <p:nvPr/>
        </p:nvCxnSpPr>
        <p:spPr>
          <a:xfrm>
            <a:off x="2562368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Rectángulo 667">
            <a:extLst>
              <a:ext uri="{FF2B5EF4-FFF2-40B4-BE49-F238E27FC236}">
                <a16:creationId xmlns:a16="http://schemas.microsoft.com/office/drawing/2014/main" id="{08A7BE05-BC4E-176E-008E-74DB62407E30}"/>
              </a:ext>
            </a:extLst>
          </p:cNvPr>
          <p:cNvSpPr/>
          <p:nvPr/>
        </p:nvSpPr>
        <p:spPr>
          <a:xfrm>
            <a:off x="9679649" y="4971238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9" name="Rectángulo: esquinas redondeadas 668">
            <a:extLst>
              <a:ext uri="{FF2B5EF4-FFF2-40B4-BE49-F238E27FC236}">
                <a16:creationId xmlns:a16="http://schemas.microsoft.com/office/drawing/2014/main" id="{FE034A4F-14B6-C25A-8912-3A6B4983968A}"/>
              </a:ext>
            </a:extLst>
          </p:cNvPr>
          <p:cNvSpPr/>
          <p:nvPr/>
        </p:nvSpPr>
        <p:spPr>
          <a:xfrm>
            <a:off x="9706408" y="5104690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0" name="Rectángulo 669">
            <a:extLst>
              <a:ext uri="{FF2B5EF4-FFF2-40B4-BE49-F238E27FC236}">
                <a16:creationId xmlns:a16="http://schemas.microsoft.com/office/drawing/2014/main" id="{3DDB3AD3-19B2-7E59-DB72-6ACF621997A3}"/>
              </a:ext>
            </a:extLst>
          </p:cNvPr>
          <p:cNvSpPr/>
          <p:nvPr/>
        </p:nvSpPr>
        <p:spPr>
          <a:xfrm>
            <a:off x="9706362" y="5156813"/>
            <a:ext cx="166688" cy="121444"/>
          </a:xfrm>
          <a:prstGeom prst="rect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1" name="Rectángulo: esquinas redondeadas 670">
            <a:extLst>
              <a:ext uri="{FF2B5EF4-FFF2-40B4-BE49-F238E27FC236}">
                <a16:creationId xmlns:a16="http://schemas.microsoft.com/office/drawing/2014/main" id="{A42571AE-AB64-DD81-AEAC-D02ED1BE374E}"/>
              </a:ext>
            </a:extLst>
          </p:cNvPr>
          <p:cNvSpPr/>
          <p:nvPr/>
        </p:nvSpPr>
        <p:spPr>
          <a:xfrm>
            <a:off x="9739700" y="5111969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2" name="Elipse 671">
            <a:extLst>
              <a:ext uri="{FF2B5EF4-FFF2-40B4-BE49-F238E27FC236}">
                <a16:creationId xmlns:a16="http://schemas.microsoft.com/office/drawing/2014/main" id="{BAA4BEEA-9CA6-1610-C7AB-993853899FAE}"/>
              </a:ext>
            </a:extLst>
          </p:cNvPr>
          <p:cNvSpPr/>
          <p:nvPr/>
        </p:nvSpPr>
        <p:spPr>
          <a:xfrm>
            <a:off x="9687368" y="4926753"/>
            <a:ext cx="209551" cy="198175"/>
          </a:xfrm>
          <a:prstGeom prst="ellipse">
            <a:avLst/>
          </a:prstGeom>
          <a:solidFill>
            <a:srgbClr val="DDA865"/>
          </a:solidFill>
          <a:ln>
            <a:solidFill>
              <a:srgbClr val="DDA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3" name="Elipse 672">
            <a:extLst>
              <a:ext uri="{FF2B5EF4-FFF2-40B4-BE49-F238E27FC236}">
                <a16:creationId xmlns:a16="http://schemas.microsoft.com/office/drawing/2014/main" id="{F42EF84C-1F61-EFA3-D57C-10F3B722C6E6}"/>
              </a:ext>
            </a:extLst>
          </p:cNvPr>
          <p:cNvSpPr/>
          <p:nvPr/>
        </p:nvSpPr>
        <p:spPr>
          <a:xfrm rot="872776">
            <a:off x="9754162" y="4905220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4" name="Conector recto 673">
            <a:extLst>
              <a:ext uri="{FF2B5EF4-FFF2-40B4-BE49-F238E27FC236}">
                <a16:creationId xmlns:a16="http://schemas.microsoft.com/office/drawing/2014/main" id="{EAB0173E-F954-94DF-2881-74CBEE438FF4}"/>
              </a:ext>
            </a:extLst>
          </p:cNvPr>
          <p:cNvCxnSpPr>
            <a:cxnSpLocks/>
          </p:cNvCxnSpPr>
          <p:nvPr/>
        </p:nvCxnSpPr>
        <p:spPr>
          <a:xfrm>
            <a:off x="9742130" y="501182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onector recto 674">
            <a:extLst>
              <a:ext uri="{FF2B5EF4-FFF2-40B4-BE49-F238E27FC236}">
                <a16:creationId xmlns:a16="http://schemas.microsoft.com/office/drawing/2014/main" id="{84ED549B-3043-3A9B-BAE5-4DF7AECED90E}"/>
              </a:ext>
            </a:extLst>
          </p:cNvPr>
          <p:cNvCxnSpPr>
            <a:cxnSpLocks/>
          </p:cNvCxnSpPr>
          <p:nvPr/>
        </p:nvCxnSpPr>
        <p:spPr>
          <a:xfrm flipV="1">
            <a:off x="9791368" y="501182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Elipse 675">
            <a:extLst>
              <a:ext uri="{FF2B5EF4-FFF2-40B4-BE49-F238E27FC236}">
                <a16:creationId xmlns:a16="http://schemas.microsoft.com/office/drawing/2014/main" id="{618E7C30-340D-BF46-615C-297BAB4A68DC}"/>
              </a:ext>
            </a:extLst>
          </p:cNvPr>
          <p:cNvSpPr/>
          <p:nvPr/>
        </p:nvSpPr>
        <p:spPr>
          <a:xfrm rot="19333876">
            <a:off x="9673703" y="4918481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77" name="Conector recto 676">
            <a:extLst>
              <a:ext uri="{FF2B5EF4-FFF2-40B4-BE49-F238E27FC236}">
                <a16:creationId xmlns:a16="http://schemas.microsoft.com/office/drawing/2014/main" id="{1E59DCDA-F580-F686-2A3B-1408BCA87028}"/>
              </a:ext>
            </a:extLst>
          </p:cNvPr>
          <p:cNvCxnSpPr>
            <a:cxnSpLocks/>
          </p:cNvCxnSpPr>
          <p:nvPr/>
        </p:nvCxnSpPr>
        <p:spPr>
          <a:xfrm>
            <a:off x="9761777" y="509675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ángulo: esquinas redondeadas 391">
            <a:extLst>
              <a:ext uri="{FF2B5EF4-FFF2-40B4-BE49-F238E27FC236}">
                <a16:creationId xmlns:a16="http://schemas.microsoft.com/office/drawing/2014/main" id="{CD3D62B8-1E98-F2F7-AF08-0866D002BAA5}"/>
              </a:ext>
            </a:extLst>
          </p:cNvPr>
          <p:cNvSpPr/>
          <p:nvPr/>
        </p:nvSpPr>
        <p:spPr>
          <a:xfrm>
            <a:off x="7849726" y="4892248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3F39B22C-B7BA-B610-E12C-E5FD26AD42C8}"/>
              </a:ext>
            </a:extLst>
          </p:cNvPr>
          <p:cNvSpPr/>
          <p:nvPr/>
        </p:nvSpPr>
        <p:spPr>
          <a:xfrm>
            <a:off x="7849680" y="4944371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Rectángulo: esquinas redondeadas 393">
            <a:extLst>
              <a:ext uri="{FF2B5EF4-FFF2-40B4-BE49-F238E27FC236}">
                <a16:creationId xmlns:a16="http://schemas.microsoft.com/office/drawing/2014/main" id="{C963870F-D17B-8765-AE55-39A65323A4DF}"/>
              </a:ext>
            </a:extLst>
          </p:cNvPr>
          <p:cNvSpPr/>
          <p:nvPr/>
        </p:nvSpPr>
        <p:spPr>
          <a:xfrm>
            <a:off x="7883018" y="4899527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Elipse 394">
            <a:extLst>
              <a:ext uri="{FF2B5EF4-FFF2-40B4-BE49-F238E27FC236}">
                <a16:creationId xmlns:a16="http://schemas.microsoft.com/office/drawing/2014/main" id="{2AD3F04F-BB9D-1CE2-36EA-8598ED4A1D15}"/>
              </a:ext>
            </a:extLst>
          </p:cNvPr>
          <p:cNvSpPr/>
          <p:nvPr/>
        </p:nvSpPr>
        <p:spPr>
          <a:xfrm>
            <a:off x="7830686" y="4714311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3CA3F0A6-4747-425F-1C53-1F95D5F97037}"/>
              </a:ext>
            </a:extLst>
          </p:cNvPr>
          <p:cNvSpPr/>
          <p:nvPr/>
        </p:nvSpPr>
        <p:spPr>
          <a:xfrm rot="872776">
            <a:off x="7897480" y="469277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15B6395-AC7A-0F8C-7E98-8DF87274E2AD}"/>
              </a:ext>
            </a:extLst>
          </p:cNvPr>
          <p:cNvCxnSpPr>
            <a:cxnSpLocks/>
          </p:cNvCxnSpPr>
          <p:nvPr/>
        </p:nvCxnSpPr>
        <p:spPr>
          <a:xfrm>
            <a:off x="7885448" y="479938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ector recto 397">
            <a:extLst>
              <a:ext uri="{FF2B5EF4-FFF2-40B4-BE49-F238E27FC236}">
                <a16:creationId xmlns:a16="http://schemas.microsoft.com/office/drawing/2014/main" id="{BFF1A7D6-62D7-EFA8-F72B-D5CB7800664B}"/>
              </a:ext>
            </a:extLst>
          </p:cNvPr>
          <p:cNvCxnSpPr>
            <a:cxnSpLocks/>
          </p:cNvCxnSpPr>
          <p:nvPr/>
        </p:nvCxnSpPr>
        <p:spPr>
          <a:xfrm flipV="1">
            <a:off x="7934686" y="479938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Elipse 398">
            <a:extLst>
              <a:ext uri="{FF2B5EF4-FFF2-40B4-BE49-F238E27FC236}">
                <a16:creationId xmlns:a16="http://schemas.microsoft.com/office/drawing/2014/main" id="{3E65E1C5-ADC2-8AA6-7C90-353C290D6A41}"/>
              </a:ext>
            </a:extLst>
          </p:cNvPr>
          <p:cNvSpPr/>
          <p:nvPr/>
        </p:nvSpPr>
        <p:spPr>
          <a:xfrm rot="19333876">
            <a:off x="7817021" y="470603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0" name="Conector recto 399">
            <a:extLst>
              <a:ext uri="{FF2B5EF4-FFF2-40B4-BE49-F238E27FC236}">
                <a16:creationId xmlns:a16="http://schemas.microsoft.com/office/drawing/2014/main" id="{AEFF2E35-FED1-9E1F-995D-8E65C28346C0}"/>
              </a:ext>
            </a:extLst>
          </p:cNvPr>
          <p:cNvCxnSpPr>
            <a:cxnSpLocks/>
          </p:cNvCxnSpPr>
          <p:nvPr/>
        </p:nvCxnSpPr>
        <p:spPr>
          <a:xfrm>
            <a:off x="7905095" y="488431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Rectángulo: esquinas redondeadas 409">
            <a:extLst>
              <a:ext uri="{FF2B5EF4-FFF2-40B4-BE49-F238E27FC236}">
                <a16:creationId xmlns:a16="http://schemas.microsoft.com/office/drawing/2014/main" id="{A956E1E7-C5EB-A629-E730-649A9F6F761F}"/>
              </a:ext>
            </a:extLst>
          </p:cNvPr>
          <p:cNvSpPr/>
          <p:nvPr/>
        </p:nvSpPr>
        <p:spPr>
          <a:xfrm>
            <a:off x="6991593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1" name="Rectángulo 410">
            <a:extLst>
              <a:ext uri="{FF2B5EF4-FFF2-40B4-BE49-F238E27FC236}">
                <a16:creationId xmlns:a16="http://schemas.microsoft.com/office/drawing/2014/main" id="{098DC239-26D9-5002-DCB2-77D97D259318}"/>
              </a:ext>
            </a:extLst>
          </p:cNvPr>
          <p:cNvSpPr/>
          <p:nvPr/>
        </p:nvSpPr>
        <p:spPr>
          <a:xfrm>
            <a:off x="6991547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2" name="Rectángulo: esquinas redondeadas 411">
            <a:extLst>
              <a:ext uri="{FF2B5EF4-FFF2-40B4-BE49-F238E27FC236}">
                <a16:creationId xmlns:a16="http://schemas.microsoft.com/office/drawing/2014/main" id="{93E6031E-D91A-3743-5D70-A2A7FF025817}"/>
              </a:ext>
            </a:extLst>
          </p:cNvPr>
          <p:cNvSpPr/>
          <p:nvPr/>
        </p:nvSpPr>
        <p:spPr>
          <a:xfrm>
            <a:off x="7024885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3" name="Elipse 412">
            <a:extLst>
              <a:ext uri="{FF2B5EF4-FFF2-40B4-BE49-F238E27FC236}">
                <a16:creationId xmlns:a16="http://schemas.microsoft.com/office/drawing/2014/main" id="{34A0C327-C703-7485-3157-C8B6BBD971A1}"/>
              </a:ext>
            </a:extLst>
          </p:cNvPr>
          <p:cNvSpPr/>
          <p:nvPr/>
        </p:nvSpPr>
        <p:spPr>
          <a:xfrm>
            <a:off x="6972553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4" name="Elipse 413">
            <a:extLst>
              <a:ext uri="{FF2B5EF4-FFF2-40B4-BE49-F238E27FC236}">
                <a16:creationId xmlns:a16="http://schemas.microsoft.com/office/drawing/2014/main" id="{7AFE08C1-8255-D84E-6860-BAA7C76E4C59}"/>
              </a:ext>
            </a:extLst>
          </p:cNvPr>
          <p:cNvSpPr/>
          <p:nvPr/>
        </p:nvSpPr>
        <p:spPr>
          <a:xfrm rot="872776">
            <a:off x="7039347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5" name="Conector recto 414">
            <a:extLst>
              <a:ext uri="{FF2B5EF4-FFF2-40B4-BE49-F238E27FC236}">
                <a16:creationId xmlns:a16="http://schemas.microsoft.com/office/drawing/2014/main" id="{2EB11944-D213-42BE-1EBB-C02CFAB77118}"/>
              </a:ext>
            </a:extLst>
          </p:cNvPr>
          <p:cNvCxnSpPr>
            <a:cxnSpLocks/>
          </p:cNvCxnSpPr>
          <p:nvPr/>
        </p:nvCxnSpPr>
        <p:spPr>
          <a:xfrm>
            <a:off x="7027315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ector recto 415">
            <a:extLst>
              <a:ext uri="{FF2B5EF4-FFF2-40B4-BE49-F238E27FC236}">
                <a16:creationId xmlns:a16="http://schemas.microsoft.com/office/drawing/2014/main" id="{33715577-C8A2-1239-4D74-EEA9535416A1}"/>
              </a:ext>
            </a:extLst>
          </p:cNvPr>
          <p:cNvCxnSpPr>
            <a:cxnSpLocks/>
          </p:cNvCxnSpPr>
          <p:nvPr/>
        </p:nvCxnSpPr>
        <p:spPr>
          <a:xfrm flipV="1">
            <a:off x="7076553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Elipse 416">
            <a:extLst>
              <a:ext uri="{FF2B5EF4-FFF2-40B4-BE49-F238E27FC236}">
                <a16:creationId xmlns:a16="http://schemas.microsoft.com/office/drawing/2014/main" id="{71CD5E68-23EC-6863-D840-6E76B3960460}"/>
              </a:ext>
            </a:extLst>
          </p:cNvPr>
          <p:cNvSpPr/>
          <p:nvPr/>
        </p:nvSpPr>
        <p:spPr>
          <a:xfrm rot="19333876">
            <a:off x="6958888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8" name="Conector recto 417">
            <a:extLst>
              <a:ext uri="{FF2B5EF4-FFF2-40B4-BE49-F238E27FC236}">
                <a16:creationId xmlns:a16="http://schemas.microsoft.com/office/drawing/2014/main" id="{08EF6068-E20C-450A-EA2F-CA32C089516B}"/>
              </a:ext>
            </a:extLst>
          </p:cNvPr>
          <p:cNvCxnSpPr>
            <a:cxnSpLocks/>
          </p:cNvCxnSpPr>
          <p:nvPr/>
        </p:nvCxnSpPr>
        <p:spPr>
          <a:xfrm>
            <a:off x="7046962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Rectángulo: esquinas redondeadas 418">
            <a:extLst>
              <a:ext uri="{FF2B5EF4-FFF2-40B4-BE49-F238E27FC236}">
                <a16:creationId xmlns:a16="http://schemas.microsoft.com/office/drawing/2014/main" id="{C421808B-9DD2-D97A-D65B-53BE0FFF6A4D}"/>
              </a:ext>
            </a:extLst>
          </p:cNvPr>
          <p:cNvSpPr/>
          <p:nvPr/>
        </p:nvSpPr>
        <p:spPr>
          <a:xfrm>
            <a:off x="1812362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0" name="Rectángulo 419">
            <a:extLst>
              <a:ext uri="{FF2B5EF4-FFF2-40B4-BE49-F238E27FC236}">
                <a16:creationId xmlns:a16="http://schemas.microsoft.com/office/drawing/2014/main" id="{4D33C88C-DEB2-99C3-DF93-5532D423DBCA}"/>
              </a:ext>
            </a:extLst>
          </p:cNvPr>
          <p:cNvSpPr/>
          <p:nvPr/>
        </p:nvSpPr>
        <p:spPr>
          <a:xfrm>
            <a:off x="1812316" y="49377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1" name="Rectángulo: esquinas redondeadas 420">
            <a:extLst>
              <a:ext uri="{FF2B5EF4-FFF2-40B4-BE49-F238E27FC236}">
                <a16:creationId xmlns:a16="http://schemas.microsoft.com/office/drawing/2014/main" id="{CE5DDCAF-76B9-6787-E023-9D7886DECE06}"/>
              </a:ext>
            </a:extLst>
          </p:cNvPr>
          <p:cNvSpPr/>
          <p:nvPr/>
        </p:nvSpPr>
        <p:spPr>
          <a:xfrm>
            <a:off x="1845654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2" name="Elipse 421">
            <a:extLst>
              <a:ext uri="{FF2B5EF4-FFF2-40B4-BE49-F238E27FC236}">
                <a16:creationId xmlns:a16="http://schemas.microsoft.com/office/drawing/2014/main" id="{5F90CE25-A7B4-AAFB-E9B3-A396878412B5}"/>
              </a:ext>
            </a:extLst>
          </p:cNvPr>
          <p:cNvSpPr/>
          <p:nvPr/>
        </p:nvSpPr>
        <p:spPr>
          <a:xfrm>
            <a:off x="1793322" y="47076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3" name="Elipse 422">
            <a:extLst>
              <a:ext uri="{FF2B5EF4-FFF2-40B4-BE49-F238E27FC236}">
                <a16:creationId xmlns:a16="http://schemas.microsoft.com/office/drawing/2014/main" id="{2CCB5F7C-B3F4-E89A-253F-9377DF3CA7DD}"/>
              </a:ext>
            </a:extLst>
          </p:cNvPr>
          <p:cNvSpPr/>
          <p:nvPr/>
        </p:nvSpPr>
        <p:spPr>
          <a:xfrm rot="872776">
            <a:off x="1860116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4" name="Conector recto 423">
            <a:extLst>
              <a:ext uri="{FF2B5EF4-FFF2-40B4-BE49-F238E27FC236}">
                <a16:creationId xmlns:a16="http://schemas.microsoft.com/office/drawing/2014/main" id="{FC116604-FE7B-FEB9-CCC1-7654B2D8CCC3}"/>
              </a:ext>
            </a:extLst>
          </p:cNvPr>
          <p:cNvCxnSpPr>
            <a:cxnSpLocks/>
          </p:cNvCxnSpPr>
          <p:nvPr/>
        </p:nvCxnSpPr>
        <p:spPr>
          <a:xfrm>
            <a:off x="1848084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ector recto 424">
            <a:extLst>
              <a:ext uri="{FF2B5EF4-FFF2-40B4-BE49-F238E27FC236}">
                <a16:creationId xmlns:a16="http://schemas.microsoft.com/office/drawing/2014/main" id="{D66DA86A-EA58-4BC0-2863-4FAA8861B2E4}"/>
              </a:ext>
            </a:extLst>
          </p:cNvPr>
          <p:cNvCxnSpPr>
            <a:cxnSpLocks/>
          </p:cNvCxnSpPr>
          <p:nvPr/>
        </p:nvCxnSpPr>
        <p:spPr>
          <a:xfrm flipV="1">
            <a:off x="1897322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Elipse 425">
            <a:extLst>
              <a:ext uri="{FF2B5EF4-FFF2-40B4-BE49-F238E27FC236}">
                <a16:creationId xmlns:a16="http://schemas.microsoft.com/office/drawing/2014/main" id="{B68A0246-6CBC-CB8D-5750-B4649B3C1EF2}"/>
              </a:ext>
            </a:extLst>
          </p:cNvPr>
          <p:cNvSpPr/>
          <p:nvPr/>
        </p:nvSpPr>
        <p:spPr>
          <a:xfrm rot="19333876">
            <a:off x="1779657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27" name="Conector recto 426">
            <a:extLst>
              <a:ext uri="{FF2B5EF4-FFF2-40B4-BE49-F238E27FC236}">
                <a16:creationId xmlns:a16="http://schemas.microsoft.com/office/drawing/2014/main" id="{782BF78B-401B-BC4A-7473-64C61EF3896E}"/>
              </a:ext>
            </a:extLst>
          </p:cNvPr>
          <p:cNvCxnSpPr>
            <a:cxnSpLocks/>
          </p:cNvCxnSpPr>
          <p:nvPr/>
        </p:nvCxnSpPr>
        <p:spPr>
          <a:xfrm>
            <a:off x="1867731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ectángulo: esquinas redondeadas 427">
            <a:extLst>
              <a:ext uri="{FF2B5EF4-FFF2-40B4-BE49-F238E27FC236}">
                <a16:creationId xmlns:a16="http://schemas.microsoft.com/office/drawing/2014/main" id="{B4CBC279-7D19-86BD-1046-36E9A8145269}"/>
              </a:ext>
            </a:extLst>
          </p:cNvPr>
          <p:cNvSpPr/>
          <p:nvPr/>
        </p:nvSpPr>
        <p:spPr>
          <a:xfrm>
            <a:off x="583550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9" name="Rectángulo 428">
            <a:extLst>
              <a:ext uri="{FF2B5EF4-FFF2-40B4-BE49-F238E27FC236}">
                <a16:creationId xmlns:a16="http://schemas.microsoft.com/office/drawing/2014/main" id="{4BD1D343-95AE-0A0E-0000-1A6AFAFE0EAD}"/>
              </a:ext>
            </a:extLst>
          </p:cNvPr>
          <p:cNvSpPr/>
          <p:nvPr/>
        </p:nvSpPr>
        <p:spPr>
          <a:xfrm>
            <a:off x="583504" y="4937738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0" name="Rectángulo: esquinas redondeadas 429">
            <a:extLst>
              <a:ext uri="{FF2B5EF4-FFF2-40B4-BE49-F238E27FC236}">
                <a16:creationId xmlns:a16="http://schemas.microsoft.com/office/drawing/2014/main" id="{9F574BE2-E0E1-DC11-2D30-DB78D76FDAA8}"/>
              </a:ext>
            </a:extLst>
          </p:cNvPr>
          <p:cNvSpPr/>
          <p:nvPr/>
        </p:nvSpPr>
        <p:spPr>
          <a:xfrm>
            <a:off x="616842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1" name="Elipse 430">
            <a:extLst>
              <a:ext uri="{FF2B5EF4-FFF2-40B4-BE49-F238E27FC236}">
                <a16:creationId xmlns:a16="http://schemas.microsoft.com/office/drawing/2014/main" id="{F301A9D8-B927-8709-9CA6-4D2EBED9FD6F}"/>
              </a:ext>
            </a:extLst>
          </p:cNvPr>
          <p:cNvSpPr/>
          <p:nvPr/>
        </p:nvSpPr>
        <p:spPr>
          <a:xfrm>
            <a:off x="564510" y="4707678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2" name="Elipse 431">
            <a:extLst>
              <a:ext uri="{FF2B5EF4-FFF2-40B4-BE49-F238E27FC236}">
                <a16:creationId xmlns:a16="http://schemas.microsoft.com/office/drawing/2014/main" id="{D369CEA1-18AA-5DF0-3A1E-5F6BDA9798CD}"/>
              </a:ext>
            </a:extLst>
          </p:cNvPr>
          <p:cNvSpPr/>
          <p:nvPr/>
        </p:nvSpPr>
        <p:spPr>
          <a:xfrm rot="872776">
            <a:off x="631304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3" name="Conector recto 432">
            <a:extLst>
              <a:ext uri="{FF2B5EF4-FFF2-40B4-BE49-F238E27FC236}">
                <a16:creationId xmlns:a16="http://schemas.microsoft.com/office/drawing/2014/main" id="{5988B44F-8933-6DBA-3B37-574EEA89E369}"/>
              </a:ext>
            </a:extLst>
          </p:cNvPr>
          <p:cNvCxnSpPr>
            <a:cxnSpLocks/>
          </p:cNvCxnSpPr>
          <p:nvPr/>
        </p:nvCxnSpPr>
        <p:spPr>
          <a:xfrm>
            <a:off x="619272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ector recto 433">
            <a:extLst>
              <a:ext uri="{FF2B5EF4-FFF2-40B4-BE49-F238E27FC236}">
                <a16:creationId xmlns:a16="http://schemas.microsoft.com/office/drawing/2014/main" id="{AF8D6AAD-3A8A-F604-1FD4-51F943E3CAD0}"/>
              </a:ext>
            </a:extLst>
          </p:cNvPr>
          <p:cNvCxnSpPr>
            <a:cxnSpLocks/>
          </p:cNvCxnSpPr>
          <p:nvPr/>
        </p:nvCxnSpPr>
        <p:spPr>
          <a:xfrm flipV="1">
            <a:off x="668510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Elipse 434">
            <a:extLst>
              <a:ext uri="{FF2B5EF4-FFF2-40B4-BE49-F238E27FC236}">
                <a16:creationId xmlns:a16="http://schemas.microsoft.com/office/drawing/2014/main" id="{F9EAFAB0-E937-1A70-080E-E997B39E51DC}"/>
              </a:ext>
            </a:extLst>
          </p:cNvPr>
          <p:cNvSpPr/>
          <p:nvPr/>
        </p:nvSpPr>
        <p:spPr>
          <a:xfrm rot="19333876">
            <a:off x="550845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6" name="Conector recto 435">
            <a:extLst>
              <a:ext uri="{FF2B5EF4-FFF2-40B4-BE49-F238E27FC236}">
                <a16:creationId xmlns:a16="http://schemas.microsoft.com/office/drawing/2014/main" id="{A5603BB0-EAA3-B08A-59E7-722AA50BFA82}"/>
              </a:ext>
            </a:extLst>
          </p:cNvPr>
          <p:cNvCxnSpPr>
            <a:cxnSpLocks/>
          </p:cNvCxnSpPr>
          <p:nvPr/>
        </p:nvCxnSpPr>
        <p:spPr>
          <a:xfrm>
            <a:off x="638919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6" name="Rectángulo: esquinas redondeadas 445">
            <a:extLst>
              <a:ext uri="{FF2B5EF4-FFF2-40B4-BE49-F238E27FC236}">
                <a16:creationId xmlns:a16="http://schemas.microsoft.com/office/drawing/2014/main" id="{0BCDAD96-0940-70E2-1F67-F531FE85A455}"/>
              </a:ext>
            </a:extLst>
          </p:cNvPr>
          <p:cNvSpPr/>
          <p:nvPr/>
        </p:nvSpPr>
        <p:spPr>
          <a:xfrm>
            <a:off x="11228488" y="4885615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7" name="Rectángulo 446">
            <a:extLst>
              <a:ext uri="{FF2B5EF4-FFF2-40B4-BE49-F238E27FC236}">
                <a16:creationId xmlns:a16="http://schemas.microsoft.com/office/drawing/2014/main" id="{BE6F8D63-77DF-DAB3-3585-3B16DEB10D3A}"/>
              </a:ext>
            </a:extLst>
          </p:cNvPr>
          <p:cNvSpPr/>
          <p:nvPr/>
        </p:nvSpPr>
        <p:spPr>
          <a:xfrm>
            <a:off x="11228442" y="4937738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8" name="Rectángulo: esquinas redondeadas 447">
            <a:extLst>
              <a:ext uri="{FF2B5EF4-FFF2-40B4-BE49-F238E27FC236}">
                <a16:creationId xmlns:a16="http://schemas.microsoft.com/office/drawing/2014/main" id="{619FE6BC-A3D8-01DA-0D78-7374EE2969DC}"/>
              </a:ext>
            </a:extLst>
          </p:cNvPr>
          <p:cNvSpPr/>
          <p:nvPr/>
        </p:nvSpPr>
        <p:spPr>
          <a:xfrm>
            <a:off x="11261780" y="4892894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E6169780-8351-B342-3E9E-6AEF2927476A}"/>
              </a:ext>
            </a:extLst>
          </p:cNvPr>
          <p:cNvSpPr/>
          <p:nvPr/>
        </p:nvSpPr>
        <p:spPr>
          <a:xfrm>
            <a:off x="11209448" y="4707678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246654E2-5607-C5E7-15A7-0928B8CE8483}"/>
              </a:ext>
            </a:extLst>
          </p:cNvPr>
          <p:cNvSpPr/>
          <p:nvPr/>
        </p:nvSpPr>
        <p:spPr>
          <a:xfrm rot="872776">
            <a:off x="11276242" y="468614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1" name="Conector recto 450">
            <a:extLst>
              <a:ext uri="{FF2B5EF4-FFF2-40B4-BE49-F238E27FC236}">
                <a16:creationId xmlns:a16="http://schemas.microsoft.com/office/drawing/2014/main" id="{E9C7C304-0852-A3E9-A070-4B7D08317AD7}"/>
              </a:ext>
            </a:extLst>
          </p:cNvPr>
          <p:cNvCxnSpPr>
            <a:cxnSpLocks/>
          </p:cNvCxnSpPr>
          <p:nvPr/>
        </p:nvCxnSpPr>
        <p:spPr>
          <a:xfrm>
            <a:off x="11264210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451">
            <a:extLst>
              <a:ext uri="{FF2B5EF4-FFF2-40B4-BE49-F238E27FC236}">
                <a16:creationId xmlns:a16="http://schemas.microsoft.com/office/drawing/2014/main" id="{0570381D-33B1-BB56-3608-2F7B03A3B42B}"/>
              </a:ext>
            </a:extLst>
          </p:cNvPr>
          <p:cNvCxnSpPr>
            <a:cxnSpLocks/>
          </p:cNvCxnSpPr>
          <p:nvPr/>
        </p:nvCxnSpPr>
        <p:spPr>
          <a:xfrm flipV="1">
            <a:off x="11313448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Elipse 452">
            <a:extLst>
              <a:ext uri="{FF2B5EF4-FFF2-40B4-BE49-F238E27FC236}">
                <a16:creationId xmlns:a16="http://schemas.microsoft.com/office/drawing/2014/main" id="{6824CB53-B7C2-1080-0252-BFA4910F1152}"/>
              </a:ext>
            </a:extLst>
          </p:cNvPr>
          <p:cNvSpPr/>
          <p:nvPr/>
        </p:nvSpPr>
        <p:spPr>
          <a:xfrm rot="19333876">
            <a:off x="11195783" y="469940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54" name="Conector recto 453">
            <a:extLst>
              <a:ext uri="{FF2B5EF4-FFF2-40B4-BE49-F238E27FC236}">
                <a16:creationId xmlns:a16="http://schemas.microsoft.com/office/drawing/2014/main" id="{92C7DD36-C993-080A-545D-CF785B77709C}"/>
              </a:ext>
            </a:extLst>
          </p:cNvPr>
          <p:cNvCxnSpPr>
            <a:cxnSpLocks/>
          </p:cNvCxnSpPr>
          <p:nvPr/>
        </p:nvCxnSpPr>
        <p:spPr>
          <a:xfrm>
            <a:off x="11283857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Rectángulo: esquinas redondeadas 454">
            <a:extLst>
              <a:ext uri="{FF2B5EF4-FFF2-40B4-BE49-F238E27FC236}">
                <a16:creationId xmlns:a16="http://schemas.microsoft.com/office/drawing/2014/main" id="{8A0C65E9-92EF-B373-292C-3BF66EDED71B}"/>
              </a:ext>
            </a:extLst>
          </p:cNvPr>
          <p:cNvSpPr/>
          <p:nvPr/>
        </p:nvSpPr>
        <p:spPr>
          <a:xfrm>
            <a:off x="9817580" y="4634805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6" name="Rectángulo 455">
            <a:extLst>
              <a:ext uri="{FF2B5EF4-FFF2-40B4-BE49-F238E27FC236}">
                <a16:creationId xmlns:a16="http://schemas.microsoft.com/office/drawing/2014/main" id="{E76FB396-8FE9-9E0B-72C7-B9FEAFBB3CB9}"/>
              </a:ext>
            </a:extLst>
          </p:cNvPr>
          <p:cNvSpPr/>
          <p:nvPr/>
        </p:nvSpPr>
        <p:spPr>
          <a:xfrm>
            <a:off x="9817534" y="468692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7" name="Rectángulo: esquinas redondeadas 456">
            <a:extLst>
              <a:ext uri="{FF2B5EF4-FFF2-40B4-BE49-F238E27FC236}">
                <a16:creationId xmlns:a16="http://schemas.microsoft.com/office/drawing/2014/main" id="{AAFDCA05-1CA0-A93D-2674-11BE6A8B2ADA}"/>
              </a:ext>
            </a:extLst>
          </p:cNvPr>
          <p:cNvSpPr/>
          <p:nvPr/>
        </p:nvSpPr>
        <p:spPr>
          <a:xfrm>
            <a:off x="9850872" y="4642084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4266059C-EFA0-F420-BFD5-86E32F407BDB}"/>
              </a:ext>
            </a:extLst>
          </p:cNvPr>
          <p:cNvSpPr/>
          <p:nvPr/>
        </p:nvSpPr>
        <p:spPr>
          <a:xfrm>
            <a:off x="9798540" y="445686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95CE2FE4-F423-663E-4C66-E5F0E94D9E20}"/>
              </a:ext>
            </a:extLst>
          </p:cNvPr>
          <p:cNvSpPr/>
          <p:nvPr/>
        </p:nvSpPr>
        <p:spPr>
          <a:xfrm rot="872776">
            <a:off x="9865334" y="443533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0" name="Conector recto 459">
            <a:extLst>
              <a:ext uri="{FF2B5EF4-FFF2-40B4-BE49-F238E27FC236}">
                <a16:creationId xmlns:a16="http://schemas.microsoft.com/office/drawing/2014/main" id="{1AAAB05D-E8CD-0104-FE61-0CA6441A8FD3}"/>
              </a:ext>
            </a:extLst>
          </p:cNvPr>
          <p:cNvCxnSpPr>
            <a:cxnSpLocks/>
          </p:cNvCxnSpPr>
          <p:nvPr/>
        </p:nvCxnSpPr>
        <p:spPr>
          <a:xfrm>
            <a:off x="9853302" y="454194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460">
            <a:extLst>
              <a:ext uri="{FF2B5EF4-FFF2-40B4-BE49-F238E27FC236}">
                <a16:creationId xmlns:a16="http://schemas.microsoft.com/office/drawing/2014/main" id="{41D284D0-03CA-4016-734B-F9A4C2275654}"/>
              </a:ext>
            </a:extLst>
          </p:cNvPr>
          <p:cNvCxnSpPr>
            <a:cxnSpLocks/>
          </p:cNvCxnSpPr>
          <p:nvPr/>
        </p:nvCxnSpPr>
        <p:spPr>
          <a:xfrm flipV="1">
            <a:off x="9902540" y="454194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Elipse 461">
            <a:extLst>
              <a:ext uri="{FF2B5EF4-FFF2-40B4-BE49-F238E27FC236}">
                <a16:creationId xmlns:a16="http://schemas.microsoft.com/office/drawing/2014/main" id="{5C90D075-CC77-445C-8DA6-9E70EC905EAF}"/>
              </a:ext>
            </a:extLst>
          </p:cNvPr>
          <p:cNvSpPr/>
          <p:nvPr/>
        </p:nvSpPr>
        <p:spPr>
          <a:xfrm rot="19333876">
            <a:off x="9784875" y="444859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B0A3B33F-BE17-ADCB-D668-4E75AB816C2A}"/>
              </a:ext>
            </a:extLst>
          </p:cNvPr>
          <p:cNvCxnSpPr>
            <a:cxnSpLocks/>
          </p:cNvCxnSpPr>
          <p:nvPr/>
        </p:nvCxnSpPr>
        <p:spPr>
          <a:xfrm>
            <a:off x="9872949" y="462687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Rectángulo: esquinas redondeadas 463">
            <a:extLst>
              <a:ext uri="{FF2B5EF4-FFF2-40B4-BE49-F238E27FC236}">
                <a16:creationId xmlns:a16="http://schemas.microsoft.com/office/drawing/2014/main" id="{0FFB12CA-111B-8A6A-E66E-4A51F0F5564A}"/>
              </a:ext>
            </a:extLst>
          </p:cNvPr>
          <p:cNvSpPr/>
          <p:nvPr/>
        </p:nvSpPr>
        <p:spPr>
          <a:xfrm>
            <a:off x="10070369" y="4650016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5" name="Rectángulo 464">
            <a:extLst>
              <a:ext uri="{FF2B5EF4-FFF2-40B4-BE49-F238E27FC236}">
                <a16:creationId xmlns:a16="http://schemas.microsoft.com/office/drawing/2014/main" id="{801F5160-088F-6E46-7553-2BE5A06DB9D8}"/>
              </a:ext>
            </a:extLst>
          </p:cNvPr>
          <p:cNvSpPr/>
          <p:nvPr/>
        </p:nvSpPr>
        <p:spPr>
          <a:xfrm>
            <a:off x="10070323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6" name="Rectángulo: esquinas redondeadas 465">
            <a:extLst>
              <a:ext uri="{FF2B5EF4-FFF2-40B4-BE49-F238E27FC236}">
                <a16:creationId xmlns:a16="http://schemas.microsoft.com/office/drawing/2014/main" id="{D91E3583-276D-CC82-225C-81FD04B50AB5}"/>
              </a:ext>
            </a:extLst>
          </p:cNvPr>
          <p:cNvSpPr/>
          <p:nvPr/>
        </p:nvSpPr>
        <p:spPr>
          <a:xfrm>
            <a:off x="10103661" y="4657295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7" name="Elipse 466">
            <a:extLst>
              <a:ext uri="{FF2B5EF4-FFF2-40B4-BE49-F238E27FC236}">
                <a16:creationId xmlns:a16="http://schemas.microsoft.com/office/drawing/2014/main" id="{6A2EB1AF-8DB0-D5D6-B366-4D04D9130EB5}"/>
              </a:ext>
            </a:extLst>
          </p:cNvPr>
          <p:cNvSpPr/>
          <p:nvPr/>
        </p:nvSpPr>
        <p:spPr>
          <a:xfrm>
            <a:off x="10051329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3EAB3536-70AA-7523-144E-3DE781A75E56}"/>
              </a:ext>
            </a:extLst>
          </p:cNvPr>
          <p:cNvSpPr/>
          <p:nvPr/>
        </p:nvSpPr>
        <p:spPr>
          <a:xfrm rot="872776">
            <a:off x="10118123" y="4450546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69" name="Conector recto 468">
            <a:extLst>
              <a:ext uri="{FF2B5EF4-FFF2-40B4-BE49-F238E27FC236}">
                <a16:creationId xmlns:a16="http://schemas.microsoft.com/office/drawing/2014/main" id="{624B5C3E-0116-5E52-F98F-9685E9CCC484}"/>
              </a:ext>
            </a:extLst>
          </p:cNvPr>
          <p:cNvCxnSpPr>
            <a:cxnSpLocks/>
          </p:cNvCxnSpPr>
          <p:nvPr/>
        </p:nvCxnSpPr>
        <p:spPr>
          <a:xfrm>
            <a:off x="10106091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ector recto 469">
            <a:extLst>
              <a:ext uri="{FF2B5EF4-FFF2-40B4-BE49-F238E27FC236}">
                <a16:creationId xmlns:a16="http://schemas.microsoft.com/office/drawing/2014/main" id="{C4BBCE08-3F5A-753C-F9E2-74ECEA08D80C}"/>
              </a:ext>
            </a:extLst>
          </p:cNvPr>
          <p:cNvCxnSpPr>
            <a:cxnSpLocks/>
          </p:cNvCxnSpPr>
          <p:nvPr/>
        </p:nvCxnSpPr>
        <p:spPr>
          <a:xfrm flipV="1">
            <a:off x="10155329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Elipse 470">
            <a:extLst>
              <a:ext uri="{FF2B5EF4-FFF2-40B4-BE49-F238E27FC236}">
                <a16:creationId xmlns:a16="http://schemas.microsoft.com/office/drawing/2014/main" id="{F0031FF2-E45B-DAA2-09D5-FB780A99C83E}"/>
              </a:ext>
            </a:extLst>
          </p:cNvPr>
          <p:cNvSpPr/>
          <p:nvPr/>
        </p:nvSpPr>
        <p:spPr>
          <a:xfrm rot="19333876">
            <a:off x="10037664" y="4463807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2" name="Conector recto 471">
            <a:extLst>
              <a:ext uri="{FF2B5EF4-FFF2-40B4-BE49-F238E27FC236}">
                <a16:creationId xmlns:a16="http://schemas.microsoft.com/office/drawing/2014/main" id="{3D51A745-11BA-0F16-EE88-75DBCD6E3C24}"/>
              </a:ext>
            </a:extLst>
          </p:cNvPr>
          <p:cNvCxnSpPr>
            <a:cxnSpLocks/>
          </p:cNvCxnSpPr>
          <p:nvPr/>
        </p:nvCxnSpPr>
        <p:spPr>
          <a:xfrm>
            <a:off x="10125738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Rectángulo: esquinas redondeadas 472">
            <a:extLst>
              <a:ext uri="{FF2B5EF4-FFF2-40B4-BE49-F238E27FC236}">
                <a16:creationId xmlns:a16="http://schemas.microsoft.com/office/drawing/2014/main" id="{C97DCDA7-C556-18EF-30EA-74F319611B70}"/>
              </a:ext>
            </a:extLst>
          </p:cNvPr>
          <p:cNvSpPr/>
          <p:nvPr/>
        </p:nvSpPr>
        <p:spPr>
          <a:xfrm>
            <a:off x="10793423" y="4649328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4" name="Rectángulo 473">
            <a:extLst>
              <a:ext uri="{FF2B5EF4-FFF2-40B4-BE49-F238E27FC236}">
                <a16:creationId xmlns:a16="http://schemas.microsoft.com/office/drawing/2014/main" id="{808B0227-7B50-C73F-71F6-A368348E33E2}"/>
              </a:ext>
            </a:extLst>
          </p:cNvPr>
          <p:cNvSpPr/>
          <p:nvPr/>
        </p:nvSpPr>
        <p:spPr>
          <a:xfrm>
            <a:off x="10793377" y="4701451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5" name="Rectángulo: esquinas redondeadas 474">
            <a:extLst>
              <a:ext uri="{FF2B5EF4-FFF2-40B4-BE49-F238E27FC236}">
                <a16:creationId xmlns:a16="http://schemas.microsoft.com/office/drawing/2014/main" id="{A3136BDC-A2B9-77C0-D008-FAB2D8B7DBC5}"/>
              </a:ext>
            </a:extLst>
          </p:cNvPr>
          <p:cNvSpPr/>
          <p:nvPr/>
        </p:nvSpPr>
        <p:spPr>
          <a:xfrm>
            <a:off x="10826715" y="4656607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0316FA31-09E0-8584-9E30-E2D03AFD28FE}"/>
              </a:ext>
            </a:extLst>
          </p:cNvPr>
          <p:cNvSpPr/>
          <p:nvPr/>
        </p:nvSpPr>
        <p:spPr>
          <a:xfrm>
            <a:off x="10774383" y="4471391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87831DC8-C6BD-3C3C-3B94-EEC1C4F2BAB3}"/>
              </a:ext>
            </a:extLst>
          </p:cNvPr>
          <p:cNvSpPr/>
          <p:nvPr/>
        </p:nvSpPr>
        <p:spPr>
          <a:xfrm rot="872776">
            <a:off x="10841177" y="4449858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78" name="Conector recto 477">
            <a:extLst>
              <a:ext uri="{FF2B5EF4-FFF2-40B4-BE49-F238E27FC236}">
                <a16:creationId xmlns:a16="http://schemas.microsoft.com/office/drawing/2014/main" id="{09A714FB-730B-FD7D-DF97-CF7AC4AD7AE1}"/>
              </a:ext>
            </a:extLst>
          </p:cNvPr>
          <p:cNvCxnSpPr>
            <a:cxnSpLocks/>
          </p:cNvCxnSpPr>
          <p:nvPr/>
        </p:nvCxnSpPr>
        <p:spPr>
          <a:xfrm>
            <a:off x="10829145" y="4556466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478">
            <a:extLst>
              <a:ext uri="{FF2B5EF4-FFF2-40B4-BE49-F238E27FC236}">
                <a16:creationId xmlns:a16="http://schemas.microsoft.com/office/drawing/2014/main" id="{1ED1609E-E0B3-4E41-67CE-FFB125889CB4}"/>
              </a:ext>
            </a:extLst>
          </p:cNvPr>
          <p:cNvCxnSpPr>
            <a:cxnSpLocks/>
          </p:cNvCxnSpPr>
          <p:nvPr/>
        </p:nvCxnSpPr>
        <p:spPr>
          <a:xfrm flipV="1">
            <a:off x="10878383" y="4556466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Elipse 479">
            <a:extLst>
              <a:ext uri="{FF2B5EF4-FFF2-40B4-BE49-F238E27FC236}">
                <a16:creationId xmlns:a16="http://schemas.microsoft.com/office/drawing/2014/main" id="{7136365E-4FDB-BA35-E917-B46EE4EAED60}"/>
              </a:ext>
            </a:extLst>
          </p:cNvPr>
          <p:cNvSpPr/>
          <p:nvPr/>
        </p:nvSpPr>
        <p:spPr>
          <a:xfrm rot="19333876">
            <a:off x="10760718" y="4463119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1" name="Conector recto 480">
            <a:extLst>
              <a:ext uri="{FF2B5EF4-FFF2-40B4-BE49-F238E27FC236}">
                <a16:creationId xmlns:a16="http://schemas.microsoft.com/office/drawing/2014/main" id="{17638B62-87B5-4982-FEAB-89F85DB5AE23}"/>
              </a:ext>
            </a:extLst>
          </p:cNvPr>
          <p:cNvCxnSpPr>
            <a:cxnSpLocks/>
          </p:cNvCxnSpPr>
          <p:nvPr/>
        </p:nvCxnSpPr>
        <p:spPr>
          <a:xfrm>
            <a:off x="10848792" y="4641396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Rectángulo: esquinas redondeadas 677">
            <a:extLst>
              <a:ext uri="{FF2B5EF4-FFF2-40B4-BE49-F238E27FC236}">
                <a16:creationId xmlns:a16="http://schemas.microsoft.com/office/drawing/2014/main" id="{095B7711-47C5-0C44-0582-153AC117BBCC}"/>
              </a:ext>
            </a:extLst>
          </p:cNvPr>
          <p:cNvSpPr/>
          <p:nvPr/>
        </p:nvSpPr>
        <p:spPr>
          <a:xfrm>
            <a:off x="2164798" y="4879024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9" name="Rectángulo 678">
            <a:extLst>
              <a:ext uri="{FF2B5EF4-FFF2-40B4-BE49-F238E27FC236}">
                <a16:creationId xmlns:a16="http://schemas.microsoft.com/office/drawing/2014/main" id="{6D6BCE64-6415-0949-DEA9-3901436C1B7B}"/>
              </a:ext>
            </a:extLst>
          </p:cNvPr>
          <p:cNvSpPr/>
          <p:nvPr/>
        </p:nvSpPr>
        <p:spPr>
          <a:xfrm>
            <a:off x="2164752" y="493114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0" name="Rectángulo: esquinas redondeadas 679">
            <a:extLst>
              <a:ext uri="{FF2B5EF4-FFF2-40B4-BE49-F238E27FC236}">
                <a16:creationId xmlns:a16="http://schemas.microsoft.com/office/drawing/2014/main" id="{CA516ED1-320C-5C02-6491-04C88E0D3BD9}"/>
              </a:ext>
            </a:extLst>
          </p:cNvPr>
          <p:cNvSpPr/>
          <p:nvPr/>
        </p:nvSpPr>
        <p:spPr>
          <a:xfrm>
            <a:off x="2198090" y="4886303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1" name="Elipse 680">
            <a:extLst>
              <a:ext uri="{FF2B5EF4-FFF2-40B4-BE49-F238E27FC236}">
                <a16:creationId xmlns:a16="http://schemas.microsoft.com/office/drawing/2014/main" id="{47E25AA9-9719-2B52-8543-0403E315328D}"/>
              </a:ext>
            </a:extLst>
          </p:cNvPr>
          <p:cNvSpPr/>
          <p:nvPr/>
        </p:nvSpPr>
        <p:spPr>
          <a:xfrm>
            <a:off x="2145758" y="47010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2" name="Elipse 681">
            <a:extLst>
              <a:ext uri="{FF2B5EF4-FFF2-40B4-BE49-F238E27FC236}">
                <a16:creationId xmlns:a16="http://schemas.microsoft.com/office/drawing/2014/main" id="{9687871D-261B-8C2C-D438-FEE7D6CDA218}"/>
              </a:ext>
            </a:extLst>
          </p:cNvPr>
          <p:cNvSpPr/>
          <p:nvPr/>
        </p:nvSpPr>
        <p:spPr>
          <a:xfrm rot="872776">
            <a:off x="2212552" y="467955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3" name="Conector recto 682">
            <a:extLst>
              <a:ext uri="{FF2B5EF4-FFF2-40B4-BE49-F238E27FC236}">
                <a16:creationId xmlns:a16="http://schemas.microsoft.com/office/drawing/2014/main" id="{A7B6864D-1091-8AE7-7930-EF4F7E3AB4EF}"/>
              </a:ext>
            </a:extLst>
          </p:cNvPr>
          <p:cNvCxnSpPr>
            <a:cxnSpLocks/>
          </p:cNvCxnSpPr>
          <p:nvPr/>
        </p:nvCxnSpPr>
        <p:spPr>
          <a:xfrm>
            <a:off x="2200520" y="47861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onector recto 683">
            <a:extLst>
              <a:ext uri="{FF2B5EF4-FFF2-40B4-BE49-F238E27FC236}">
                <a16:creationId xmlns:a16="http://schemas.microsoft.com/office/drawing/2014/main" id="{B34B50BC-0FB8-B763-0944-26369F8CE92B}"/>
              </a:ext>
            </a:extLst>
          </p:cNvPr>
          <p:cNvCxnSpPr>
            <a:cxnSpLocks/>
          </p:cNvCxnSpPr>
          <p:nvPr/>
        </p:nvCxnSpPr>
        <p:spPr>
          <a:xfrm flipV="1">
            <a:off x="2249758" y="47861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5" name="Elipse 684">
            <a:extLst>
              <a:ext uri="{FF2B5EF4-FFF2-40B4-BE49-F238E27FC236}">
                <a16:creationId xmlns:a16="http://schemas.microsoft.com/office/drawing/2014/main" id="{56A8F402-8478-E9DF-7AA8-53000783553A}"/>
              </a:ext>
            </a:extLst>
          </p:cNvPr>
          <p:cNvSpPr/>
          <p:nvPr/>
        </p:nvSpPr>
        <p:spPr>
          <a:xfrm rot="19333876">
            <a:off x="2132093" y="469281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6" name="Conector recto 685">
            <a:extLst>
              <a:ext uri="{FF2B5EF4-FFF2-40B4-BE49-F238E27FC236}">
                <a16:creationId xmlns:a16="http://schemas.microsoft.com/office/drawing/2014/main" id="{AB72A84D-8404-DD14-2C5C-F2B3D2D7477A}"/>
              </a:ext>
            </a:extLst>
          </p:cNvPr>
          <p:cNvCxnSpPr>
            <a:cxnSpLocks/>
          </p:cNvCxnSpPr>
          <p:nvPr/>
        </p:nvCxnSpPr>
        <p:spPr>
          <a:xfrm>
            <a:off x="2220167" y="48710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ángulo: esquinas redondeadas 686">
            <a:extLst>
              <a:ext uri="{FF2B5EF4-FFF2-40B4-BE49-F238E27FC236}">
                <a16:creationId xmlns:a16="http://schemas.microsoft.com/office/drawing/2014/main" id="{36C8A7BD-E4C6-235F-C48B-1D96B44CAA1D}"/>
              </a:ext>
            </a:extLst>
          </p:cNvPr>
          <p:cNvSpPr/>
          <p:nvPr/>
        </p:nvSpPr>
        <p:spPr>
          <a:xfrm>
            <a:off x="1426442" y="490840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8" name="Rectángulo 687">
            <a:extLst>
              <a:ext uri="{FF2B5EF4-FFF2-40B4-BE49-F238E27FC236}">
                <a16:creationId xmlns:a16="http://schemas.microsoft.com/office/drawing/2014/main" id="{34E2A11A-5A4F-FD29-118B-8CA57B0ACC7C}"/>
              </a:ext>
            </a:extLst>
          </p:cNvPr>
          <p:cNvSpPr/>
          <p:nvPr/>
        </p:nvSpPr>
        <p:spPr>
          <a:xfrm>
            <a:off x="1426396" y="496052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9" name="Rectángulo: esquinas redondeadas 688">
            <a:extLst>
              <a:ext uri="{FF2B5EF4-FFF2-40B4-BE49-F238E27FC236}">
                <a16:creationId xmlns:a16="http://schemas.microsoft.com/office/drawing/2014/main" id="{3EE1866B-9D9A-E8B8-FF1F-E5404BB6CAD3}"/>
              </a:ext>
            </a:extLst>
          </p:cNvPr>
          <p:cNvSpPr/>
          <p:nvPr/>
        </p:nvSpPr>
        <p:spPr>
          <a:xfrm>
            <a:off x="1459734" y="491568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0" name="Elipse 689">
            <a:extLst>
              <a:ext uri="{FF2B5EF4-FFF2-40B4-BE49-F238E27FC236}">
                <a16:creationId xmlns:a16="http://schemas.microsoft.com/office/drawing/2014/main" id="{419BFE8B-F25A-F535-0228-411C0F3D56E9}"/>
              </a:ext>
            </a:extLst>
          </p:cNvPr>
          <p:cNvSpPr/>
          <p:nvPr/>
        </p:nvSpPr>
        <p:spPr>
          <a:xfrm>
            <a:off x="1407402" y="473046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1" name="Elipse 690">
            <a:extLst>
              <a:ext uri="{FF2B5EF4-FFF2-40B4-BE49-F238E27FC236}">
                <a16:creationId xmlns:a16="http://schemas.microsoft.com/office/drawing/2014/main" id="{756C2920-81BE-8203-035B-5DE57A2AFBB4}"/>
              </a:ext>
            </a:extLst>
          </p:cNvPr>
          <p:cNvSpPr/>
          <p:nvPr/>
        </p:nvSpPr>
        <p:spPr>
          <a:xfrm rot="872776">
            <a:off x="1474196" y="470893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2" name="Conector recto 691">
            <a:extLst>
              <a:ext uri="{FF2B5EF4-FFF2-40B4-BE49-F238E27FC236}">
                <a16:creationId xmlns:a16="http://schemas.microsoft.com/office/drawing/2014/main" id="{B0A167B5-593F-E869-7169-08AA2B4707E5}"/>
              </a:ext>
            </a:extLst>
          </p:cNvPr>
          <p:cNvCxnSpPr>
            <a:cxnSpLocks/>
          </p:cNvCxnSpPr>
          <p:nvPr/>
        </p:nvCxnSpPr>
        <p:spPr>
          <a:xfrm>
            <a:off x="1462164" y="481553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onector recto 692">
            <a:extLst>
              <a:ext uri="{FF2B5EF4-FFF2-40B4-BE49-F238E27FC236}">
                <a16:creationId xmlns:a16="http://schemas.microsoft.com/office/drawing/2014/main" id="{8DF02959-F550-815B-C288-BAAC85F3B819}"/>
              </a:ext>
            </a:extLst>
          </p:cNvPr>
          <p:cNvCxnSpPr>
            <a:cxnSpLocks/>
          </p:cNvCxnSpPr>
          <p:nvPr/>
        </p:nvCxnSpPr>
        <p:spPr>
          <a:xfrm flipV="1">
            <a:off x="1511402" y="481553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4" name="Elipse 693">
            <a:extLst>
              <a:ext uri="{FF2B5EF4-FFF2-40B4-BE49-F238E27FC236}">
                <a16:creationId xmlns:a16="http://schemas.microsoft.com/office/drawing/2014/main" id="{8647E069-359D-F829-3B94-83048071709B}"/>
              </a:ext>
            </a:extLst>
          </p:cNvPr>
          <p:cNvSpPr/>
          <p:nvPr/>
        </p:nvSpPr>
        <p:spPr>
          <a:xfrm rot="19333876">
            <a:off x="1393737" y="472219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5" name="Conector recto 694">
            <a:extLst>
              <a:ext uri="{FF2B5EF4-FFF2-40B4-BE49-F238E27FC236}">
                <a16:creationId xmlns:a16="http://schemas.microsoft.com/office/drawing/2014/main" id="{BF1E9228-2DBE-FCD8-2FB1-E06B600FEA91}"/>
              </a:ext>
            </a:extLst>
          </p:cNvPr>
          <p:cNvCxnSpPr>
            <a:cxnSpLocks/>
          </p:cNvCxnSpPr>
          <p:nvPr/>
        </p:nvCxnSpPr>
        <p:spPr>
          <a:xfrm>
            <a:off x="1481811" y="490046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Rectángulo: esquinas redondeadas 481">
            <a:extLst>
              <a:ext uri="{FF2B5EF4-FFF2-40B4-BE49-F238E27FC236}">
                <a16:creationId xmlns:a16="http://schemas.microsoft.com/office/drawing/2014/main" id="{CC831451-1841-053E-917F-86CC75962985}"/>
              </a:ext>
            </a:extLst>
          </p:cNvPr>
          <p:cNvSpPr/>
          <p:nvPr/>
        </p:nvSpPr>
        <p:spPr>
          <a:xfrm>
            <a:off x="1613132" y="5095091"/>
            <a:ext cx="165953" cy="163517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3" name="Rectángulo 482">
            <a:extLst>
              <a:ext uri="{FF2B5EF4-FFF2-40B4-BE49-F238E27FC236}">
                <a16:creationId xmlns:a16="http://schemas.microsoft.com/office/drawing/2014/main" id="{CDDEAA23-29EF-6172-8B53-CD4AFD2088DD}"/>
              </a:ext>
            </a:extLst>
          </p:cNvPr>
          <p:cNvSpPr/>
          <p:nvPr/>
        </p:nvSpPr>
        <p:spPr>
          <a:xfrm>
            <a:off x="1613086" y="5147214"/>
            <a:ext cx="166688" cy="121444"/>
          </a:xfrm>
          <a:prstGeom prst="rect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4" name="Rectángulo: esquinas redondeadas 483">
            <a:extLst>
              <a:ext uri="{FF2B5EF4-FFF2-40B4-BE49-F238E27FC236}">
                <a16:creationId xmlns:a16="http://schemas.microsoft.com/office/drawing/2014/main" id="{23E3D9D8-BF8B-2B48-0FF4-828FD4DD09A0}"/>
              </a:ext>
            </a:extLst>
          </p:cNvPr>
          <p:cNvSpPr/>
          <p:nvPr/>
        </p:nvSpPr>
        <p:spPr>
          <a:xfrm>
            <a:off x="1646424" y="5102370"/>
            <a:ext cx="104775" cy="165600"/>
          </a:xfrm>
          <a:prstGeom prst="roundRect">
            <a:avLst/>
          </a:prstGeom>
          <a:solidFill>
            <a:srgbClr val="031A45"/>
          </a:solidFill>
          <a:ln>
            <a:solidFill>
              <a:srgbClr val="031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5" name="Elipse 484">
            <a:extLst>
              <a:ext uri="{FF2B5EF4-FFF2-40B4-BE49-F238E27FC236}">
                <a16:creationId xmlns:a16="http://schemas.microsoft.com/office/drawing/2014/main" id="{E029F0EA-C6B0-5AE3-6BC0-F15C243544A2}"/>
              </a:ext>
            </a:extLst>
          </p:cNvPr>
          <p:cNvSpPr/>
          <p:nvPr/>
        </p:nvSpPr>
        <p:spPr>
          <a:xfrm>
            <a:off x="1594092" y="4917154"/>
            <a:ext cx="209551" cy="198175"/>
          </a:xfrm>
          <a:prstGeom prst="ellipse">
            <a:avLst/>
          </a:prstGeom>
          <a:solidFill>
            <a:srgbClr val="CFA567"/>
          </a:solidFill>
          <a:ln>
            <a:solidFill>
              <a:srgbClr val="CFA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CB6D3A63-7DA6-817D-292F-119DDF112D68}"/>
              </a:ext>
            </a:extLst>
          </p:cNvPr>
          <p:cNvSpPr/>
          <p:nvPr/>
        </p:nvSpPr>
        <p:spPr>
          <a:xfrm rot="872776">
            <a:off x="1660886" y="4895621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87" name="Conector recto 486">
            <a:extLst>
              <a:ext uri="{FF2B5EF4-FFF2-40B4-BE49-F238E27FC236}">
                <a16:creationId xmlns:a16="http://schemas.microsoft.com/office/drawing/2014/main" id="{07A1B914-ED42-B9BA-9C94-CF444033FC63}"/>
              </a:ext>
            </a:extLst>
          </p:cNvPr>
          <p:cNvCxnSpPr>
            <a:cxnSpLocks/>
          </p:cNvCxnSpPr>
          <p:nvPr/>
        </p:nvCxnSpPr>
        <p:spPr>
          <a:xfrm>
            <a:off x="1648854" y="5002229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ector recto 487">
            <a:extLst>
              <a:ext uri="{FF2B5EF4-FFF2-40B4-BE49-F238E27FC236}">
                <a16:creationId xmlns:a16="http://schemas.microsoft.com/office/drawing/2014/main" id="{D0BC3FD3-612F-3629-EF82-CE2A15529E4C}"/>
              </a:ext>
            </a:extLst>
          </p:cNvPr>
          <p:cNvCxnSpPr>
            <a:cxnSpLocks/>
          </p:cNvCxnSpPr>
          <p:nvPr/>
        </p:nvCxnSpPr>
        <p:spPr>
          <a:xfrm flipV="1">
            <a:off x="1698092" y="5002229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Elipse 488">
            <a:extLst>
              <a:ext uri="{FF2B5EF4-FFF2-40B4-BE49-F238E27FC236}">
                <a16:creationId xmlns:a16="http://schemas.microsoft.com/office/drawing/2014/main" id="{7D8ADBAE-DF4F-2E1F-93F3-5F8F349CA4D1}"/>
              </a:ext>
            </a:extLst>
          </p:cNvPr>
          <p:cNvSpPr/>
          <p:nvPr/>
        </p:nvSpPr>
        <p:spPr>
          <a:xfrm rot="19333876">
            <a:off x="1580427" y="4908882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0" name="Conector recto 489">
            <a:extLst>
              <a:ext uri="{FF2B5EF4-FFF2-40B4-BE49-F238E27FC236}">
                <a16:creationId xmlns:a16="http://schemas.microsoft.com/office/drawing/2014/main" id="{C3B8ABAE-AAEC-B97C-1F1B-CC78B734F113}"/>
              </a:ext>
            </a:extLst>
          </p:cNvPr>
          <p:cNvCxnSpPr>
            <a:cxnSpLocks/>
          </p:cNvCxnSpPr>
          <p:nvPr/>
        </p:nvCxnSpPr>
        <p:spPr>
          <a:xfrm>
            <a:off x="1668501" y="5087159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ángulo 498">
            <a:extLst>
              <a:ext uri="{FF2B5EF4-FFF2-40B4-BE49-F238E27FC236}">
                <a16:creationId xmlns:a16="http://schemas.microsoft.com/office/drawing/2014/main" id="{8DCF2CBB-F992-F309-9EC4-6665991A8FFC}"/>
              </a:ext>
            </a:extLst>
          </p:cNvPr>
          <p:cNvSpPr/>
          <p:nvPr/>
        </p:nvSpPr>
        <p:spPr>
          <a:xfrm>
            <a:off x="1910645" y="4963618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0" name="Rectángulo: esquinas redondeadas 499">
            <a:extLst>
              <a:ext uri="{FF2B5EF4-FFF2-40B4-BE49-F238E27FC236}">
                <a16:creationId xmlns:a16="http://schemas.microsoft.com/office/drawing/2014/main" id="{5995C763-C982-3DEE-6C65-4B38F24B43AF}"/>
              </a:ext>
            </a:extLst>
          </p:cNvPr>
          <p:cNvSpPr/>
          <p:nvPr/>
        </p:nvSpPr>
        <p:spPr>
          <a:xfrm>
            <a:off x="1937404" y="5097070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1" name="Rectángulo 500">
            <a:extLst>
              <a:ext uri="{FF2B5EF4-FFF2-40B4-BE49-F238E27FC236}">
                <a16:creationId xmlns:a16="http://schemas.microsoft.com/office/drawing/2014/main" id="{6B6E343D-279F-5BD4-3430-B3033D973599}"/>
              </a:ext>
            </a:extLst>
          </p:cNvPr>
          <p:cNvSpPr/>
          <p:nvPr/>
        </p:nvSpPr>
        <p:spPr>
          <a:xfrm>
            <a:off x="1937358" y="5149193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2" name="Rectángulo: esquinas redondeadas 501">
            <a:extLst>
              <a:ext uri="{FF2B5EF4-FFF2-40B4-BE49-F238E27FC236}">
                <a16:creationId xmlns:a16="http://schemas.microsoft.com/office/drawing/2014/main" id="{2B86D766-3DFF-D3FC-96BC-CD0F2BA22DAE}"/>
              </a:ext>
            </a:extLst>
          </p:cNvPr>
          <p:cNvSpPr/>
          <p:nvPr/>
        </p:nvSpPr>
        <p:spPr>
          <a:xfrm>
            <a:off x="1970696" y="5104349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3" name="Elipse 502">
            <a:extLst>
              <a:ext uri="{FF2B5EF4-FFF2-40B4-BE49-F238E27FC236}">
                <a16:creationId xmlns:a16="http://schemas.microsoft.com/office/drawing/2014/main" id="{1E4AA382-6C73-CEB9-2B4B-56824EEBC8C7}"/>
              </a:ext>
            </a:extLst>
          </p:cNvPr>
          <p:cNvSpPr/>
          <p:nvPr/>
        </p:nvSpPr>
        <p:spPr>
          <a:xfrm>
            <a:off x="1918364" y="4919133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4" name="Elipse 503">
            <a:extLst>
              <a:ext uri="{FF2B5EF4-FFF2-40B4-BE49-F238E27FC236}">
                <a16:creationId xmlns:a16="http://schemas.microsoft.com/office/drawing/2014/main" id="{38AD73D0-A642-0860-D757-C0A6E9204A6C}"/>
              </a:ext>
            </a:extLst>
          </p:cNvPr>
          <p:cNvSpPr/>
          <p:nvPr/>
        </p:nvSpPr>
        <p:spPr>
          <a:xfrm rot="872776">
            <a:off x="1985158" y="4897600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5" name="Conector recto 504">
            <a:extLst>
              <a:ext uri="{FF2B5EF4-FFF2-40B4-BE49-F238E27FC236}">
                <a16:creationId xmlns:a16="http://schemas.microsoft.com/office/drawing/2014/main" id="{C1EE50A8-1D9B-7239-604D-0D5558624AE8}"/>
              </a:ext>
            </a:extLst>
          </p:cNvPr>
          <p:cNvCxnSpPr>
            <a:cxnSpLocks/>
          </p:cNvCxnSpPr>
          <p:nvPr/>
        </p:nvCxnSpPr>
        <p:spPr>
          <a:xfrm>
            <a:off x="1973126" y="5004208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ector recto 505">
            <a:extLst>
              <a:ext uri="{FF2B5EF4-FFF2-40B4-BE49-F238E27FC236}">
                <a16:creationId xmlns:a16="http://schemas.microsoft.com/office/drawing/2014/main" id="{7B018C53-0A53-6C4B-2618-6595E718F325}"/>
              </a:ext>
            </a:extLst>
          </p:cNvPr>
          <p:cNvCxnSpPr>
            <a:cxnSpLocks/>
          </p:cNvCxnSpPr>
          <p:nvPr/>
        </p:nvCxnSpPr>
        <p:spPr>
          <a:xfrm flipV="1">
            <a:off x="2022364" y="5004208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Elipse 506">
            <a:extLst>
              <a:ext uri="{FF2B5EF4-FFF2-40B4-BE49-F238E27FC236}">
                <a16:creationId xmlns:a16="http://schemas.microsoft.com/office/drawing/2014/main" id="{EA7E0EF7-0275-CF1E-2A01-1ADB5FB927A8}"/>
              </a:ext>
            </a:extLst>
          </p:cNvPr>
          <p:cNvSpPr/>
          <p:nvPr/>
        </p:nvSpPr>
        <p:spPr>
          <a:xfrm rot="19333876">
            <a:off x="1904699" y="4910861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8" name="Conector recto 507">
            <a:extLst>
              <a:ext uri="{FF2B5EF4-FFF2-40B4-BE49-F238E27FC236}">
                <a16:creationId xmlns:a16="http://schemas.microsoft.com/office/drawing/2014/main" id="{54372F81-CC11-38BB-EE05-619530CDE71C}"/>
              </a:ext>
            </a:extLst>
          </p:cNvPr>
          <p:cNvCxnSpPr>
            <a:cxnSpLocks/>
          </p:cNvCxnSpPr>
          <p:nvPr/>
        </p:nvCxnSpPr>
        <p:spPr>
          <a:xfrm>
            <a:off x="1992773" y="5089138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Rectángulo: esquinas redondeadas 509">
            <a:extLst>
              <a:ext uri="{FF2B5EF4-FFF2-40B4-BE49-F238E27FC236}">
                <a16:creationId xmlns:a16="http://schemas.microsoft.com/office/drawing/2014/main" id="{20CE6464-3FCA-43E6-7BA6-4C1D7D6D61C3}"/>
              </a:ext>
            </a:extLst>
          </p:cNvPr>
          <p:cNvSpPr/>
          <p:nvPr/>
        </p:nvSpPr>
        <p:spPr>
          <a:xfrm>
            <a:off x="2406034" y="5106595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1" name="Rectángulo 510">
            <a:extLst>
              <a:ext uri="{FF2B5EF4-FFF2-40B4-BE49-F238E27FC236}">
                <a16:creationId xmlns:a16="http://schemas.microsoft.com/office/drawing/2014/main" id="{3B260C8F-56B0-1D5B-0DDD-455DC20CE7F7}"/>
              </a:ext>
            </a:extLst>
          </p:cNvPr>
          <p:cNvSpPr/>
          <p:nvPr/>
        </p:nvSpPr>
        <p:spPr>
          <a:xfrm>
            <a:off x="2405988" y="5158718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6" name="Rectángulo: esquinas redondeadas 695">
            <a:extLst>
              <a:ext uri="{FF2B5EF4-FFF2-40B4-BE49-F238E27FC236}">
                <a16:creationId xmlns:a16="http://schemas.microsoft.com/office/drawing/2014/main" id="{FC9389C9-752F-841D-7F85-2D7A4E6151F9}"/>
              </a:ext>
            </a:extLst>
          </p:cNvPr>
          <p:cNvSpPr/>
          <p:nvPr/>
        </p:nvSpPr>
        <p:spPr>
          <a:xfrm>
            <a:off x="2439326" y="5113874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7" name="Elipse 696">
            <a:extLst>
              <a:ext uri="{FF2B5EF4-FFF2-40B4-BE49-F238E27FC236}">
                <a16:creationId xmlns:a16="http://schemas.microsoft.com/office/drawing/2014/main" id="{77182EAA-868B-F605-704C-2FC2DB1CBD95}"/>
              </a:ext>
            </a:extLst>
          </p:cNvPr>
          <p:cNvSpPr/>
          <p:nvPr/>
        </p:nvSpPr>
        <p:spPr>
          <a:xfrm>
            <a:off x="2386994" y="4928658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8" name="Conector recto 697">
            <a:extLst>
              <a:ext uri="{FF2B5EF4-FFF2-40B4-BE49-F238E27FC236}">
                <a16:creationId xmlns:a16="http://schemas.microsoft.com/office/drawing/2014/main" id="{C2AE91DB-A420-20FD-41A5-E78543A6A6A0}"/>
              </a:ext>
            </a:extLst>
          </p:cNvPr>
          <p:cNvCxnSpPr>
            <a:cxnSpLocks/>
          </p:cNvCxnSpPr>
          <p:nvPr/>
        </p:nvCxnSpPr>
        <p:spPr>
          <a:xfrm>
            <a:off x="2441756" y="50137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onector recto 698">
            <a:extLst>
              <a:ext uri="{FF2B5EF4-FFF2-40B4-BE49-F238E27FC236}">
                <a16:creationId xmlns:a16="http://schemas.microsoft.com/office/drawing/2014/main" id="{94CFA81C-88D6-E706-36E9-7491CD89CC3E}"/>
              </a:ext>
            </a:extLst>
          </p:cNvPr>
          <p:cNvCxnSpPr>
            <a:cxnSpLocks/>
          </p:cNvCxnSpPr>
          <p:nvPr/>
        </p:nvCxnSpPr>
        <p:spPr>
          <a:xfrm flipV="1">
            <a:off x="2490994" y="50137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onector recto 699">
            <a:extLst>
              <a:ext uri="{FF2B5EF4-FFF2-40B4-BE49-F238E27FC236}">
                <a16:creationId xmlns:a16="http://schemas.microsoft.com/office/drawing/2014/main" id="{FF47AEB9-8BA0-83DD-6285-B0E8BEA6D47A}"/>
              </a:ext>
            </a:extLst>
          </p:cNvPr>
          <p:cNvCxnSpPr>
            <a:cxnSpLocks/>
          </p:cNvCxnSpPr>
          <p:nvPr/>
        </p:nvCxnSpPr>
        <p:spPr>
          <a:xfrm>
            <a:off x="2461403" y="50986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ángulo: esquinas redondeadas 700">
            <a:extLst>
              <a:ext uri="{FF2B5EF4-FFF2-40B4-BE49-F238E27FC236}">
                <a16:creationId xmlns:a16="http://schemas.microsoft.com/office/drawing/2014/main" id="{19E7F390-AAA6-F521-49C1-F4117BC0E269}"/>
              </a:ext>
            </a:extLst>
          </p:cNvPr>
          <p:cNvSpPr/>
          <p:nvPr/>
        </p:nvSpPr>
        <p:spPr>
          <a:xfrm>
            <a:off x="226714" y="4870977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2" name="Rectángulo 701">
            <a:extLst>
              <a:ext uri="{FF2B5EF4-FFF2-40B4-BE49-F238E27FC236}">
                <a16:creationId xmlns:a16="http://schemas.microsoft.com/office/drawing/2014/main" id="{4AE32C58-3409-676F-6840-5AE48ED55167}"/>
              </a:ext>
            </a:extLst>
          </p:cNvPr>
          <p:cNvSpPr/>
          <p:nvPr/>
        </p:nvSpPr>
        <p:spPr>
          <a:xfrm>
            <a:off x="226668" y="4923100"/>
            <a:ext cx="166688" cy="121444"/>
          </a:xfrm>
          <a:prstGeom prst="rect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3" name="Rectángulo: esquinas redondeadas 702">
            <a:extLst>
              <a:ext uri="{FF2B5EF4-FFF2-40B4-BE49-F238E27FC236}">
                <a16:creationId xmlns:a16="http://schemas.microsoft.com/office/drawing/2014/main" id="{022999E5-EF9D-C8FF-0B74-4B787BF8DE51}"/>
              </a:ext>
            </a:extLst>
          </p:cNvPr>
          <p:cNvSpPr/>
          <p:nvPr/>
        </p:nvSpPr>
        <p:spPr>
          <a:xfrm>
            <a:off x="260006" y="4878256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1" name="Elipse 490">
            <a:extLst>
              <a:ext uri="{FF2B5EF4-FFF2-40B4-BE49-F238E27FC236}">
                <a16:creationId xmlns:a16="http://schemas.microsoft.com/office/drawing/2014/main" id="{5D6EF399-71EC-28E1-EB8B-BD4437C1C86C}"/>
              </a:ext>
            </a:extLst>
          </p:cNvPr>
          <p:cNvSpPr/>
          <p:nvPr/>
        </p:nvSpPr>
        <p:spPr>
          <a:xfrm>
            <a:off x="207674" y="4693040"/>
            <a:ext cx="209551" cy="198175"/>
          </a:xfrm>
          <a:prstGeom prst="ellipse">
            <a:avLst/>
          </a:prstGeom>
          <a:solidFill>
            <a:srgbClr val="EBC672"/>
          </a:solidFill>
          <a:ln>
            <a:solidFill>
              <a:srgbClr val="EBC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2" name="Conector recto 491">
            <a:extLst>
              <a:ext uri="{FF2B5EF4-FFF2-40B4-BE49-F238E27FC236}">
                <a16:creationId xmlns:a16="http://schemas.microsoft.com/office/drawing/2014/main" id="{AE68228E-DCC4-FDA4-2443-87FB084214DA}"/>
              </a:ext>
            </a:extLst>
          </p:cNvPr>
          <p:cNvCxnSpPr>
            <a:cxnSpLocks/>
          </p:cNvCxnSpPr>
          <p:nvPr/>
        </p:nvCxnSpPr>
        <p:spPr>
          <a:xfrm>
            <a:off x="262436" y="47781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492">
            <a:extLst>
              <a:ext uri="{FF2B5EF4-FFF2-40B4-BE49-F238E27FC236}">
                <a16:creationId xmlns:a16="http://schemas.microsoft.com/office/drawing/2014/main" id="{BBAFB31C-6E75-8583-3576-11C4B2D75AC5}"/>
              </a:ext>
            </a:extLst>
          </p:cNvPr>
          <p:cNvCxnSpPr>
            <a:cxnSpLocks/>
          </p:cNvCxnSpPr>
          <p:nvPr/>
        </p:nvCxnSpPr>
        <p:spPr>
          <a:xfrm flipV="1">
            <a:off x="311674" y="47781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493">
            <a:extLst>
              <a:ext uri="{FF2B5EF4-FFF2-40B4-BE49-F238E27FC236}">
                <a16:creationId xmlns:a16="http://schemas.microsoft.com/office/drawing/2014/main" id="{1E83D689-698B-E4E3-FDBE-AD82E7867018}"/>
              </a:ext>
            </a:extLst>
          </p:cNvPr>
          <p:cNvCxnSpPr>
            <a:cxnSpLocks/>
          </p:cNvCxnSpPr>
          <p:nvPr/>
        </p:nvCxnSpPr>
        <p:spPr>
          <a:xfrm>
            <a:off x="282083" y="48630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Rectángulo: esquinas redondeadas 494">
            <a:extLst>
              <a:ext uri="{FF2B5EF4-FFF2-40B4-BE49-F238E27FC236}">
                <a16:creationId xmlns:a16="http://schemas.microsoft.com/office/drawing/2014/main" id="{2CB5DC29-D664-8541-8876-D585EDF93C24}"/>
              </a:ext>
            </a:extLst>
          </p:cNvPr>
          <p:cNvSpPr/>
          <p:nvPr/>
        </p:nvSpPr>
        <p:spPr>
          <a:xfrm>
            <a:off x="7127603" y="5095204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6" name="Rectángulo 495">
            <a:extLst>
              <a:ext uri="{FF2B5EF4-FFF2-40B4-BE49-F238E27FC236}">
                <a16:creationId xmlns:a16="http://schemas.microsoft.com/office/drawing/2014/main" id="{DF11B59D-E4BF-8860-5AA5-6288D803FC1E}"/>
              </a:ext>
            </a:extLst>
          </p:cNvPr>
          <p:cNvSpPr/>
          <p:nvPr/>
        </p:nvSpPr>
        <p:spPr>
          <a:xfrm>
            <a:off x="7127557" y="5147327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7" name="Rectángulo: esquinas redondeadas 496">
            <a:extLst>
              <a:ext uri="{FF2B5EF4-FFF2-40B4-BE49-F238E27FC236}">
                <a16:creationId xmlns:a16="http://schemas.microsoft.com/office/drawing/2014/main" id="{21BD99D7-357A-9E4F-8C98-F1724840808D}"/>
              </a:ext>
            </a:extLst>
          </p:cNvPr>
          <p:cNvSpPr/>
          <p:nvPr/>
        </p:nvSpPr>
        <p:spPr>
          <a:xfrm>
            <a:off x="7160895" y="5102483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8" name="Elipse 497">
            <a:extLst>
              <a:ext uri="{FF2B5EF4-FFF2-40B4-BE49-F238E27FC236}">
                <a16:creationId xmlns:a16="http://schemas.microsoft.com/office/drawing/2014/main" id="{012A1845-37C7-A9E9-1DC3-BD275DE124A2}"/>
              </a:ext>
            </a:extLst>
          </p:cNvPr>
          <p:cNvSpPr/>
          <p:nvPr/>
        </p:nvSpPr>
        <p:spPr>
          <a:xfrm>
            <a:off x="7108563" y="4917267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09" name="Conector recto 508">
            <a:extLst>
              <a:ext uri="{FF2B5EF4-FFF2-40B4-BE49-F238E27FC236}">
                <a16:creationId xmlns:a16="http://schemas.microsoft.com/office/drawing/2014/main" id="{1BF5607A-1246-2614-0DDD-D53D8301B526}"/>
              </a:ext>
            </a:extLst>
          </p:cNvPr>
          <p:cNvCxnSpPr>
            <a:cxnSpLocks/>
          </p:cNvCxnSpPr>
          <p:nvPr/>
        </p:nvCxnSpPr>
        <p:spPr>
          <a:xfrm>
            <a:off x="7163325" y="500234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ector recto 383">
            <a:extLst>
              <a:ext uri="{FF2B5EF4-FFF2-40B4-BE49-F238E27FC236}">
                <a16:creationId xmlns:a16="http://schemas.microsoft.com/office/drawing/2014/main" id="{21036F68-58C4-F614-8BE3-FCA05C7BA667}"/>
              </a:ext>
            </a:extLst>
          </p:cNvPr>
          <p:cNvCxnSpPr>
            <a:cxnSpLocks/>
          </p:cNvCxnSpPr>
          <p:nvPr/>
        </p:nvCxnSpPr>
        <p:spPr>
          <a:xfrm flipV="1">
            <a:off x="7212563" y="500234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384">
            <a:extLst>
              <a:ext uri="{FF2B5EF4-FFF2-40B4-BE49-F238E27FC236}">
                <a16:creationId xmlns:a16="http://schemas.microsoft.com/office/drawing/2014/main" id="{7EE2D52D-9EEA-5EAF-9475-32CBFB94CAE9}"/>
              </a:ext>
            </a:extLst>
          </p:cNvPr>
          <p:cNvCxnSpPr>
            <a:cxnSpLocks/>
          </p:cNvCxnSpPr>
          <p:nvPr/>
        </p:nvCxnSpPr>
        <p:spPr>
          <a:xfrm>
            <a:off x="7182972" y="508727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ángulo: esquinas redondeadas 385">
            <a:extLst>
              <a:ext uri="{FF2B5EF4-FFF2-40B4-BE49-F238E27FC236}">
                <a16:creationId xmlns:a16="http://schemas.microsoft.com/office/drawing/2014/main" id="{BCE03792-7E98-CD37-0EB6-93CF9F6E18FA}"/>
              </a:ext>
            </a:extLst>
          </p:cNvPr>
          <p:cNvSpPr/>
          <p:nvPr/>
        </p:nvSpPr>
        <p:spPr>
          <a:xfrm>
            <a:off x="6576010" y="5064985"/>
            <a:ext cx="165953" cy="163517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616E8D18-5CCB-D875-B248-1D0441C800CC}"/>
              </a:ext>
            </a:extLst>
          </p:cNvPr>
          <p:cNvSpPr/>
          <p:nvPr/>
        </p:nvSpPr>
        <p:spPr>
          <a:xfrm>
            <a:off x="6575964" y="5117108"/>
            <a:ext cx="166688" cy="121444"/>
          </a:xfrm>
          <a:prstGeom prst="rect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Rectángulo: esquinas redondeadas 387">
            <a:extLst>
              <a:ext uri="{FF2B5EF4-FFF2-40B4-BE49-F238E27FC236}">
                <a16:creationId xmlns:a16="http://schemas.microsoft.com/office/drawing/2014/main" id="{AB499D66-FA9A-DE39-7B77-7D0CC1E03165}"/>
              </a:ext>
            </a:extLst>
          </p:cNvPr>
          <p:cNvSpPr/>
          <p:nvPr/>
        </p:nvSpPr>
        <p:spPr>
          <a:xfrm>
            <a:off x="6609302" y="5072264"/>
            <a:ext cx="104775" cy="165600"/>
          </a:xfrm>
          <a:prstGeom prst="roundRect">
            <a:avLst/>
          </a:prstGeom>
          <a:solidFill>
            <a:srgbClr val="863A12"/>
          </a:solidFill>
          <a:ln>
            <a:solidFill>
              <a:srgbClr val="863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Elipse 388">
            <a:extLst>
              <a:ext uri="{FF2B5EF4-FFF2-40B4-BE49-F238E27FC236}">
                <a16:creationId xmlns:a16="http://schemas.microsoft.com/office/drawing/2014/main" id="{2AE72D2C-B262-1B04-3E0A-1553B8EDF885}"/>
              </a:ext>
            </a:extLst>
          </p:cNvPr>
          <p:cNvSpPr/>
          <p:nvPr/>
        </p:nvSpPr>
        <p:spPr>
          <a:xfrm>
            <a:off x="6556970" y="4887048"/>
            <a:ext cx="209551" cy="198175"/>
          </a:xfrm>
          <a:prstGeom prst="ellipse">
            <a:avLst/>
          </a:prstGeom>
          <a:solidFill>
            <a:srgbClr val="694D24"/>
          </a:solidFill>
          <a:ln>
            <a:solidFill>
              <a:srgbClr val="694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BC1E6569-0FA0-0541-A099-467B4A69BD4F}"/>
              </a:ext>
            </a:extLst>
          </p:cNvPr>
          <p:cNvCxnSpPr>
            <a:cxnSpLocks/>
          </p:cNvCxnSpPr>
          <p:nvPr/>
        </p:nvCxnSpPr>
        <p:spPr>
          <a:xfrm>
            <a:off x="6611732" y="497212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390">
            <a:extLst>
              <a:ext uri="{FF2B5EF4-FFF2-40B4-BE49-F238E27FC236}">
                <a16:creationId xmlns:a16="http://schemas.microsoft.com/office/drawing/2014/main" id="{501CC6AC-4553-CE71-C4CC-BF55015CB6FB}"/>
              </a:ext>
            </a:extLst>
          </p:cNvPr>
          <p:cNvCxnSpPr>
            <a:cxnSpLocks/>
          </p:cNvCxnSpPr>
          <p:nvPr/>
        </p:nvCxnSpPr>
        <p:spPr>
          <a:xfrm flipV="1">
            <a:off x="6660970" y="497212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79F921BA-5692-2DF4-0BD1-7F8764368848}"/>
              </a:ext>
            </a:extLst>
          </p:cNvPr>
          <p:cNvCxnSpPr>
            <a:cxnSpLocks/>
          </p:cNvCxnSpPr>
          <p:nvPr/>
        </p:nvCxnSpPr>
        <p:spPr>
          <a:xfrm>
            <a:off x="6631379" y="505705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Rectángulo: esquinas redondeadas 401">
            <a:extLst>
              <a:ext uri="{FF2B5EF4-FFF2-40B4-BE49-F238E27FC236}">
                <a16:creationId xmlns:a16="http://schemas.microsoft.com/office/drawing/2014/main" id="{65CCA4F8-6564-E2BB-00C5-6ED18844B458}"/>
              </a:ext>
            </a:extLst>
          </p:cNvPr>
          <p:cNvSpPr/>
          <p:nvPr/>
        </p:nvSpPr>
        <p:spPr>
          <a:xfrm>
            <a:off x="8883598" y="4891983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3" name="Rectángulo 402">
            <a:extLst>
              <a:ext uri="{FF2B5EF4-FFF2-40B4-BE49-F238E27FC236}">
                <a16:creationId xmlns:a16="http://schemas.microsoft.com/office/drawing/2014/main" id="{C3538678-A303-3B6A-4E2B-F96FBBE873C8}"/>
              </a:ext>
            </a:extLst>
          </p:cNvPr>
          <p:cNvSpPr/>
          <p:nvPr/>
        </p:nvSpPr>
        <p:spPr>
          <a:xfrm>
            <a:off x="8883552" y="494410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4" name="Rectángulo: esquinas redondeadas 403">
            <a:extLst>
              <a:ext uri="{FF2B5EF4-FFF2-40B4-BE49-F238E27FC236}">
                <a16:creationId xmlns:a16="http://schemas.microsoft.com/office/drawing/2014/main" id="{0188EEF4-EBD2-6213-21B4-B79F5C8AEE89}"/>
              </a:ext>
            </a:extLst>
          </p:cNvPr>
          <p:cNvSpPr/>
          <p:nvPr/>
        </p:nvSpPr>
        <p:spPr>
          <a:xfrm>
            <a:off x="8916890" y="4899262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5" name="Elipse 404">
            <a:extLst>
              <a:ext uri="{FF2B5EF4-FFF2-40B4-BE49-F238E27FC236}">
                <a16:creationId xmlns:a16="http://schemas.microsoft.com/office/drawing/2014/main" id="{E4675364-5605-C86E-4AC6-2E7DBD0E5A86}"/>
              </a:ext>
            </a:extLst>
          </p:cNvPr>
          <p:cNvSpPr/>
          <p:nvPr/>
        </p:nvSpPr>
        <p:spPr>
          <a:xfrm>
            <a:off x="8864558" y="471404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56C86FC6-852D-17D1-1AB0-D38C693F913D}"/>
              </a:ext>
            </a:extLst>
          </p:cNvPr>
          <p:cNvSpPr/>
          <p:nvPr/>
        </p:nvSpPr>
        <p:spPr>
          <a:xfrm rot="872776">
            <a:off x="8931352" y="4692513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07" name="Conector recto 406">
            <a:extLst>
              <a:ext uri="{FF2B5EF4-FFF2-40B4-BE49-F238E27FC236}">
                <a16:creationId xmlns:a16="http://schemas.microsoft.com/office/drawing/2014/main" id="{E4CC108B-9E6C-39C5-8668-9714ED57B523}"/>
              </a:ext>
            </a:extLst>
          </p:cNvPr>
          <p:cNvCxnSpPr>
            <a:cxnSpLocks/>
          </p:cNvCxnSpPr>
          <p:nvPr/>
        </p:nvCxnSpPr>
        <p:spPr>
          <a:xfrm>
            <a:off x="8919320" y="479912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407">
            <a:extLst>
              <a:ext uri="{FF2B5EF4-FFF2-40B4-BE49-F238E27FC236}">
                <a16:creationId xmlns:a16="http://schemas.microsoft.com/office/drawing/2014/main" id="{B5182629-5D19-15B0-81E2-B33A08854375}"/>
              </a:ext>
            </a:extLst>
          </p:cNvPr>
          <p:cNvCxnSpPr>
            <a:cxnSpLocks/>
          </p:cNvCxnSpPr>
          <p:nvPr/>
        </p:nvCxnSpPr>
        <p:spPr>
          <a:xfrm flipV="1">
            <a:off x="8968558" y="479912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Elipse 408">
            <a:extLst>
              <a:ext uri="{FF2B5EF4-FFF2-40B4-BE49-F238E27FC236}">
                <a16:creationId xmlns:a16="http://schemas.microsoft.com/office/drawing/2014/main" id="{B675DC54-656A-E04B-FC81-42EFC0C5580C}"/>
              </a:ext>
            </a:extLst>
          </p:cNvPr>
          <p:cNvSpPr/>
          <p:nvPr/>
        </p:nvSpPr>
        <p:spPr>
          <a:xfrm rot="19333876">
            <a:off x="8850893" y="4705774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37" name="Conector recto 436">
            <a:extLst>
              <a:ext uri="{FF2B5EF4-FFF2-40B4-BE49-F238E27FC236}">
                <a16:creationId xmlns:a16="http://schemas.microsoft.com/office/drawing/2014/main" id="{5681F345-8FC2-12C2-364D-0E98EC797D07}"/>
              </a:ext>
            </a:extLst>
          </p:cNvPr>
          <p:cNvCxnSpPr>
            <a:cxnSpLocks/>
          </p:cNvCxnSpPr>
          <p:nvPr/>
        </p:nvCxnSpPr>
        <p:spPr>
          <a:xfrm>
            <a:off x="8938967" y="488405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ángulo: esquinas redondeadas 437">
            <a:extLst>
              <a:ext uri="{FF2B5EF4-FFF2-40B4-BE49-F238E27FC236}">
                <a16:creationId xmlns:a16="http://schemas.microsoft.com/office/drawing/2014/main" id="{BBA74909-3324-7D76-74DE-D164DD9582B8}"/>
              </a:ext>
            </a:extLst>
          </p:cNvPr>
          <p:cNvSpPr/>
          <p:nvPr/>
        </p:nvSpPr>
        <p:spPr>
          <a:xfrm>
            <a:off x="5238201" y="4879809"/>
            <a:ext cx="165953" cy="16351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9" name="Rectángulo 438">
            <a:extLst>
              <a:ext uri="{FF2B5EF4-FFF2-40B4-BE49-F238E27FC236}">
                <a16:creationId xmlns:a16="http://schemas.microsoft.com/office/drawing/2014/main" id="{FF392321-0157-DE70-B925-860DD9A4BDFA}"/>
              </a:ext>
            </a:extLst>
          </p:cNvPr>
          <p:cNvSpPr/>
          <p:nvPr/>
        </p:nvSpPr>
        <p:spPr>
          <a:xfrm>
            <a:off x="5238155" y="493193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0" name="Rectángulo: esquinas redondeadas 439">
            <a:extLst>
              <a:ext uri="{FF2B5EF4-FFF2-40B4-BE49-F238E27FC236}">
                <a16:creationId xmlns:a16="http://schemas.microsoft.com/office/drawing/2014/main" id="{8E5ABFA6-8712-E5F4-FB97-0EFFFA0A8097}"/>
              </a:ext>
            </a:extLst>
          </p:cNvPr>
          <p:cNvSpPr/>
          <p:nvPr/>
        </p:nvSpPr>
        <p:spPr>
          <a:xfrm>
            <a:off x="5271493" y="4887088"/>
            <a:ext cx="104775" cy="1656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1" name="Elipse 440">
            <a:extLst>
              <a:ext uri="{FF2B5EF4-FFF2-40B4-BE49-F238E27FC236}">
                <a16:creationId xmlns:a16="http://schemas.microsoft.com/office/drawing/2014/main" id="{2B8653DF-BBA5-E351-3673-35DB0A8F297D}"/>
              </a:ext>
            </a:extLst>
          </p:cNvPr>
          <p:cNvSpPr/>
          <p:nvPr/>
        </p:nvSpPr>
        <p:spPr>
          <a:xfrm>
            <a:off x="5219161" y="470187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42" name="Conector recto 441">
            <a:extLst>
              <a:ext uri="{FF2B5EF4-FFF2-40B4-BE49-F238E27FC236}">
                <a16:creationId xmlns:a16="http://schemas.microsoft.com/office/drawing/2014/main" id="{22235395-4726-69EB-018F-828F27319525}"/>
              </a:ext>
            </a:extLst>
          </p:cNvPr>
          <p:cNvCxnSpPr>
            <a:cxnSpLocks/>
          </p:cNvCxnSpPr>
          <p:nvPr/>
        </p:nvCxnSpPr>
        <p:spPr>
          <a:xfrm>
            <a:off x="5273923" y="478694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ector recto 442">
            <a:extLst>
              <a:ext uri="{FF2B5EF4-FFF2-40B4-BE49-F238E27FC236}">
                <a16:creationId xmlns:a16="http://schemas.microsoft.com/office/drawing/2014/main" id="{36E2C2D4-87F2-8B96-4CAC-7F90AB6780CD}"/>
              </a:ext>
            </a:extLst>
          </p:cNvPr>
          <p:cNvCxnSpPr>
            <a:cxnSpLocks/>
          </p:cNvCxnSpPr>
          <p:nvPr/>
        </p:nvCxnSpPr>
        <p:spPr>
          <a:xfrm flipV="1">
            <a:off x="5323161" y="478694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ector recto 443">
            <a:extLst>
              <a:ext uri="{FF2B5EF4-FFF2-40B4-BE49-F238E27FC236}">
                <a16:creationId xmlns:a16="http://schemas.microsoft.com/office/drawing/2014/main" id="{7280417D-A9C7-892E-456D-52F0530E1B4D}"/>
              </a:ext>
            </a:extLst>
          </p:cNvPr>
          <p:cNvCxnSpPr>
            <a:cxnSpLocks/>
          </p:cNvCxnSpPr>
          <p:nvPr/>
        </p:nvCxnSpPr>
        <p:spPr>
          <a:xfrm>
            <a:off x="5293570" y="487187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ectángulo: esquinas redondeadas 444">
            <a:extLst>
              <a:ext uri="{FF2B5EF4-FFF2-40B4-BE49-F238E27FC236}">
                <a16:creationId xmlns:a16="http://schemas.microsoft.com/office/drawing/2014/main" id="{68F152E8-E2C5-53AE-7A65-EE442D915121}"/>
              </a:ext>
            </a:extLst>
          </p:cNvPr>
          <p:cNvSpPr/>
          <p:nvPr/>
        </p:nvSpPr>
        <p:spPr>
          <a:xfrm>
            <a:off x="5485157" y="5122443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4" name="Rectángulo 703">
            <a:extLst>
              <a:ext uri="{FF2B5EF4-FFF2-40B4-BE49-F238E27FC236}">
                <a16:creationId xmlns:a16="http://schemas.microsoft.com/office/drawing/2014/main" id="{EC10A79F-C6AD-75AD-40D8-53C3EF027A68}"/>
              </a:ext>
            </a:extLst>
          </p:cNvPr>
          <p:cNvSpPr/>
          <p:nvPr/>
        </p:nvSpPr>
        <p:spPr>
          <a:xfrm>
            <a:off x="5485111" y="5174566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5" name="Rectángulo: esquinas redondeadas 704">
            <a:extLst>
              <a:ext uri="{FF2B5EF4-FFF2-40B4-BE49-F238E27FC236}">
                <a16:creationId xmlns:a16="http://schemas.microsoft.com/office/drawing/2014/main" id="{C0274237-FA02-396D-E043-86FABC17B0B6}"/>
              </a:ext>
            </a:extLst>
          </p:cNvPr>
          <p:cNvSpPr/>
          <p:nvPr/>
        </p:nvSpPr>
        <p:spPr>
          <a:xfrm>
            <a:off x="5518449" y="5129722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6" name="Elipse 705">
            <a:extLst>
              <a:ext uri="{FF2B5EF4-FFF2-40B4-BE49-F238E27FC236}">
                <a16:creationId xmlns:a16="http://schemas.microsoft.com/office/drawing/2014/main" id="{5BB73095-FC51-8B63-39F1-06C86B8C8FBC}"/>
              </a:ext>
            </a:extLst>
          </p:cNvPr>
          <p:cNvSpPr/>
          <p:nvPr/>
        </p:nvSpPr>
        <p:spPr>
          <a:xfrm>
            <a:off x="5466117" y="4944506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7" name="Elipse 706">
            <a:extLst>
              <a:ext uri="{FF2B5EF4-FFF2-40B4-BE49-F238E27FC236}">
                <a16:creationId xmlns:a16="http://schemas.microsoft.com/office/drawing/2014/main" id="{865F733E-419C-1070-9742-2502895D2C6D}"/>
              </a:ext>
            </a:extLst>
          </p:cNvPr>
          <p:cNvSpPr/>
          <p:nvPr/>
        </p:nvSpPr>
        <p:spPr>
          <a:xfrm rot="872776">
            <a:off x="5532911" y="4922973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08" name="Conector recto 707">
            <a:extLst>
              <a:ext uri="{FF2B5EF4-FFF2-40B4-BE49-F238E27FC236}">
                <a16:creationId xmlns:a16="http://schemas.microsoft.com/office/drawing/2014/main" id="{EA1D67BE-1DCD-D046-9A7D-E262DEEED98D}"/>
              </a:ext>
            </a:extLst>
          </p:cNvPr>
          <p:cNvCxnSpPr>
            <a:cxnSpLocks/>
          </p:cNvCxnSpPr>
          <p:nvPr/>
        </p:nvCxnSpPr>
        <p:spPr>
          <a:xfrm>
            <a:off x="5520879" y="5029581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ector recto 708">
            <a:extLst>
              <a:ext uri="{FF2B5EF4-FFF2-40B4-BE49-F238E27FC236}">
                <a16:creationId xmlns:a16="http://schemas.microsoft.com/office/drawing/2014/main" id="{DF38E0D3-8B4E-12C5-D618-BC132D8745DF}"/>
              </a:ext>
            </a:extLst>
          </p:cNvPr>
          <p:cNvCxnSpPr>
            <a:cxnSpLocks/>
          </p:cNvCxnSpPr>
          <p:nvPr/>
        </p:nvCxnSpPr>
        <p:spPr>
          <a:xfrm flipV="1">
            <a:off x="5570117" y="5029581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Elipse 709">
            <a:extLst>
              <a:ext uri="{FF2B5EF4-FFF2-40B4-BE49-F238E27FC236}">
                <a16:creationId xmlns:a16="http://schemas.microsoft.com/office/drawing/2014/main" id="{91629783-63F7-FF48-EDDE-B78F6A64AAB5}"/>
              </a:ext>
            </a:extLst>
          </p:cNvPr>
          <p:cNvSpPr/>
          <p:nvPr/>
        </p:nvSpPr>
        <p:spPr>
          <a:xfrm rot="19333876">
            <a:off x="5452452" y="4936234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1" name="Conector recto 710">
            <a:extLst>
              <a:ext uri="{FF2B5EF4-FFF2-40B4-BE49-F238E27FC236}">
                <a16:creationId xmlns:a16="http://schemas.microsoft.com/office/drawing/2014/main" id="{623F3022-8A9E-939A-3C31-D4D6334D1453}"/>
              </a:ext>
            </a:extLst>
          </p:cNvPr>
          <p:cNvCxnSpPr>
            <a:cxnSpLocks/>
          </p:cNvCxnSpPr>
          <p:nvPr/>
        </p:nvCxnSpPr>
        <p:spPr>
          <a:xfrm>
            <a:off x="5540526" y="5114511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Rectángulo: esquinas redondeadas 711">
            <a:extLst>
              <a:ext uri="{FF2B5EF4-FFF2-40B4-BE49-F238E27FC236}">
                <a16:creationId xmlns:a16="http://schemas.microsoft.com/office/drawing/2014/main" id="{C8DD6B4E-9944-7132-1B09-4B3531A4A9DA}"/>
              </a:ext>
            </a:extLst>
          </p:cNvPr>
          <p:cNvSpPr/>
          <p:nvPr/>
        </p:nvSpPr>
        <p:spPr>
          <a:xfrm>
            <a:off x="4960491" y="4872599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3" name="Rectángulo 712">
            <a:extLst>
              <a:ext uri="{FF2B5EF4-FFF2-40B4-BE49-F238E27FC236}">
                <a16:creationId xmlns:a16="http://schemas.microsoft.com/office/drawing/2014/main" id="{EF4AA0E3-626E-2D4E-3199-5B6799F42889}"/>
              </a:ext>
            </a:extLst>
          </p:cNvPr>
          <p:cNvSpPr/>
          <p:nvPr/>
        </p:nvSpPr>
        <p:spPr>
          <a:xfrm>
            <a:off x="4960445" y="4924722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4" name="Rectángulo: esquinas redondeadas 713">
            <a:extLst>
              <a:ext uri="{FF2B5EF4-FFF2-40B4-BE49-F238E27FC236}">
                <a16:creationId xmlns:a16="http://schemas.microsoft.com/office/drawing/2014/main" id="{A77D9E59-0B31-F240-7C37-F5646183F397}"/>
              </a:ext>
            </a:extLst>
          </p:cNvPr>
          <p:cNvSpPr/>
          <p:nvPr/>
        </p:nvSpPr>
        <p:spPr>
          <a:xfrm>
            <a:off x="4993783" y="4879878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5" name="Elipse 714">
            <a:extLst>
              <a:ext uri="{FF2B5EF4-FFF2-40B4-BE49-F238E27FC236}">
                <a16:creationId xmlns:a16="http://schemas.microsoft.com/office/drawing/2014/main" id="{70F8BAA0-59B5-49A4-98A6-F6737CB724E6}"/>
              </a:ext>
            </a:extLst>
          </p:cNvPr>
          <p:cNvSpPr/>
          <p:nvPr/>
        </p:nvSpPr>
        <p:spPr>
          <a:xfrm>
            <a:off x="4941451" y="4694662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6" name="Elipse 715">
            <a:extLst>
              <a:ext uri="{FF2B5EF4-FFF2-40B4-BE49-F238E27FC236}">
                <a16:creationId xmlns:a16="http://schemas.microsoft.com/office/drawing/2014/main" id="{9E964D91-A252-DF14-3C14-3AAB640560DF}"/>
              </a:ext>
            </a:extLst>
          </p:cNvPr>
          <p:cNvSpPr/>
          <p:nvPr/>
        </p:nvSpPr>
        <p:spPr>
          <a:xfrm rot="872776">
            <a:off x="5008245" y="4673129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17" name="Conector recto 716">
            <a:extLst>
              <a:ext uri="{FF2B5EF4-FFF2-40B4-BE49-F238E27FC236}">
                <a16:creationId xmlns:a16="http://schemas.microsoft.com/office/drawing/2014/main" id="{F5F34CB2-56F7-93FC-0349-E1638CDFF767}"/>
              </a:ext>
            </a:extLst>
          </p:cNvPr>
          <p:cNvCxnSpPr>
            <a:cxnSpLocks/>
          </p:cNvCxnSpPr>
          <p:nvPr/>
        </p:nvCxnSpPr>
        <p:spPr>
          <a:xfrm>
            <a:off x="4996213" y="477973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ector recto 717">
            <a:extLst>
              <a:ext uri="{FF2B5EF4-FFF2-40B4-BE49-F238E27FC236}">
                <a16:creationId xmlns:a16="http://schemas.microsoft.com/office/drawing/2014/main" id="{5BA6C332-9C77-A71E-A8D1-4C29887A7BC0}"/>
              </a:ext>
            </a:extLst>
          </p:cNvPr>
          <p:cNvCxnSpPr>
            <a:cxnSpLocks/>
          </p:cNvCxnSpPr>
          <p:nvPr/>
        </p:nvCxnSpPr>
        <p:spPr>
          <a:xfrm flipV="1">
            <a:off x="5045451" y="477973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Elipse 718">
            <a:extLst>
              <a:ext uri="{FF2B5EF4-FFF2-40B4-BE49-F238E27FC236}">
                <a16:creationId xmlns:a16="http://schemas.microsoft.com/office/drawing/2014/main" id="{69A4CB5B-FC3E-5D1D-4976-087AFB901598}"/>
              </a:ext>
            </a:extLst>
          </p:cNvPr>
          <p:cNvSpPr/>
          <p:nvPr/>
        </p:nvSpPr>
        <p:spPr>
          <a:xfrm rot="19333876">
            <a:off x="4927786" y="4686390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0" name="Conector recto 719">
            <a:extLst>
              <a:ext uri="{FF2B5EF4-FFF2-40B4-BE49-F238E27FC236}">
                <a16:creationId xmlns:a16="http://schemas.microsoft.com/office/drawing/2014/main" id="{E053DBFF-28B5-1679-A979-29501C423333}"/>
              </a:ext>
            </a:extLst>
          </p:cNvPr>
          <p:cNvCxnSpPr>
            <a:cxnSpLocks/>
          </p:cNvCxnSpPr>
          <p:nvPr/>
        </p:nvCxnSpPr>
        <p:spPr>
          <a:xfrm>
            <a:off x="5015860" y="486466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Rectángulo 720">
            <a:extLst>
              <a:ext uri="{FF2B5EF4-FFF2-40B4-BE49-F238E27FC236}">
                <a16:creationId xmlns:a16="http://schemas.microsoft.com/office/drawing/2014/main" id="{5E027DFB-AE23-C5EA-D4FB-4C6865A48E95}"/>
              </a:ext>
            </a:extLst>
          </p:cNvPr>
          <p:cNvSpPr/>
          <p:nvPr/>
        </p:nvSpPr>
        <p:spPr>
          <a:xfrm>
            <a:off x="5100037" y="4969645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2" name="Rectángulo: esquinas redondeadas 721">
            <a:extLst>
              <a:ext uri="{FF2B5EF4-FFF2-40B4-BE49-F238E27FC236}">
                <a16:creationId xmlns:a16="http://schemas.microsoft.com/office/drawing/2014/main" id="{7A90B752-DC10-C074-07AB-245654456FD4}"/>
              </a:ext>
            </a:extLst>
          </p:cNvPr>
          <p:cNvSpPr/>
          <p:nvPr/>
        </p:nvSpPr>
        <p:spPr>
          <a:xfrm>
            <a:off x="5126796" y="5103097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3" name="Rectángulo 722">
            <a:extLst>
              <a:ext uri="{FF2B5EF4-FFF2-40B4-BE49-F238E27FC236}">
                <a16:creationId xmlns:a16="http://schemas.microsoft.com/office/drawing/2014/main" id="{3DD125DC-6101-D49E-DEF6-C2FA945AE9F2}"/>
              </a:ext>
            </a:extLst>
          </p:cNvPr>
          <p:cNvSpPr/>
          <p:nvPr/>
        </p:nvSpPr>
        <p:spPr>
          <a:xfrm>
            <a:off x="5126750" y="5155220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4" name="Rectángulo: esquinas redondeadas 723">
            <a:extLst>
              <a:ext uri="{FF2B5EF4-FFF2-40B4-BE49-F238E27FC236}">
                <a16:creationId xmlns:a16="http://schemas.microsoft.com/office/drawing/2014/main" id="{CD2E45B2-CD89-756C-BE0C-D2476E7E2DB5}"/>
              </a:ext>
            </a:extLst>
          </p:cNvPr>
          <p:cNvSpPr/>
          <p:nvPr/>
        </p:nvSpPr>
        <p:spPr>
          <a:xfrm>
            <a:off x="5160088" y="5110376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5" name="Elipse 724">
            <a:extLst>
              <a:ext uri="{FF2B5EF4-FFF2-40B4-BE49-F238E27FC236}">
                <a16:creationId xmlns:a16="http://schemas.microsoft.com/office/drawing/2014/main" id="{D6EE7040-14E0-0B82-C05A-1845A3A09E94}"/>
              </a:ext>
            </a:extLst>
          </p:cNvPr>
          <p:cNvSpPr/>
          <p:nvPr/>
        </p:nvSpPr>
        <p:spPr>
          <a:xfrm>
            <a:off x="5107756" y="492516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6" name="Elipse 725">
            <a:extLst>
              <a:ext uri="{FF2B5EF4-FFF2-40B4-BE49-F238E27FC236}">
                <a16:creationId xmlns:a16="http://schemas.microsoft.com/office/drawing/2014/main" id="{4A066223-FD7A-A3D5-2250-2EAC6C6E6499}"/>
              </a:ext>
            </a:extLst>
          </p:cNvPr>
          <p:cNvSpPr/>
          <p:nvPr/>
        </p:nvSpPr>
        <p:spPr>
          <a:xfrm rot="872776">
            <a:off x="5174550" y="4903627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27" name="Conector recto 726">
            <a:extLst>
              <a:ext uri="{FF2B5EF4-FFF2-40B4-BE49-F238E27FC236}">
                <a16:creationId xmlns:a16="http://schemas.microsoft.com/office/drawing/2014/main" id="{65DFF321-6911-F86F-2DA6-68275A01FA3D}"/>
              </a:ext>
            </a:extLst>
          </p:cNvPr>
          <p:cNvCxnSpPr>
            <a:cxnSpLocks/>
          </p:cNvCxnSpPr>
          <p:nvPr/>
        </p:nvCxnSpPr>
        <p:spPr>
          <a:xfrm>
            <a:off x="5162518" y="501023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ector recto 727">
            <a:extLst>
              <a:ext uri="{FF2B5EF4-FFF2-40B4-BE49-F238E27FC236}">
                <a16:creationId xmlns:a16="http://schemas.microsoft.com/office/drawing/2014/main" id="{DE69933D-9461-E817-A7ED-1EA1C5899FB8}"/>
              </a:ext>
            </a:extLst>
          </p:cNvPr>
          <p:cNvCxnSpPr>
            <a:cxnSpLocks/>
          </p:cNvCxnSpPr>
          <p:nvPr/>
        </p:nvCxnSpPr>
        <p:spPr>
          <a:xfrm flipV="1">
            <a:off x="5211756" y="501023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9" name="Elipse 728">
            <a:extLst>
              <a:ext uri="{FF2B5EF4-FFF2-40B4-BE49-F238E27FC236}">
                <a16:creationId xmlns:a16="http://schemas.microsoft.com/office/drawing/2014/main" id="{D00E6425-ABBF-4464-F0BB-FD949670709A}"/>
              </a:ext>
            </a:extLst>
          </p:cNvPr>
          <p:cNvSpPr/>
          <p:nvPr/>
        </p:nvSpPr>
        <p:spPr>
          <a:xfrm rot="19333876">
            <a:off x="5094091" y="4916888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0" name="Conector recto 729">
            <a:extLst>
              <a:ext uri="{FF2B5EF4-FFF2-40B4-BE49-F238E27FC236}">
                <a16:creationId xmlns:a16="http://schemas.microsoft.com/office/drawing/2014/main" id="{0588A483-951D-CA14-C5CD-194F55F937E8}"/>
              </a:ext>
            </a:extLst>
          </p:cNvPr>
          <p:cNvCxnSpPr>
            <a:cxnSpLocks/>
          </p:cNvCxnSpPr>
          <p:nvPr/>
        </p:nvCxnSpPr>
        <p:spPr>
          <a:xfrm>
            <a:off x="5182165" y="509516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1" name="Rectángulo: esquinas redondeadas 730">
            <a:extLst>
              <a:ext uri="{FF2B5EF4-FFF2-40B4-BE49-F238E27FC236}">
                <a16:creationId xmlns:a16="http://schemas.microsoft.com/office/drawing/2014/main" id="{16BAB519-D28F-9DDA-AAAC-E4E7D208B6C3}"/>
              </a:ext>
            </a:extLst>
          </p:cNvPr>
          <p:cNvSpPr/>
          <p:nvPr/>
        </p:nvSpPr>
        <p:spPr>
          <a:xfrm>
            <a:off x="4831975" y="5106914"/>
            <a:ext cx="165953" cy="16351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2" name="Rectángulo 731">
            <a:extLst>
              <a:ext uri="{FF2B5EF4-FFF2-40B4-BE49-F238E27FC236}">
                <a16:creationId xmlns:a16="http://schemas.microsoft.com/office/drawing/2014/main" id="{BFDC4E46-DB42-C6B7-38D0-78DBDE4CA4F1}"/>
              </a:ext>
            </a:extLst>
          </p:cNvPr>
          <p:cNvSpPr/>
          <p:nvPr/>
        </p:nvSpPr>
        <p:spPr>
          <a:xfrm>
            <a:off x="4831929" y="515903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3" name="Rectángulo: esquinas redondeadas 732">
            <a:extLst>
              <a:ext uri="{FF2B5EF4-FFF2-40B4-BE49-F238E27FC236}">
                <a16:creationId xmlns:a16="http://schemas.microsoft.com/office/drawing/2014/main" id="{0A70E015-8CDF-4AEC-4E63-D5CAC65BD848}"/>
              </a:ext>
            </a:extLst>
          </p:cNvPr>
          <p:cNvSpPr/>
          <p:nvPr/>
        </p:nvSpPr>
        <p:spPr>
          <a:xfrm>
            <a:off x="4865267" y="5114193"/>
            <a:ext cx="104775" cy="165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4" name="Elipse 733">
            <a:extLst>
              <a:ext uri="{FF2B5EF4-FFF2-40B4-BE49-F238E27FC236}">
                <a16:creationId xmlns:a16="http://schemas.microsoft.com/office/drawing/2014/main" id="{24EDF0D4-7BCD-F030-69B9-8CB24E6295ED}"/>
              </a:ext>
            </a:extLst>
          </p:cNvPr>
          <p:cNvSpPr/>
          <p:nvPr/>
        </p:nvSpPr>
        <p:spPr>
          <a:xfrm>
            <a:off x="4812935" y="492897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5" name="Elipse 734">
            <a:extLst>
              <a:ext uri="{FF2B5EF4-FFF2-40B4-BE49-F238E27FC236}">
                <a16:creationId xmlns:a16="http://schemas.microsoft.com/office/drawing/2014/main" id="{60146B8F-628A-8ADC-CEBC-CC04EB25438F}"/>
              </a:ext>
            </a:extLst>
          </p:cNvPr>
          <p:cNvSpPr/>
          <p:nvPr/>
        </p:nvSpPr>
        <p:spPr>
          <a:xfrm rot="872776">
            <a:off x="4879729" y="4907444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6" name="Conector recto 735">
            <a:extLst>
              <a:ext uri="{FF2B5EF4-FFF2-40B4-BE49-F238E27FC236}">
                <a16:creationId xmlns:a16="http://schemas.microsoft.com/office/drawing/2014/main" id="{9B5C01BD-D2F0-2F06-58ED-5C88095AE1B9}"/>
              </a:ext>
            </a:extLst>
          </p:cNvPr>
          <p:cNvCxnSpPr>
            <a:cxnSpLocks/>
          </p:cNvCxnSpPr>
          <p:nvPr/>
        </p:nvCxnSpPr>
        <p:spPr>
          <a:xfrm>
            <a:off x="4867697" y="501405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onector recto 736">
            <a:extLst>
              <a:ext uri="{FF2B5EF4-FFF2-40B4-BE49-F238E27FC236}">
                <a16:creationId xmlns:a16="http://schemas.microsoft.com/office/drawing/2014/main" id="{ACF88F09-79EE-4BE2-BC3A-756C0465542D}"/>
              </a:ext>
            </a:extLst>
          </p:cNvPr>
          <p:cNvCxnSpPr>
            <a:cxnSpLocks/>
          </p:cNvCxnSpPr>
          <p:nvPr/>
        </p:nvCxnSpPr>
        <p:spPr>
          <a:xfrm flipV="1">
            <a:off x="4916935" y="501405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Elipse 737">
            <a:extLst>
              <a:ext uri="{FF2B5EF4-FFF2-40B4-BE49-F238E27FC236}">
                <a16:creationId xmlns:a16="http://schemas.microsoft.com/office/drawing/2014/main" id="{9C3C8E59-E873-F244-0377-793BEE5DF336}"/>
              </a:ext>
            </a:extLst>
          </p:cNvPr>
          <p:cNvSpPr/>
          <p:nvPr/>
        </p:nvSpPr>
        <p:spPr>
          <a:xfrm rot="19333876">
            <a:off x="4799270" y="4920705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39" name="Conector recto 738">
            <a:extLst>
              <a:ext uri="{FF2B5EF4-FFF2-40B4-BE49-F238E27FC236}">
                <a16:creationId xmlns:a16="http://schemas.microsoft.com/office/drawing/2014/main" id="{3F660FCB-21B3-30BE-40CF-CD2216AB6091}"/>
              </a:ext>
            </a:extLst>
          </p:cNvPr>
          <p:cNvCxnSpPr>
            <a:cxnSpLocks/>
          </p:cNvCxnSpPr>
          <p:nvPr/>
        </p:nvCxnSpPr>
        <p:spPr>
          <a:xfrm>
            <a:off x="4887344" y="509898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" name="Rectángulo: esquinas redondeadas 739">
            <a:extLst>
              <a:ext uri="{FF2B5EF4-FFF2-40B4-BE49-F238E27FC236}">
                <a16:creationId xmlns:a16="http://schemas.microsoft.com/office/drawing/2014/main" id="{392486C8-A736-C0CD-89EE-137D1E684D12}"/>
              </a:ext>
            </a:extLst>
          </p:cNvPr>
          <p:cNvSpPr/>
          <p:nvPr/>
        </p:nvSpPr>
        <p:spPr>
          <a:xfrm>
            <a:off x="11097392" y="4639966"/>
            <a:ext cx="165953" cy="1635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1" name="Rectángulo 740">
            <a:extLst>
              <a:ext uri="{FF2B5EF4-FFF2-40B4-BE49-F238E27FC236}">
                <a16:creationId xmlns:a16="http://schemas.microsoft.com/office/drawing/2014/main" id="{2E2F6FA1-1D5F-31C5-B60D-DED4678618F5}"/>
              </a:ext>
            </a:extLst>
          </p:cNvPr>
          <p:cNvSpPr/>
          <p:nvPr/>
        </p:nvSpPr>
        <p:spPr>
          <a:xfrm>
            <a:off x="11097346" y="469208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2" name="Rectángulo: esquinas redondeadas 741">
            <a:extLst>
              <a:ext uri="{FF2B5EF4-FFF2-40B4-BE49-F238E27FC236}">
                <a16:creationId xmlns:a16="http://schemas.microsoft.com/office/drawing/2014/main" id="{9562C6CD-AEA9-E05F-A0C4-CDCF8A56B8BE}"/>
              </a:ext>
            </a:extLst>
          </p:cNvPr>
          <p:cNvSpPr/>
          <p:nvPr/>
        </p:nvSpPr>
        <p:spPr>
          <a:xfrm>
            <a:off x="11130684" y="4647245"/>
            <a:ext cx="104775" cy="165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3" name="Elipse 742">
            <a:extLst>
              <a:ext uri="{FF2B5EF4-FFF2-40B4-BE49-F238E27FC236}">
                <a16:creationId xmlns:a16="http://schemas.microsoft.com/office/drawing/2014/main" id="{C71FC2BB-B6B4-5FA9-3C19-8EA29BFA90BD}"/>
              </a:ext>
            </a:extLst>
          </p:cNvPr>
          <p:cNvSpPr/>
          <p:nvPr/>
        </p:nvSpPr>
        <p:spPr>
          <a:xfrm>
            <a:off x="11078352" y="446202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4" name="Elipse 743">
            <a:extLst>
              <a:ext uri="{FF2B5EF4-FFF2-40B4-BE49-F238E27FC236}">
                <a16:creationId xmlns:a16="http://schemas.microsoft.com/office/drawing/2014/main" id="{D570D7C8-C2A2-61F9-A67D-4774E6FEDA9A}"/>
              </a:ext>
            </a:extLst>
          </p:cNvPr>
          <p:cNvSpPr/>
          <p:nvPr/>
        </p:nvSpPr>
        <p:spPr>
          <a:xfrm rot="872776">
            <a:off x="11145146" y="4440496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5" name="Conector recto 744">
            <a:extLst>
              <a:ext uri="{FF2B5EF4-FFF2-40B4-BE49-F238E27FC236}">
                <a16:creationId xmlns:a16="http://schemas.microsoft.com/office/drawing/2014/main" id="{6D7294E2-B8AE-CDC3-B71F-330E2AAEECAC}"/>
              </a:ext>
            </a:extLst>
          </p:cNvPr>
          <p:cNvCxnSpPr>
            <a:cxnSpLocks/>
          </p:cNvCxnSpPr>
          <p:nvPr/>
        </p:nvCxnSpPr>
        <p:spPr>
          <a:xfrm>
            <a:off x="11133114" y="454710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onector recto 745">
            <a:extLst>
              <a:ext uri="{FF2B5EF4-FFF2-40B4-BE49-F238E27FC236}">
                <a16:creationId xmlns:a16="http://schemas.microsoft.com/office/drawing/2014/main" id="{9DCD2CEC-827B-7855-BD11-235812E5F0D1}"/>
              </a:ext>
            </a:extLst>
          </p:cNvPr>
          <p:cNvCxnSpPr>
            <a:cxnSpLocks/>
          </p:cNvCxnSpPr>
          <p:nvPr/>
        </p:nvCxnSpPr>
        <p:spPr>
          <a:xfrm flipV="1">
            <a:off x="11182352" y="454710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" name="Elipse 746">
            <a:extLst>
              <a:ext uri="{FF2B5EF4-FFF2-40B4-BE49-F238E27FC236}">
                <a16:creationId xmlns:a16="http://schemas.microsoft.com/office/drawing/2014/main" id="{4BEC147D-E640-33CC-2ED6-4FF2F0F533BD}"/>
              </a:ext>
            </a:extLst>
          </p:cNvPr>
          <p:cNvSpPr/>
          <p:nvPr/>
        </p:nvSpPr>
        <p:spPr>
          <a:xfrm rot="19333876">
            <a:off x="11064687" y="4453757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48" name="Conector recto 747">
            <a:extLst>
              <a:ext uri="{FF2B5EF4-FFF2-40B4-BE49-F238E27FC236}">
                <a16:creationId xmlns:a16="http://schemas.microsoft.com/office/drawing/2014/main" id="{6BC704AD-EBA7-1910-80D1-ACBF9BD7B1CE}"/>
              </a:ext>
            </a:extLst>
          </p:cNvPr>
          <p:cNvCxnSpPr>
            <a:cxnSpLocks/>
          </p:cNvCxnSpPr>
          <p:nvPr/>
        </p:nvCxnSpPr>
        <p:spPr>
          <a:xfrm>
            <a:off x="11152761" y="463203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9" name="Rectángulo: esquinas redondeadas 748">
            <a:extLst>
              <a:ext uri="{FF2B5EF4-FFF2-40B4-BE49-F238E27FC236}">
                <a16:creationId xmlns:a16="http://schemas.microsoft.com/office/drawing/2014/main" id="{69AF4FCD-9FCA-1AD4-4859-46CE5085008D}"/>
              </a:ext>
            </a:extLst>
          </p:cNvPr>
          <p:cNvSpPr/>
          <p:nvPr/>
        </p:nvSpPr>
        <p:spPr>
          <a:xfrm>
            <a:off x="11577776" y="4650016"/>
            <a:ext cx="165953" cy="163517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0" name="Rectángulo 749">
            <a:extLst>
              <a:ext uri="{FF2B5EF4-FFF2-40B4-BE49-F238E27FC236}">
                <a16:creationId xmlns:a16="http://schemas.microsoft.com/office/drawing/2014/main" id="{81F43A4E-6867-12EA-47A9-D4A4D4846555}"/>
              </a:ext>
            </a:extLst>
          </p:cNvPr>
          <p:cNvSpPr/>
          <p:nvPr/>
        </p:nvSpPr>
        <p:spPr>
          <a:xfrm>
            <a:off x="11577730" y="4702139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1" name="Rectángulo: esquinas redondeadas 750">
            <a:extLst>
              <a:ext uri="{FF2B5EF4-FFF2-40B4-BE49-F238E27FC236}">
                <a16:creationId xmlns:a16="http://schemas.microsoft.com/office/drawing/2014/main" id="{7EE45049-B8D6-E9F0-A893-0C5505496C45}"/>
              </a:ext>
            </a:extLst>
          </p:cNvPr>
          <p:cNvSpPr/>
          <p:nvPr/>
        </p:nvSpPr>
        <p:spPr>
          <a:xfrm>
            <a:off x="11611068" y="4657295"/>
            <a:ext cx="104775" cy="165600"/>
          </a:xfrm>
          <a:prstGeom prst="roundRect">
            <a:avLst/>
          </a:prstGeom>
          <a:solidFill>
            <a:srgbClr val="BD8E06"/>
          </a:solidFill>
          <a:ln>
            <a:solidFill>
              <a:srgbClr val="BD8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2" name="Elipse 751">
            <a:extLst>
              <a:ext uri="{FF2B5EF4-FFF2-40B4-BE49-F238E27FC236}">
                <a16:creationId xmlns:a16="http://schemas.microsoft.com/office/drawing/2014/main" id="{AAE2452B-61CE-E37E-CC49-3D0CB34103D5}"/>
              </a:ext>
            </a:extLst>
          </p:cNvPr>
          <p:cNvSpPr/>
          <p:nvPr/>
        </p:nvSpPr>
        <p:spPr>
          <a:xfrm>
            <a:off x="11558736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3" name="Elipse 752">
            <a:extLst>
              <a:ext uri="{FF2B5EF4-FFF2-40B4-BE49-F238E27FC236}">
                <a16:creationId xmlns:a16="http://schemas.microsoft.com/office/drawing/2014/main" id="{078F9773-473A-3BD7-EFFB-013D66544C5E}"/>
              </a:ext>
            </a:extLst>
          </p:cNvPr>
          <p:cNvSpPr/>
          <p:nvPr/>
        </p:nvSpPr>
        <p:spPr>
          <a:xfrm rot="872776">
            <a:off x="11625530" y="4450546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4" name="Conector recto 753">
            <a:extLst>
              <a:ext uri="{FF2B5EF4-FFF2-40B4-BE49-F238E27FC236}">
                <a16:creationId xmlns:a16="http://schemas.microsoft.com/office/drawing/2014/main" id="{C72F4F22-4480-9E2F-2AFB-491FFE623121}"/>
              </a:ext>
            </a:extLst>
          </p:cNvPr>
          <p:cNvCxnSpPr>
            <a:cxnSpLocks/>
          </p:cNvCxnSpPr>
          <p:nvPr/>
        </p:nvCxnSpPr>
        <p:spPr>
          <a:xfrm>
            <a:off x="11613498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Conector recto 754">
            <a:extLst>
              <a:ext uri="{FF2B5EF4-FFF2-40B4-BE49-F238E27FC236}">
                <a16:creationId xmlns:a16="http://schemas.microsoft.com/office/drawing/2014/main" id="{5B281343-6209-0AFC-70BA-0156A098E089}"/>
              </a:ext>
            </a:extLst>
          </p:cNvPr>
          <p:cNvCxnSpPr>
            <a:cxnSpLocks/>
          </p:cNvCxnSpPr>
          <p:nvPr/>
        </p:nvCxnSpPr>
        <p:spPr>
          <a:xfrm flipV="1">
            <a:off x="11662736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Elipse 755">
            <a:extLst>
              <a:ext uri="{FF2B5EF4-FFF2-40B4-BE49-F238E27FC236}">
                <a16:creationId xmlns:a16="http://schemas.microsoft.com/office/drawing/2014/main" id="{8BB4FD09-A8B8-6E66-9075-E33B964EC345}"/>
              </a:ext>
            </a:extLst>
          </p:cNvPr>
          <p:cNvSpPr/>
          <p:nvPr/>
        </p:nvSpPr>
        <p:spPr>
          <a:xfrm rot="19333876">
            <a:off x="11545071" y="4463807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57" name="Conector recto 756">
            <a:extLst>
              <a:ext uri="{FF2B5EF4-FFF2-40B4-BE49-F238E27FC236}">
                <a16:creationId xmlns:a16="http://schemas.microsoft.com/office/drawing/2014/main" id="{EF0A36F7-9EF7-F692-8832-2E213E06CC76}"/>
              </a:ext>
            </a:extLst>
          </p:cNvPr>
          <p:cNvCxnSpPr>
            <a:cxnSpLocks/>
          </p:cNvCxnSpPr>
          <p:nvPr/>
        </p:nvCxnSpPr>
        <p:spPr>
          <a:xfrm>
            <a:off x="11633145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" name="Rectángulo: esquinas redondeadas 757">
            <a:extLst>
              <a:ext uri="{FF2B5EF4-FFF2-40B4-BE49-F238E27FC236}">
                <a16:creationId xmlns:a16="http://schemas.microsoft.com/office/drawing/2014/main" id="{46DFD73C-2817-76EE-4CC3-D1BB6DFC31FC}"/>
              </a:ext>
            </a:extLst>
          </p:cNvPr>
          <p:cNvSpPr/>
          <p:nvPr/>
        </p:nvSpPr>
        <p:spPr>
          <a:xfrm>
            <a:off x="10989071" y="4879024"/>
            <a:ext cx="165953" cy="16351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9" name="Rectángulo 758">
            <a:extLst>
              <a:ext uri="{FF2B5EF4-FFF2-40B4-BE49-F238E27FC236}">
                <a16:creationId xmlns:a16="http://schemas.microsoft.com/office/drawing/2014/main" id="{61CB126B-36B1-A3F5-B162-79E552EC4B44}"/>
              </a:ext>
            </a:extLst>
          </p:cNvPr>
          <p:cNvSpPr/>
          <p:nvPr/>
        </p:nvSpPr>
        <p:spPr>
          <a:xfrm>
            <a:off x="10989025" y="4931147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0" name="Rectángulo: esquinas redondeadas 759">
            <a:extLst>
              <a:ext uri="{FF2B5EF4-FFF2-40B4-BE49-F238E27FC236}">
                <a16:creationId xmlns:a16="http://schemas.microsoft.com/office/drawing/2014/main" id="{75732D6C-022D-7CD7-BDAA-450446A005EC}"/>
              </a:ext>
            </a:extLst>
          </p:cNvPr>
          <p:cNvSpPr/>
          <p:nvPr/>
        </p:nvSpPr>
        <p:spPr>
          <a:xfrm>
            <a:off x="11022363" y="4886303"/>
            <a:ext cx="104775" cy="1656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1" name="Elipse 760">
            <a:extLst>
              <a:ext uri="{FF2B5EF4-FFF2-40B4-BE49-F238E27FC236}">
                <a16:creationId xmlns:a16="http://schemas.microsoft.com/office/drawing/2014/main" id="{E970F081-DB12-4495-DD77-49F40FED8660}"/>
              </a:ext>
            </a:extLst>
          </p:cNvPr>
          <p:cNvSpPr/>
          <p:nvPr/>
        </p:nvSpPr>
        <p:spPr>
          <a:xfrm>
            <a:off x="10970031" y="47010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2" name="Elipse 761">
            <a:extLst>
              <a:ext uri="{FF2B5EF4-FFF2-40B4-BE49-F238E27FC236}">
                <a16:creationId xmlns:a16="http://schemas.microsoft.com/office/drawing/2014/main" id="{AECEB6E7-1142-BE08-DBDF-87F404BD797F}"/>
              </a:ext>
            </a:extLst>
          </p:cNvPr>
          <p:cNvSpPr/>
          <p:nvPr/>
        </p:nvSpPr>
        <p:spPr>
          <a:xfrm rot="872776">
            <a:off x="11036825" y="467955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3" name="Conector recto 762">
            <a:extLst>
              <a:ext uri="{FF2B5EF4-FFF2-40B4-BE49-F238E27FC236}">
                <a16:creationId xmlns:a16="http://schemas.microsoft.com/office/drawing/2014/main" id="{BB60F7E7-C352-1E7E-C686-25A3F49E0733}"/>
              </a:ext>
            </a:extLst>
          </p:cNvPr>
          <p:cNvCxnSpPr>
            <a:cxnSpLocks/>
          </p:cNvCxnSpPr>
          <p:nvPr/>
        </p:nvCxnSpPr>
        <p:spPr>
          <a:xfrm>
            <a:off x="11024793" y="478616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Conector recto 763">
            <a:extLst>
              <a:ext uri="{FF2B5EF4-FFF2-40B4-BE49-F238E27FC236}">
                <a16:creationId xmlns:a16="http://schemas.microsoft.com/office/drawing/2014/main" id="{82D3494B-D726-2B3A-981C-67FEED40FDCF}"/>
              </a:ext>
            </a:extLst>
          </p:cNvPr>
          <p:cNvCxnSpPr>
            <a:cxnSpLocks/>
          </p:cNvCxnSpPr>
          <p:nvPr/>
        </p:nvCxnSpPr>
        <p:spPr>
          <a:xfrm flipV="1">
            <a:off x="11074031" y="478616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Elipse 764">
            <a:extLst>
              <a:ext uri="{FF2B5EF4-FFF2-40B4-BE49-F238E27FC236}">
                <a16:creationId xmlns:a16="http://schemas.microsoft.com/office/drawing/2014/main" id="{EEDEBDF6-7578-42CA-588F-EC47CA53051B}"/>
              </a:ext>
            </a:extLst>
          </p:cNvPr>
          <p:cNvSpPr/>
          <p:nvPr/>
        </p:nvSpPr>
        <p:spPr>
          <a:xfrm rot="19333876">
            <a:off x="10956366" y="469281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66" name="Conector recto 765">
            <a:extLst>
              <a:ext uri="{FF2B5EF4-FFF2-40B4-BE49-F238E27FC236}">
                <a16:creationId xmlns:a16="http://schemas.microsoft.com/office/drawing/2014/main" id="{F43E1B98-7281-C517-7657-C23B06E0F10D}"/>
              </a:ext>
            </a:extLst>
          </p:cNvPr>
          <p:cNvCxnSpPr>
            <a:cxnSpLocks/>
          </p:cNvCxnSpPr>
          <p:nvPr/>
        </p:nvCxnSpPr>
        <p:spPr>
          <a:xfrm>
            <a:off x="11044440" y="487109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Rectángulo: esquinas redondeadas 766">
            <a:extLst>
              <a:ext uri="{FF2B5EF4-FFF2-40B4-BE49-F238E27FC236}">
                <a16:creationId xmlns:a16="http://schemas.microsoft.com/office/drawing/2014/main" id="{BDF37FEA-2FBB-7608-C6AC-67385D4596E0}"/>
              </a:ext>
            </a:extLst>
          </p:cNvPr>
          <p:cNvSpPr/>
          <p:nvPr/>
        </p:nvSpPr>
        <p:spPr>
          <a:xfrm>
            <a:off x="11142651" y="5084385"/>
            <a:ext cx="165953" cy="16351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8" name="Rectángulo 767">
            <a:extLst>
              <a:ext uri="{FF2B5EF4-FFF2-40B4-BE49-F238E27FC236}">
                <a16:creationId xmlns:a16="http://schemas.microsoft.com/office/drawing/2014/main" id="{3D03D148-61E6-9F4D-B3E6-2B69DDBA272D}"/>
              </a:ext>
            </a:extLst>
          </p:cNvPr>
          <p:cNvSpPr/>
          <p:nvPr/>
        </p:nvSpPr>
        <p:spPr>
          <a:xfrm>
            <a:off x="11142605" y="513650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9" name="Rectángulo: esquinas redondeadas 768">
            <a:extLst>
              <a:ext uri="{FF2B5EF4-FFF2-40B4-BE49-F238E27FC236}">
                <a16:creationId xmlns:a16="http://schemas.microsoft.com/office/drawing/2014/main" id="{6D63C44C-6EFF-C1DB-DC5A-A00272A5AB9B}"/>
              </a:ext>
            </a:extLst>
          </p:cNvPr>
          <p:cNvSpPr/>
          <p:nvPr/>
        </p:nvSpPr>
        <p:spPr>
          <a:xfrm>
            <a:off x="11175943" y="5091664"/>
            <a:ext cx="104775" cy="1656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0" name="Elipse 769">
            <a:extLst>
              <a:ext uri="{FF2B5EF4-FFF2-40B4-BE49-F238E27FC236}">
                <a16:creationId xmlns:a16="http://schemas.microsoft.com/office/drawing/2014/main" id="{B5FB39DC-4B83-018E-7EC6-16C28DB4F115}"/>
              </a:ext>
            </a:extLst>
          </p:cNvPr>
          <p:cNvSpPr/>
          <p:nvPr/>
        </p:nvSpPr>
        <p:spPr>
          <a:xfrm>
            <a:off x="11123611" y="490644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1" name="Elipse 770">
            <a:extLst>
              <a:ext uri="{FF2B5EF4-FFF2-40B4-BE49-F238E27FC236}">
                <a16:creationId xmlns:a16="http://schemas.microsoft.com/office/drawing/2014/main" id="{C0E46464-1F03-23D3-8DDD-9C11E6B4ECB3}"/>
              </a:ext>
            </a:extLst>
          </p:cNvPr>
          <p:cNvSpPr/>
          <p:nvPr/>
        </p:nvSpPr>
        <p:spPr>
          <a:xfrm rot="872776">
            <a:off x="11190405" y="4884915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2" name="Conector recto 771">
            <a:extLst>
              <a:ext uri="{FF2B5EF4-FFF2-40B4-BE49-F238E27FC236}">
                <a16:creationId xmlns:a16="http://schemas.microsoft.com/office/drawing/2014/main" id="{963DE6C3-A19A-0EC5-5836-B50AE7504175}"/>
              </a:ext>
            </a:extLst>
          </p:cNvPr>
          <p:cNvCxnSpPr>
            <a:cxnSpLocks/>
          </p:cNvCxnSpPr>
          <p:nvPr/>
        </p:nvCxnSpPr>
        <p:spPr>
          <a:xfrm>
            <a:off x="11178373" y="499152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Conector recto 772">
            <a:extLst>
              <a:ext uri="{FF2B5EF4-FFF2-40B4-BE49-F238E27FC236}">
                <a16:creationId xmlns:a16="http://schemas.microsoft.com/office/drawing/2014/main" id="{5672DE1A-2280-0B61-FE96-8D8B140D131F}"/>
              </a:ext>
            </a:extLst>
          </p:cNvPr>
          <p:cNvCxnSpPr>
            <a:cxnSpLocks/>
          </p:cNvCxnSpPr>
          <p:nvPr/>
        </p:nvCxnSpPr>
        <p:spPr>
          <a:xfrm flipV="1">
            <a:off x="11227611" y="499152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4" name="Elipse 773">
            <a:extLst>
              <a:ext uri="{FF2B5EF4-FFF2-40B4-BE49-F238E27FC236}">
                <a16:creationId xmlns:a16="http://schemas.microsoft.com/office/drawing/2014/main" id="{B6963B53-53C2-819A-C73A-19393DEFAAAA}"/>
              </a:ext>
            </a:extLst>
          </p:cNvPr>
          <p:cNvSpPr/>
          <p:nvPr/>
        </p:nvSpPr>
        <p:spPr>
          <a:xfrm rot="19333876">
            <a:off x="11109946" y="4898176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5" name="Conector recto 774">
            <a:extLst>
              <a:ext uri="{FF2B5EF4-FFF2-40B4-BE49-F238E27FC236}">
                <a16:creationId xmlns:a16="http://schemas.microsoft.com/office/drawing/2014/main" id="{75BF0738-E473-460B-17E4-8EBB2369550C}"/>
              </a:ext>
            </a:extLst>
          </p:cNvPr>
          <p:cNvCxnSpPr>
            <a:cxnSpLocks/>
          </p:cNvCxnSpPr>
          <p:nvPr/>
        </p:nvCxnSpPr>
        <p:spPr>
          <a:xfrm>
            <a:off x="11198020" y="507645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Rectángulo 775">
            <a:extLst>
              <a:ext uri="{FF2B5EF4-FFF2-40B4-BE49-F238E27FC236}">
                <a16:creationId xmlns:a16="http://schemas.microsoft.com/office/drawing/2014/main" id="{0A146CA3-0F0F-ECF7-8393-D6FB1A3FA836}"/>
              </a:ext>
            </a:extLst>
          </p:cNvPr>
          <p:cNvSpPr/>
          <p:nvPr/>
        </p:nvSpPr>
        <p:spPr>
          <a:xfrm>
            <a:off x="11689424" y="4752163"/>
            <a:ext cx="207683" cy="16351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7" name="Rectángulo: esquinas redondeadas 776">
            <a:extLst>
              <a:ext uri="{FF2B5EF4-FFF2-40B4-BE49-F238E27FC236}">
                <a16:creationId xmlns:a16="http://schemas.microsoft.com/office/drawing/2014/main" id="{0FC39992-9380-3A0D-7F56-25907221C420}"/>
              </a:ext>
            </a:extLst>
          </p:cNvPr>
          <p:cNvSpPr/>
          <p:nvPr/>
        </p:nvSpPr>
        <p:spPr>
          <a:xfrm>
            <a:off x="11716183" y="4885615"/>
            <a:ext cx="165953" cy="163517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8" name="Rectángulo 777">
            <a:extLst>
              <a:ext uri="{FF2B5EF4-FFF2-40B4-BE49-F238E27FC236}">
                <a16:creationId xmlns:a16="http://schemas.microsoft.com/office/drawing/2014/main" id="{B1B5C1C0-3499-975D-CE60-429D388EE169}"/>
              </a:ext>
            </a:extLst>
          </p:cNvPr>
          <p:cNvSpPr/>
          <p:nvPr/>
        </p:nvSpPr>
        <p:spPr>
          <a:xfrm>
            <a:off x="11716137" y="4937738"/>
            <a:ext cx="166688" cy="121444"/>
          </a:xfrm>
          <a:prstGeom prst="rect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9" name="Rectángulo: esquinas redondeadas 778">
            <a:extLst>
              <a:ext uri="{FF2B5EF4-FFF2-40B4-BE49-F238E27FC236}">
                <a16:creationId xmlns:a16="http://schemas.microsoft.com/office/drawing/2014/main" id="{8A87B46B-3864-C732-6BF8-7B4EAFA41B91}"/>
              </a:ext>
            </a:extLst>
          </p:cNvPr>
          <p:cNvSpPr/>
          <p:nvPr/>
        </p:nvSpPr>
        <p:spPr>
          <a:xfrm>
            <a:off x="11749475" y="4892894"/>
            <a:ext cx="104775" cy="165600"/>
          </a:xfrm>
          <a:prstGeom prst="roundRect">
            <a:avLst/>
          </a:prstGeom>
          <a:solidFill>
            <a:srgbClr val="105A60"/>
          </a:solidFill>
          <a:ln>
            <a:solidFill>
              <a:srgbClr val="105A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0" name="Elipse 779">
            <a:extLst>
              <a:ext uri="{FF2B5EF4-FFF2-40B4-BE49-F238E27FC236}">
                <a16:creationId xmlns:a16="http://schemas.microsoft.com/office/drawing/2014/main" id="{60E8A1D0-67D1-5283-82CF-05DE8F3DAA1C}"/>
              </a:ext>
            </a:extLst>
          </p:cNvPr>
          <p:cNvSpPr/>
          <p:nvPr/>
        </p:nvSpPr>
        <p:spPr>
          <a:xfrm>
            <a:off x="11697143" y="4707678"/>
            <a:ext cx="209551" cy="198175"/>
          </a:xfrm>
          <a:prstGeom prst="ellipse">
            <a:avLst/>
          </a:prstGeom>
          <a:solidFill>
            <a:srgbClr val="E4C373"/>
          </a:solidFill>
          <a:ln>
            <a:solidFill>
              <a:srgbClr val="E4C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1" name="Elipse 780">
            <a:extLst>
              <a:ext uri="{FF2B5EF4-FFF2-40B4-BE49-F238E27FC236}">
                <a16:creationId xmlns:a16="http://schemas.microsoft.com/office/drawing/2014/main" id="{BF34A94C-B79A-9D4F-2265-10BE87554FEE}"/>
              </a:ext>
            </a:extLst>
          </p:cNvPr>
          <p:cNvSpPr/>
          <p:nvPr/>
        </p:nvSpPr>
        <p:spPr>
          <a:xfrm rot="872776">
            <a:off x="11763937" y="4686145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2" name="Conector recto 781">
            <a:extLst>
              <a:ext uri="{FF2B5EF4-FFF2-40B4-BE49-F238E27FC236}">
                <a16:creationId xmlns:a16="http://schemas.microsoft.com/office/drawing/2014/main" id="{BC505C50-E7F7-3E60-E6EF-E541B77F4727}"/>
              </a:ext>
            </a:extLst>
          </p:cNvPr>
          <p:cNvCxnSpPr>
            <a:cxnSpLocks/>
          </p:cNvCxnSpPr>
          <p:nvPr/>
        </p:nvCxnSpPr>
        <p:spPr>
          <a:xfrm>
            <a:off x="11751905" y="47927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Conector recto 782">
            <a:extLst>
              <a:ext uri="{FF2B5EF4-FFF2-40B4-BE49-F238E27FC236}">
                <a16:creationId xmlns:a16="http://schemas.microsoft.com/office/drawing/2014/main" id="{6487FA65-3F80-72FC-9244-D3AD2DC08A65}"/>
              </a:ext>
            </a:extLst>
          </p:cNvPr>
          <p:cNvCxnSpPr>
            <a:cxnSpLocks/>
          </p:cNvCxnSpPr>
          <p:nvPr/>
        </p:nvCxnSpPr>
        <p:spPr>
          <a:xfrm flipV="1">
            <a:off x="11801143" y="47927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Elipse 783">
            <a:extLst>
              <a:ext uri="{FF2B5EF4-FFF2-40B4-BE49-F238E27FC236}">
                <a16:creationId xmlns:a16="http://schemas.microsoft.com/office/drawing/2014/main" id="{E698C285-693E-E548-B051-F56E067EF79C}"/>
              </a:ext>
            </a:extLst>
          </p:cNvPr>
          <p:cNvSpPr/>
          <p:nvPr/>
        </p:nvSpPr>
        <p:spPr>
          <a:xfrm rot="19333876">
            <a:off x="11683478" y="4699406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85" name="Conector recto 784">
            <a:extLst>
              <a:ext uri="{FF2B5EF4-FFF2-40B4-BE49-F238E27FC236}">
                <a16:creationId xmlns:a16="http://schemas.microsoft.com/office/drawing/2014/main" id="{7768096F-51DC-F23E-F824-66504033BE73}"/>
              </a:ext>
            </a:extLst>
          </p:cNvPr>
          <p:cNvCxnSpPr>
            <a:cxnSpLocks/>
          </p:cNvCxnSpPr>
          <p:nvPr/>
        </p:nvCxnSpPr>
        <p:spPr>
          <a:xfrm>
            <a:off x="11771552" y="48776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Rectángulo 785">
            <a:extLst>
              <a:ext uri="{FF2B5EF4-FFF2-40B4-BE49-F238E27FC236}">
                <a16:creationId xmlns:a16="http://schemas.microsoft.com/office/drawing/2014/main" id="{317C32FC-0E21-38FB-5BC3-E048D3B21805}"/>
              </a:ext>
            </a:extLst>
          </p:cNvPr>
          <p:cNvSpPr/>
          <p:nvPr/>
        </p:nvSpPr>
        <p:spPr>
          <a:xfrm>
            <a:off x="11644725" y="4960443"/>
            <a:ext cx="207683" cy="163517"/>
          </a:xfrm>
          <a:prstGeom prst="rect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7" name="Rectángulo: esquinas redondeadas 786">
            <a:extLst>
              <a:ext uri="{FF2B5EF4-FFF2-40B4-BE49-F238E27FC236}">
                <a16:creationId xmlns:a16="http://schemas.microsoft.com/office/drawing/2014/main" id="{2FFB5021-4B63-6608-1BBD-99BEE589FEAC}"/>
              </a:ext>
            </a:extLst>
          </p:cNvPr>
          <p:cNvSpPr/>
          <p:nvPr/>
        </p:nvSpPr>
        <p:spPr>
          <a:xfrm>
            <a:off x="11671484" y="5093895"/>
            <a:ext cx="165953" cy="16351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8" name="Rectángulo 787">
            <a:extLst>
              <a:ext uri="{FF2B5EF4-FFF2-40B4-BE49-F238E27FC236}">
                <a16:creationId xmlns:a16="http://schemas.microsoft.com/office/drawing/2014/main" id="{DB696CBD-352F-F8A6-98ED-2CC9B5C5F519}"/>
              </a:ext>
            </a:extLst>
          </p:cNvPr>
          <p:cNvSpPr/>
          <p:nvPr/>
        </p:nvSpPr>
        <p:spPr>
          <a:xfrm>
            <a:off x="11671438" y="514601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9" name="Rectángulo: esquinas redondeadas 788">
            <a:extLst>
              <a:ext uri="{FF2B5EF4-FFF2-40B4-BE49-F238E27FC236}">
                <a16:creationId xmlns:a16="http://schemas.microsoft.com/office/drawing/2014/main" id="{A201ED3B-1A9B-3B6D-F4C8-F97667DF328F}"/>
              </a:ext>
            </a:extLst>
          </p:cNvPr>
          <p:cNvSpPr/>
          <p:nvPr/>
        </p:nvSpPr>
        <p:spPr>
          <a:xfrm>
            <a:off x="11704776" y="5101174"/>
            <a:ext cx="104775" cy="165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0" name="Elipse 789">
            <a:extLst>
              <a:ext uri="{FF2B5EF4-FFF2-40B4-BE49-F238E27FC236}">
                <a16:creationId xmlns:a16="http://schemas.microsoft.com/office/drawing/2014/main" id="{A8572D6F-3E57-CE95-CD02-EF2FB119D986}"/>
              </a:ext>
            </a:extLst>
          </p:cNvPr>
          <p:cNvSpPr/>
          <p:nvPr/>
        </p:nvSpPr>
        <p:spPr>
          <a:xfrm>
            <a:off x="11652444" y="491595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1" name="Elipse 790">
            <a:extLst>
              <a:ext uri="{FF2B5EF4-FFF2-40B4-BE49-F238E27FC236}">
                <a16:creationId xmlns:a16="http://schemas.microsoft.com/office/drawing/2014/main" id="{5690A3F1-1C34-F564-59B2-55E9D1773233}"/>
              </a:ext>
            </a:extLst>
          </p:cNvPr>
          <p:cNvSpPr/>
          <p:nvPr/>
        </p:nvSpPr>
        <p:spPr>
          <a:xfrm rot="872776">
            <a:off x="11719238" y="4894425"/>
            <a:ext cx="134419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2" name="Conector recto 791">
            <a:extLst>
              <a:ext uri="{FF2B5EF4-FFF2-40B4-BE49-F238E27FC236}">
                <a16:creationId xmlns:a16="http://schemas.microsoft.com/office/drawing/2014/main" id="{09140B94-CA78-562F-8106-30D678EDE753}"/>
              </a:ext>
            </a:extLst>
          </p:cNvPr>
          <p:cNvCxnSpPr>
            <a:cxnSpLocks/>
          </p:cNvCxnSpPr>
          <p:nvPr/>
        </p:nvCxnSpPr>
        <p:spPr>
          <a:xfrm>
            <a:off x="11707206" y="500103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recto 792">
            <a:extLst>
              <a:ext uri="{FF2B5EF4-FFF2-40B4-BE49-F238E27FC236}">
                <a16:creationId xmlns:a16="http://schemas.microsoft.com/office/drawing/2014/main" id="{65A33804-AACB-182D-98E9-611EE9C7D0FB}"/>
              </a:ext>
            </a:extLst>
          </p:cNvPr>
          <p:cNvCxnSpPr>
            <a:cxnSpLocks/>
          </p:cNvCxnSpPr>
          <p:nvPr/>
        </p:nvCxnSpPr>
        <p:spPr>
          <a:xfrm flipV="1">
            <a:off x="11756444" y="500103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Elipse 793">
            <a:extLst>
              <a:ext uri="{FF2B5EF4-FFF2-40B4-BE49-F238E27FC236}">
                <a16:creationId xmlns:a16="http://schemas.microsoft.com/office/drawing/2014/main" id="{3ED0776F-22E6-4DCB-0E0B-A21E9473E518}"/>
              </a:ext>
            </a:extLst>
          </p:cNvPr>
          <p:cNvSpPr/>
          <p:nvPr/>
        </p:nvSpPr>
        <p:spPr>
          <a:xfrm rot="19333876">
            <a:off x="11638779" y="4907686"/>
            <a:ext cx="123770" cy="83542"/>
          </a:xfrm>
          <a:prstGeom prst="ellipse">
            <a:avLst/>
          </a:prstGeom>
          <a:solidFill>
            <a:srgbClr val="634805"/>
          </a:solidFill>
          <a:ln>
            <a:solidFill>
              <a:srgbClr val="634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95" name="Conector recto 794">
            <a:extLst>
              <a:ext uri="{FF2B5EF4-FFF2-40B4-BE49-F238E27FC236}">
                <a16:creationId xmlns:a16="http://schemas.microsoft.com/office/drawing/2014/main" id="{83194C38-F7EB-E931-016B-D8C68E76729A}"/>
              </a:ext>
            </a:extLst>
          </p:cNvPr>
          <p:cNvCxnSpPr>
            <a:cxnSpLocks/>
          </p:cNvCxnSpPr>
          <p:nvPr/>
        </p:nvCxnSpPr>
        <p:spPr>
          <a:xfrm>
            <a:off x="11726853" y="508596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Rectángulo: esquinas redondeadas 795">
            <a:extLst>
              <a:ext uri="{FF2B5EF4-FFF2-40B4-BE49-F238E27FC236}">
                <a16:creationId xmlns:a16="http://schemas.microsoft.com/office/drawing/2014/main" id="{9C7D3297-A2A6-DDB2-8098-7CB6AD8BE378}"/>
              </a:ext>
            </a:extLst>
          </p:cNvPr>
          <p:cNvSpPr/>
          <p:nvPr/>
        </p:nvSpPr>
        <p:spPr>
          <a:xfrm>
            <a:off x="11407617" y="5085019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7" name="Rectángulo 796">
            <a:extLst>
              <a:ext uri="{FF2B5EF4-FFF2-40B4-BE49-F238E27FC236}">
                <a16:creationId xmlns:a16="http://schemas.microsoft.com/office/drawing/2014/main" id="{DB94F364-2E77-2B8A-29F7-27354999BADB}"/>
              </a:ext>
            </a:extLst>
          </p:cNvPr>
          <p:cNvSpPr/>
          <p:nvPr/>
        </p:nvSpPr>
        <p:spPr>
          <a:xfrm>
            <a:off x="11407571" y="5137142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8" name="Rectángulo: esquinas redondeadas 797">
            <a:extLst>
              <a:ext uri="{FF2B5EF4-FFF2-40B4-BE49-F238E27FC236}">
                <a16:creationId xmlns:a16="http://schemas.microsoft.com/office/drawing/2014/main" id="{E306F513-F2C8-4887-92D3-A9AF51ADE010}"/>
              </a:ext>
            </a:extLst>
          </p:cNvPr>
          <p:cNvSpPr/>
          <p:nvPr/>
        </p:nvSpPr>
        <p:spPr>
          <a:xfrm>
            <a:off x="11440909" y="5092298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9" name="Elipse 798">
            <a:extLst>
              <a:ext uri="{FF2B5EF4-FFF2-40B4-BE49-F238E27FC236}">
                <a16:creationId xmlns:a16="http://schemas.microsoft.com/office/drawing/2014/main" id="{8337B69B-2005-293A-5A02-DA52EF90A4CE}"/>
              </a:ext>
            </a:extLst>
          </p:cNvPr>
          <p:cNvSpPr/>
          <p:nvPr/>
        </p:nvSpPr>
        <p:spPr>
          <a:xfrm>
            <a:off x="11388577" y="4907082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0" name="Conector recto 799">
            <a:extLst>
              <a:ext uri="{FF2B5EF4-FFF2-40B4-BE49-F238E27FC236}">
                <a16:creationId xmlns:a16="http://schemas.microsoft.com/office/drawing/2014/main" id="{4324310A-3D76-B3A4-0D47-2D3F60A030E1}"/>
              </a:ext>
            </a:extLst>
          </p:cNvPr>
          <p:cNvCxnSpPr>
            <a:cxnSpLocks/>
          </p:cNvCxnSpPr>
          <p:nvPr/>
        </p:nvCxnSpPr>
        <p:spPr>
          <a:xfrm>
            <a:off x="11443339" y="499215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Conector recto 800">
            <a:extLst>
              <a:ext uri="{FF2B5EF4-FFF2-40B4-BE49-F238E27FC236}">
                <a16:creationId xmlns:a16="http://schemas.microsoft.com/office/drawing/2014/main" id="{F03213F2-C65A-6846-0E0E-548D8186B802}"/>
              </a:ext>
            </a:extLst>
          </p:cNvPr>
          <p:cNvCxnSpPr>
            <a:cxnSpLocks/>
          </p:cNvCxnSpPr>
          <p:nvPr/>
        </p:nvCxnSpPr>
        <p:spPr>
          <a:xfrm flipV="1">
            <a:off x="11492577" y="499215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Conector recto 801">
            <a:extLst>
              <a:ext uri="{FF2B5EF4-FFF2-40B4-BE49-F238E27FC236}">
                <a16:creationId xmlns:a16="http://schemas.microsoft.com/office/drawing/2014/main" id="{AA51B632-10BE-B089-E127-E398B883576E}"/>
              </a:ext>
            </a:extLst>
          </p:cNvPr>
          <p:cNvCxnSpPr>
            <a:cxnSpLocks/>
          </p:cNvCxnSpPr>
          <p:nvPr/>
        </p:nvCxnSpPr>
        <p:spPr>
          <a:xfrm>
            <a:off x="11462986" y="5077087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Rectángulo: esquinas redondeadas 802">
            <a:extLst>
              <a:ext uri="{FF2B5EF4-FFF2-40B4-BE49-F238E27FC236}">
                <a16:creationId xmlns:a16="http://schemas.microsoft.com/office/drawing/2014/main" id="{3D95616D-459D-C3BD-6705-9D9FFE77FB18}"/>
              </a:ext>
            </a:extLst>
          </p:cNvPr>
          <p:cNvSpPr/>
          <p:nvPr/>
        </p:nvSpPr>
        <p:spPr>
          <a:xfrm>
            <a:off x="9953885" y="4870977"/>
            <a:ext cx="165953" cy="163517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4" name="Rectángulo 803">
            <a:extLst>
              <a:ext uri="{FF2B5EF4-FFF2-40B4-BE49-F238E27FC236}">
                <a16:creationId xmlns:a16="http://schemas.microsoft.com/office/drawing/2014/main" id="{67B14F50-B46F-F526-F7F9-CBA2AF217938}"/>
              </a:ext>
            </a:extLst>
          </p:cNvPr>
          <p:cNvSpPr/>
          <p:nvPr/>
        </p:nvSpPr>
        <p:spPr>
          <a:xfrm>
            <a:off x="9953839" y="4923100"/>
            <a:ext cx="166688" cy="121444"/>
          </a:xfrm>
          <a:prstGeom prst="rect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5" name="Rectángulo: esquinas redondeadas 804">
            <a:extLst>
              <a:ext uri="{FF2B5EF4-FFF2-40B4-BE49-F238E27FC236}">
                <a16:creationId xmlns:a16="http://schemas.microsoft.com/office/drawing/2014/main" id="{9B3736C2-B4BD-9150-874C-1DDA5FE904FE}"/>
              </a:ext>
            </a:extLst>
          </p:cNvPr>
          <p:cNvSpPr/>
          <p:nvPr/>
        </p:nvSpPr>
        <p:spPr>
          <a:xfrm>
            <a:off x="9987177" y="4878256"/>
            <a:ext cx="104775" cy="165600"/>
          </a:xfrm>
          <a:prstGeom prst="roundRect">
            <a:avLst/>
          </a:prstGeom>
          <a:solidFill>
            <a:srgbClr val="C04F15"/>
          </a:solidFill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6" name="Elipse 805">
            <a:extLst>
              <a:ext uri="{FF2B5EF4-FFF2-40B4-BE49-F238E27FC236}">
                <a16:creationId xmlns:a16="http://schemas.microsoft.com/office/drawing/2014/main" id="{FD37AA13-9796-86B0-4961-B9ED1218B355}"/>
              </a:ext>
            </a:extLst>
          </p:cNvPr>
          <p:cNvSpPr/>
          <p:nvPr/>
        </p:nvSpPr>
        <p:spPr>
          <a:xfrm>
            <a:off x="9934845" y="4693040"/>
            <a:ext cx="209551" cy="198175"/>
          </a:xfrm>
          <a:prstGeom prst="ellipse">
            <a:avLst/>
          </a:prstGeom>
          <a:solidFill>
            <a:srgbClr val="956C2F"/>
          </a:solidFill>
          <a:ln>
            <a:solidFill>
              <a:srgbClr val="956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7" name="Conector recto 806">
            <a:extLst>
              <a:ext uri="{FF2B5EF4-FFF2-40B4-BE49-F238E27FC236}">
                <a16:creationId xmlns:a16="http://schemas.microsoft.com/office/drawing/2014/main" id="{BAA272DC-3774-5F1C-6358-73968B098E01}"/>
              </a:ext>
            </a:extLst>
          </p:cNvPr>
          <p:cNvCxnSpPr>
            <a:cxnSpLocks/>
          </p:cNvCxnSpPr>
          <p:nvPr/>
        </p:nvCxnSpPr>
        <p:spPr>
          <a:xfrm>
            <a:off x="9989607" y="477811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Conector recto 807">
            <a:extLst>
              <a:ext uri="{FF2B5EF4-FFF2-40B4-BE49-F238E27FC236}">
                <a16:creationId xmlns:a16="http://schemas.microsoft.com/office/drawing/2014/main" id="{EDF1B1C0-E993-13B1-3336-E84CE515DB75}"/>
              </a:ext>
            </a:extLst>
          </p:cNvPr>
          <p:cNvCxnSpPr>
            <a:cxnSpLocks/>
          </p:cNvCxnSpPr>
          <p:nvPr/>
        </p:nvCxnSpPr>
        <p:spPr>
          <a:xfrm flipV="1">
            <a:off x="10038845" y="477811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Conector recto 808">
            <a:extLst>
              <a:ext uri="{FF2B5EF4-FFF2-40B4-BE49-F238E27FC236}">
                <a16:creationId xmlns:a16="http://schemas.microsoft.com/office/drawing/2014/main" id="{31CD452A-3E89-51F6-3645-2077FACB8963}"/>
              </a:ext>
            </a:extLst>
          </p:cNvPr>
          <p:cNvCxnSpPr>
            <a:cxnSpLocks/>
          </p:cNvCxnSpPr>
          <p:nvPr/>
        </p:nvCxnSpPr>
        <p:spPr>
          <a:xfrm>
            <a:off x="10009254" y="486304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0" name="Rectángulo: esquinas redondeadas 809">
            <a:extLst>
              <a:ext uri="{FF2B5EF4-FFF2-40B4-BE49-F238E27FC236}">
                <a16:creationId xmlns:a16="http://schemas.microsoft.com/office/drawing/2014/main" id="{D623D6B3-F815-3FBB-00A7-F50CEEBF49A2}"/>
              </a:ext>
            </a:extLst>
          </p:cNvPr>
          <p:cNvSpPr/>
          <p:nvPr/>
        </p:nvSpPr>
        <p:spPr>
          <a:xfrm>
            <a:off x="9956758" y="5110015"/>
            <a:ext cx="165953" cy="163517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1" name="Rectángulo 810">
            <a:extLst>
              <a:ext uri="{FF2B5EF4-FFF2-40B4-BE49-F238E27FC236}">
                <a16:creationId xmlns:a16="http://schemas.microsoft.com/office/drawing/2014/main" id="{021E188B-C272-B2E1-3AF0-4A74E0269DF1}"/>
              </a:ext>
            </a:extLst>
          </p:cNvPr>
          <p:cNvSpPr/>
          <p:nvPr/>
        </p:nvSpPr>
        <p:spPr>
          <a:xfrm>
            <a:off x="9956712" y="5162138"/>
            <a:ext cx="166688" cy="121444"/>
          </a:xfrm>
          <a:prstGeom prst="rect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2" name="Rectángulo: esquinas redondeadas 811">
            <a:extLst>
              <a:ext uri="{FF2B5EF4-FFF2-40B4-BE49-F238E27FC236}">
                <a16:creationId xmlns:a16="http://schemas.microsoft.com/office/drawing/2014/main" id="{6455D739-F1E0-A4B0-3E94-874E2EAFFDE3}"/>
              </a:ext>
            </a:extLst>
          </p:cNvPr>
          <p:cNvSpPr/>
          <p:nvPr/>
        </p:nvSpPr>
        <p:spPr>
          <a:xfrm>
            <a:off x="9990050" y="5117294"/>
            <a:ext cx="104775" cy="165600"/>
          </a:xfrm>
          <a:prstGeom prst="roundRect">
            <a:avLst/>
          </a:prstGeom>
          <a:solidFill>
            <a:srgbClr val="67913A"/>
          </a:solidFill>
          <a:ln>
            <a:solidFill>
              <a:srgbClr val="6791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3" name="Elipse 812">
            <a:extLst>
              <a:ext uri="{FF2B5EF4-FFF2-40B4-BE49-F238E27FC236}">
                <a16:creationId xmlns:a16="http://schemas.microsoft.com/office/drawing/2014/main" id="{B9DB065A-6B77-1A37-A301-460171725B50}"/>
              </a:ext>
            </a:extLst>
          </p:cNvPr>
          <p:cNvSpPr/>
          <p:nvPr/>
        </p:nvSpPr>
        <p:spPr>
          <a:xfrm>
            <a:off x="9937718" y="493207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4" name="Elipse 813">
            <a:extLst>
              <a:ext uri="{FF2B5EF4-FFF2-40B4-BE49-F238E27FC236}">
                <a16:creationId xmlns:a16="http://schemas.microsoft.com/office/drawing/2014/main" id="{7E3F72E3-A3A2-4CF2-5401-A975E20A865E}"/>
              </a:ext>
            </a:extLst>
          </p:cNvPr>
          <p:cNvSpPr/>
          <p:nvPr/>
        </p:nvSpPr>
        <p:spPr>
          <a:xfrm rot="872776">
            <a:off x="10004512" y="4910545"/>
            <a:ext cx="134419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5" name="Conector recto 814">
            <a:extLst>
              <a:ext uri="{FF2B5EF4-FFF2-40B4-BE49-F238E27FC236}">
                <a16:creationId xmlns:a16="http://schemas.microsoft.com/office/drawing/2014/main" id="{B29C2482-737D-2DB8-36EA-D9DA3692EC48}"/>
              </a:ext>
            </a:extLst>
          </p:cNvPr>
          <p:cNvCxnSpPr>
            <a:cxnSpLocks/>
          </p:cNvCxnSpPr>
          <p:nvPr/>
        </p:nvCxnSpPr>
        <p:spPr>
          <a:xfrm>
            <a:off x="9992480" y="501715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Conector recto 815">
            <a:extLst>
              <a:ext uri="{FF2B5EF4-FFF2-40B4-BE49-F238E27FC236}">
                <a16:creationId xmlns:a16="http://schemas.microsoft.com/office/drawing/2014/main" id="{D56391E1-B0B9-F7D9-784E-EB5E087EDF2F}"/>
              </a:ext>
            </a:extLst>
          </p:cNvPr>
          <p:cNvCxnSpPr>
            <a:cxnSpLocks/>
          </p:cNvCxnSpPr>
          <p:nvPr/>
        </p:nvCxnSpPr>
        <p:spPr>
          <a:xfrm flipV="1">
            <a:off x="10041718" y="501715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Elipse 816">
            <a:extLst>
              <a:ext uri="{FF2B5EF4-FFF2-40B4-BE49-F238E27FC236}">
                <a16:creationId xmlns:a16="http://schemas.microsoft.com/office/drawing/2014/main" id="{B72115D1-1D75-8F86-D898-295C64D193D3}"/>
              </a:ext>
            </a:extLst>
          </p:cNvPr>
          <p:cNvSpPr/>
          <p:nvPr/>
        </p:nvSpPr>
        <p:spPr>
          <a:xfrm rot="19333876">
            <a:off x="9924053" y="4923806"/>
            <a:ext cx="123770" cy="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18" name="Conector recto 817">
            <a:extLst>
              <a:ext uri="{FF2B5EF4-FFF2-40B4-BE49-F238E27FC236}">
                <a16:creationId xmlns:a16="http://schemas.microsoft.com/office/drawing/2014/main" id="{8A7726A5-1E23-D579-D584-EC5515C8446C}"/>
              </a:ext>
            </a:extLst>
          </p:cNvPr>
          <p:cNvCxnSpPr>
            <a:cxnSpLocks/>
          </p:cNvCxnSpPr>
          <p:nvPr/>
        </p:nvCxnSpPr>
        <p:spPr>
          <a:xfrm>
            <a:off x="10012127" y="510208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" name="Rectángulo 818">
            <a:extLst>
              <a:ext uri="{FF2B5EF4-FFF2-40B4-BE49-F238E27FC236}">
                <a16:creationId xmlns:a16="http://schemas.microsoft.com/office/drawing/2014/main" id="{D8AB09D5-2C30-ABA2-831A-349520B092D8}"/>
              </a:ext>
            </a:extLst>
          </p:cNvPr>
          <p:cNvSpPr/>
          <p:nvPr/>
        </p:nvSpPr>
        <p:spPr>
          <a:xfrm>
            <a:off x="3383280" y="4839526"/>
            <a:ext cx="591501" cy="392430"/>
          </a:xfrm>
          <a:prstGeom prst="rect">
            <a:avLst/>
          </a:prstGeom>
          <a:solidFill>
            <a:srgbClr val="0C3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0" name="Rectángulo 819">
            <a:extLst>
              <a:ext uri="{FF2B5EF4-FFF2-40B4-BE49-F238E27FC236}">
                <a16:creationId xmlns:a16="http://schemas.microsoft.com/office/drawing/2014/main" id="{E7363048-5DBF-9997-7DC2-6BF1A1C20A44}"/>
              </a:ext>
            </a:extLst>
          </p:cNvPr>
          <p:cNvSpPr/>
          <p:nvPr/>
        </p:nvSpPr>
        <p:spPr>
          <a:xfrm>
            <a:off x="3383280" y="5231956"/>
            <a:ext cx="591501" cy="1738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1" name="Conector recto 820">
            <a:extLst>
              <a:ext uri="{FF2B5EF4-FFF2-40B4-BE49-F238E27FC236}">
                <a16:creationId xmlns:a16="http://schemas.microsoft.com/office/drawing/2014/main" id="{0085AA3F-D4D8-9D30-912C-F68578EE3496}"/>
              </a:ext>
            </a:extLst>
          </p:cNvPr>
          <p:cNvCxnSpPr>
            <a:cxnSpLocks/>
          </p:cNvCxnSpPr>
          <p:nvPr/>
        </p:nvCxnSpPr>
        <p:spPr>
          <a:xfrm flipV="1">
            <a:off x="3598545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Conector recto 821">
            <a:extLst>
              <a:ext uri="{FF2B5EF4-FFF2-40B4-BE49-F238E27FC236}">
                <a16:creationId xmlns:a16="http://schemas.microsoft.com/office/drawing/2014/main" id="{DB4130E2-BF88-DCE6-9460-2697EBC5B68A}"/>
              </a:ext>
            </a:extLst>
          </p:cNvPr>
          <p:cNvCxnSpPr>
            <a:cxnSpLocks/>
          </p:cNvCxnSpPr>
          <p:nvPr/>
        </p:nvCxnSpPr>
        <p:spPr>
          <a:xfrm flipV="1">
            <a:off x="3495675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Conector recto 822">
            <a:extLst>
              <a:ext uri="{FF2B5EF4-FFF2-40B4-BE49-F238E27FC236}">
                <a16:creationId xmlns:a16="http://schemas.microsoft.com/office/drawing/2014/main" id="{C0521B55-0917-479F-53CD-64950CF9B53C}"/>
              </a:ext>
            </a:extLst>
          </p:cNvPr>
          <p:cNvCxnSpPr>
            <a:cxnSpLocks/>
          </p:cNvCxnSpPr>
          <p:nvPr/>
        </p:nvCxnSpPr>
        <p:spPr>
          <a:xfrm flipV="1">
            <a:off x="3890010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Conector recto 823">
            <a:extLst>
              <a:ext uri="{FF2B5EF4-FFF2-40B4-BE49-F238E27FC236}">
                <a16:creationId xmlns:a16="http://schemas.microsoft.com/office/drawing/2014/main" id="{4BCD0638-6C76-5202-BFF0-635853DF1693}"/>
              </a:ext>
            </a:extLst>
          </p:cNvPr>
          <p:cNvCxnSpPr>
            <a:cxnSpLocks/>
          </p:cNvCxnSpPr>
          <p:nvPr/>
        </p:nvCxnSpPr>
        <p:spPr>
          <a:xfrm flipV="1">
            <a:off x="3783330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Conector recto 824">
            <a:extLst>
              <a:ext uri="{FF2B5EF4-FFF2-40B4-BE49-F238E27FC236}">
                <a16:creationId xmlns:a16="http://schemas.microsoft.com/office/drawing/2014/main" id="{21812C4A-1EE4-3917-3EB4-5CBB39F0A241}"/>
              </a:ext>
            </a:extLst>
          </p:cNvPr>
          <p:cNvCxnSpPr>
            <a:cxnSpLocks/>
          </p:cNvCxnSpPr>
          <p:nvPr/>
        </p:nvCxnSpPr>
        <p:spPr>
          <a:xfrm flipV="1">
            <a:off x="3680460" y="4843336"/>
            <a:ext cx="0" cy="61200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Rectángulo 825">
            <a:extLst>
              <a:ext uri="{FF2B5EF4-FFF2-40B4-BE49-F238E27FC236}">
                <a16:creationId xmlns:a16="http://schemas.microsoft.com/office/drawing/2014/main" id="{467547FC-6A97-5802-4BD9-75573DA70489}"/>
              </a:ext>
            </a:extLst>
          </p:cNvPr>
          <p:cNvSpPr/>
          <p:nvPr/>
        </p:nvSpPr>
        <p:spPr>
          <a:xfrm>
            <a:off x="3261360" y="5211001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7" name="Rectángulo 826">
            <a:extLst>
              <a:ext uri="{FF2B5EF4-FFF2-40B4-BE49-F238E27FC236}">
                <a16:creationId xmlns:a16="http://schemas.microsoft.com/office/drawing/2014/main" id="{4A9DA88C-9CB7-5630-BE6B-DA8AF5882566}"/>
              </a:ext>
            </a:extLst>
          </p:cNvPr>
          <p:cNvSpPr/>
          <p:nvPr/>
        </p:nvSpPr>
        <p:spPr>
          <a:xfrm>
            <a:off x="3383280" y="4666171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28" name="Conector recto 827">
            <a:extLst>
              <a:ext uri="{FF2B5EF4-FFF2-40B4-BE49-F238E27FC236}">
                <a16:creationId xmlns:a16="http://schemas.microsoft.com/office/drawing/2014/main" id="{CB3538BC-BD21-5FD0-380D-18406B112057}"/>
              </a:ext>
            </a:extLst>
          </p:cNvPr>
          <p:cNvCxnSpPr>
            <a:cxnSpLocks/>
          </p:cNvCxnSpPr>
          <p:nvPr/>
        </p:nvCxnSpPr>
        <p:spPr>
          <a:xfrm flipV="1">
            <a:off x="3261360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Conector recto 828">
            <a:extLst>
              <a:ext uri="{FF2B5EF4-FFF2-40B4-BE49-F238E27FC236}">
                <a16:creationId xmlns:a16="http://schemas.microsoft.com/office/drawing/2014/main" id="{AD6CB934-EC75-A2A0-9C98-2C42E067EFC2}"/>
              </a:ext>
            </a:extLst>
          </p:cNvPr>
          <p:cNvCxnSpPr>
            <a:cxnSpLocks/>
          </p:cNvCxnSpPr>
          <p:nvPr/>
        </p:nvCxnSpPr>
        <p:spPr>
          <a:xfrm flipV="1">
            <a:off x="3524250" y="521100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Conector recto 829">
            <a:extLst>
              <a:ext uri="{FF2B5EF4-FFF2-40B4-BE49-F238E27FC236}">
                <a16:creationId xmlns:a16="http://schemas.microsoft.com/office/drawing/2014/main" id="{1FBC4FA9-A957-50E9-4E46-C0CEC1DC1B95}"/>
              </a:ext>
            </a:extLst>
          </p:cNvPr>
          <p:cNvCxnSpPr>
            <a:cxnSpLocks/>
          </p:cNvCxnSpPr>
          <p:nvPr/>
        </p:nvCxnSpPr>
        <p:spPr>
          <a:xfrm flipV="1">
            <a:off x="3869055" y="521862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Conector recto 830">
            <a:extLst>
              <a:ext uri="{FF2B5EF4-FFF2-40B4-BE49-F238E27FC236}">
                <a16:creationId xmlns:a16="http://schemas.microsoft.com/office/drawing/2014/main" id="{1AE513DC-BB1A-D0CD-D211-F29FCB31268B}"/>
              </a:ext>
            </a:extLst>
          </p:cNvPr>
          <p:cNvCxnSpPr>
            <a:cxnSpLocks/>
          </p:cNvCxnSpPr>
          <p:nvPr/>
        </p:nvCxnSpPr>
        <p:spPr>
          <a:xfrm flipV="1">
            <a:off x="4103370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Conector recto 831">
            <a:extLst>
              <a:ext uri="{FF2B5EF4-FFF2-40B4-BE49-F238E27FC236}">
                <a16:creationId xmlns:a16="http://schemas.microsoft.com/office/drawing/2014/main" id="{4C8FB87B-8435-3F66-962D-B01926319E25}"/>
              </a:ext>
            </a:extLst>
          </p:cNvPr>
          <p:cNvCxnSpPr>
            <a:cxnSpLocks/>
          </p:cNvCxnSpPr>
          <p:nvPr/>
        </p:nvCxnSpPr>
        <p:spPr>
          <a:xfrm flipV="1">
            <a:off x="3680460" y="467379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Conector recto 832">
            <a:extLst>
              <a:ext uri="{FF2B5EF4-FFF2-40B4-BE49-F238E27FC236}">
                <a16:creationId xmlns:a16="http://schemas.microsoft.com/office/drawing/2014/main" id="{BA71459A-94A0-67EF-628D-5C671E873F5B}"/>
              </a:ext>
            </a:extLst>
          </p:cNvPr>
          <p:cNvCxnSpPr>
            <a:cxnSpLocks/>
          </p:cNvCxnSpPr>
          <p:nvPr/>
        </p:nvCxnSpPr>
        <p:spPr>
          <a:xfrm flipV="1">
            <a:off x="3383280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Conector recto 833">
            <a:extLst>
              <a:ext uri="{FF2B5EF4-FFF2-40B4-BE49-F238E27FC236}">
                <a16:creationId xmlns:a16="http://schemas.microsoft.com/office/drawing/2014/main" id="{262FCE9C-44B6-8D25-49BF-F26148B16639}"/>
              </a:ext>
            </a:extLst>
          </p:cNvPr>
          <p:cNvCxnSpPr>
            <a:cxnSpLocks/>
          </p:cNvCxnSpPr>
          <p:nvPr/>
        </p:nvCxnSpPr>
        <p:spPr>
          <a:xfrm flipV="1">
            <a:off x="3975735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Conector recto 834">
            <a:extLst>
              <a:ext uri="{FF2B5EF4-FFF2-40B4-BE49-F238E27FC236}">
                <a16:creationId xmlns:a16="http://schemas.microsoft.com/office/drawing/2014/main" id="{4A5E4EE3-3E9C-9F69-78EF-CB1ACC16B19A}"/>
              </a:ext>
            </a:extLst>
          </p:cNvPr>
          <p:cNvCxnSpPr>
            <a:cxnSpLocks/>
          </p:cNvCxnSpPr>
          <p:nvPr/>
        </p:nvCxnSpPr>
        <p:spPr>
          <a:xfrm flipH="1">
            <a:off x="3384233" y="5003356"/>
            <a:ext cx="59245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Rectángulo 835">
            <a:extLst>
              <a:ext uri="{FF2B5EF4-FFF2-40B4-BE49-F238E27FC236}">
                <a16:creationId xmlns:a16="http://schemas.microsoft.com/office/drawing/2014/main" id="{F1F94754-183E-36C6-E99B-E3E5F7A04D6A}"/>
              </a:ext>
            </a:extLst>
          </p:cNvPr>
          <p:cNvSpPr/>
          <p:nvPr/>
        </p:nvSpPr>
        <p:spPr>
          <a:xfrm>
            <a:off x="8193406" y="4839526"/>
            <a:ext cx="591501" cy="392430"/>
          </a:xfrm>
          <a:prstGeom prst="rect">
            <a:avLst/>
          </a:prstGeom>
          <a:solidFill>
            <a:srgbClr val="0C3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7" name="Rectángulo 836">
            <a:extLst>
              <a:ext uri="{FF2B5EF4-FFF2-40B4-BE49-F238E27FC236}">
                <a16:creationId xmlns:a16="http://schemas.microsoft.com/office/drawing/2014/main" id="{C3561282-29BB-DB98-D5C4-BB2A2B8417A8}"/>
              </a:ext>
            </a:extLst>
          </p:cNvPr>
          <p:cNvSpPr/>
          <p:nvPr/>
        </p:nvSpPr>
        <p:spPr>
          <a:xfrm>
            <a:off x="8193406" y="5231956"/>
            <a:ext cx="591501" cy="1738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8" name="Conector recto 837">
            <a:extLst>
              <a:ext uri="{FF2B5EF4-FFF2-40B4-BE49-F238E27FC236}">
                <a16:creationId xmlns:a16="http://schemas.microsoft.com/office/drawing/2014/main" id="{56836B00-51D7-5E9F-1845-71C4A54B9330}"/>
              </a:ext>
            </a:extLst>
          </p:cNvPr>
          <p:cNvCxnSpPr>
            <a:cxnSpLocks/>
          </p:cNvCxnSpPr>
          <p:nvPr/>
        </p:nvCxnSpPr>
        <p:spPr>
          <a:xfrm flipV="1">
            <a:off x="8408671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Conector recto 838">
            <a:extLst>
              <a:ext uri="{FF2B5EF4-FFF2-40B4-BE49-F238E27FC236}">
                <a16:creationId xmlns:a16="http://schemas.microsoft.com/office/drawing/2014/main" id="{418E572B-5A15-7263-F0F3-A97012A3D1C4}"/>
              </a:ext>
            </a:extLst>
          </p:cNvPr>
          <p:cNvCxnSpPr>
            <a:cxnSpLocks/>
          </p:cNvCxnSpPr>
          <p:nvPr/>
        </p:nvCxnSpPr>
        <p:spPr>
          <a:xfrm flipV="1">
            <a:off x="8305801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Conector recto 839">
            <a:extLst>
              <a:ext uri="{FF2B5EF4-FFF2-40B4-BE49-F238E27FC236}">
                <a16:creationId xmlns:a16="http://schemas.microsoft.com/office/drawing/2014/main" id="{08C5784D-D410-7128-8563-ABBE6C292640}"/>
              </a:ext>
            </a:extLst>
          </p:cNvPr>
          <p:cNvCxnSpPr>
            <a:cxnSpLocks/>
          </p:cNvCxnSpPr>
          <p:nvPr/>
        </p:nvCxnSpPr>
        <p:spPr>
          <a:xfrm flipV="1">
            <a:off x="8700136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Conector recto 840">
            <a:extLst>
              <a:ext uri="{FF2B5EF4-FFF2-40B4-BE49-F238E27FC236}">
                <a16:creationId xmlns:a16="http://schemas.microsoft.com/office/drawing/2014/main" id="{FC96354E-A464-1F2D-53F9-8370A2BD5499}"/>
              </a:ext>
            </a:extLst>
          </p:cNvPr>
          <p:cNvCxnSpPr>
            <a:cxnSpLocks/>
          </p:cNvCxnSpPr>
          <p:nvPr/>
        </p:nvCxnSpPr>
        <p:spPr>
          <a:xfrm flipV="1">
            <a:off x="8593456" y="4839526"/>
            <a:ext cx="0" cy="6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Conector recto 841">
            <a:extLst>
              <a:ext uri="{FF2B5EF4-FFF2-40B4-BE49-F238E27FC236}">
                <a16:creationId xmlns:a16="http://schemas.microsoft.com/office/drawing/2014/main" id="{BBEFB935-DC6C-6764-DDD6-C760874A00DE}"/>
              </a:ext>
            </a:extLst>
          </p:cNvPr>
          <p:cNvCxnSpPr>
            <a:cxnSpLocks/>
          </p:cNvCxnSpPr>
          <p:nvPr/>
        </p:nvCxnSpPr>
        <p:spPr>
          <a:xfrm flipV="1">
            <a:off x="8490586" y="4843336"/>
            <a:ext cx="0" cy="61200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Rectángulo 842">
            <a:extLst>
              <a:ext uri="{FF2B5EF4-FFF2-40B4-BE49-F238E27FC236}">
                <a16:creationId xmlns:a16="http://schemas.microsoft.com/office/drawing/2014/main" id="{F7914B15-F1F6-97B8-C90B-048A68DA7B0A}"/>
              </a:ext>
            </a:extLst>
          </p:cNvPr>
          <p:cNvSpPr/>
          <p:nvPr/>
        </p:nvSpPr>
        <p:spPr>
          <a:xfrm>
            <a:off x="8071486" y="5211001"/>
            <a:ext cx="842010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4" name="Rectángulo 843">
            <a:extLst>
              <a:ext uri="{FF2B5EF4-FFF2-40B4-BE49-F238E27FC236}">
                <a16:creationId xmlns:a16="http://schemas.microsoft.com/office/drawing/2014/main" id="{A56F0B73-8E1F-7CB2-B442-C0BA740759D0}"/>
              </a:ext>
            </a:extLst>
          </p:cNvPr>
          <p:cNvSpPr/>
          <p:nvPr/>
        </p:nvSpPr>
        <p:spPr>
          <a:xfrm>
            <a:off x="8193406" y="4666171"/>
            <a:ext cx="592455" cy="140970"/>
          </a:xfrm>
          <a:prstGeom prst="rect">
            <a:avLst/>
          </a:prstGeom>
          <a:noFill/>
          <a:ln w="19050"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45" name="Conector recto 844">
            <a:extLst>
              <a:ext uri="{FF2B5EF4-FFF2-40B4-BE49-F238E27FC236}">
                <a16:creationId xmlns:a16="http://schemas.microsoft.com/office/drawing/2014/main" id="{5D72D422-1274-3C43-9387-04E9BB44ABEE}"/>
              </a:ext>
            </a:extLst>
          </p:cNvPr>
          <p:cNvCxnSpPr>
            <a:cxnSpLocks/>
          </p:cNvCxnSpPr>
          <p:nvPr/>
        </p:nvCxnSpPr>
        <p:spPr>
          <a:xfrm flipV="1">
            <a:off x="8071486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Conector recto 845">
            <a:extLst>
              <a:ext uri="{FF2B5EF4-FFF2-40B4-BE49-F238E27FC236}">
                <a16:creationId xmlns:a16="http://schemas.microsoft.com/office/drawing/2014/main" id="{3DB1BFE5-7019-C640-7141-33D3E9F2C6E0}"/>
              </a:ext>
            </a:extLst>
          </p:cNvPr>
          <p:cNvCxnSpPr>
            <a:cxnSpLocks/>
          </p:cNvCxnSpPr>
          <p:nvPr/>
        </p:nvCxnSpPr>
        <p:spPr>
          <a:xfrm flipV="1">
            <a:off x="8334376" y="521100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Conector recto 846">
            <a:extLst>
              <a:ext uri="{FF2B5EF4-FFF2-40B4-BE49-F238E27FC236}">
                <a16:creationId xmlns:a16="http://schemas.microsoft.com/office/drawing/2014/main" id="{696AE69E-8A36-BB94-F278-18A9FB57938E}"/>
              </a:ext>
            </a:extLst>
          </p:cNvPr>
          <p:cNvCxnSpPr>
            <a:cxnSpLocks/>
          </p:cNvCxnSpPr>
          <p:nvPr/>
        </p:nvCxnSpPr>
        <p:spPr>
          <a:xfrm flipV="1">
            <a:off x="8679181" y="521862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Conector recto 847">
            <a:extLst>
              <a:ext uri="{FF2B5EF4-FFF2-40B4-BE49-F238E27FC236}">
                <a16:creationId xmlns:a16="http://schemas.microsoft.com/office/drawing/2014/main" id="{2135FB02-C90D-3C15-9AAD-D7533A11D7CD}"/>
              </a:ext>
            </a:extLst>
          </p:cNvPr>
          <p:cNvCxnSpPr>
            <a:cxnSpLocks/>
          </p:cNvCxnSpPr>
          <p:nvPr/>
        </p:nvCxnSpPr>
        <p:spPr>
          <a:xfrm flipV="1">
            <a:off x="8913496" y="5277676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Conector recto 848">
            <a:extLst>
              <a:ext uri="{FF2B5EF4-FFF2-40B4-BE49-F238E27FC236}">
                <a16:creationId xmlns:a16="http://schemas.microsoft.com/office/drawing/2014/main" id="{93B7BB47-2B1F-44EE-1128-21060BECEF5F}"/>
              </a:ext>
            </a:extLst>
          </p:cNvPr>
          <p:cNvCxnSpPr>
            <a:cxnSpLocks/>
          </p:cNvCxnSpPr>
          <p:nvPr/>
        </p:nvCxnSpPr>
        <p:spPr>
          <a:xfrm flipV="1">
            <a:off x="8490586" y="4673791"/>
            <a:ext cx="0" cy="13335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Conector recto 849">
            <a:extLst>
              <a:ext uri="{FF2B5EF4-FFF2-40B4-BE49-F238E27FC236}">
                <a16:creationId xmlns:a16="http://schemas.microsoft.com/office/drawing/2014/main" id="{B208A19B-53F0-AF3F-2CA5-F65549AE7C6E}"/>
              </a:ext>
            </a:extLst>
          </p:cNvPr>
          <p:cNvCxnSpPr>
            <a:cxnSpLocks/>
          </p:cNvCxnSpPr>
          <p:nvPr/>
        </p:nvCxnSpPr>
        <p:spPr>
          <a:xfrm flipV="1">
            <a:off x="8193406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Conector recto 850">
            <a:extLst>
              <a:ext uri="{FF2B5EF4-FFF2-40B4-BE49-F238E27FC236}">
                <a16:creationId xmlns:a16="http://schemas.microsoft.com/office/drawing/2014/main" id="{9546B530-03DF-7535-BE80-468031919722}"/>
              </a:ext>
            </a:extLst>
          </p:cNvPr>
          <p:cNvCxnSpPr>
            <a:cxnSpLocks/>
          </p:cNvCxnSpPr>
          <p:nvPr/>
        </p:nvCxnSpPr>
        <p:spPr>
          <a:xfrm flipV="1">
            <a:off x="8785861" y="4793806"/>
            <a:ext cx="0" cy="612000"/>
          </a:xfrm>
          <a:prstGeom prst="line">
            <a:avLst/>
          </a:prstGeom>
          <a:ln w="19050">
            <a:solidFill>
              <a:srgbClr val="FFCC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Conector recto 851">
            <a:extLst>
              <a:ext uri="{FF2B5EF4-FFF2-40B4-BE49-F238E27FC236}">
                <a16:creationId xmlns:a16="http://schemas.microsoft.com/office/drawing/2014/main" id="{CC997D57-4813-E5A8-5278-52C010083296}"/>
              </a:ext>
            </a:extLst>
          </p:cNvPr>
          <p:cNvCxnSpPr>
            <a:cxnSpLocks/>
          </p:cNvCxnSpPr>
          <p:nvPr/>
        </p:nvCxnSpPr>
        <p:spPr>
          <a:xfrm flipH="1">
            <a:off x="8194359" y="5003356"/>
            <a:ext cx="592454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3AD723EB-B375-4408-2548-7E12F4D64C1D}"/>
              </a:ext>
            </a:extLst>
          </p:cNvPr>
          <p:cNvSpPr/>
          <p:nvPr/>
        </p:nvSpPr>
        <p:spPr>
          <a:xfrm>
            <a:off x="0" y="5420551"/>
            <a:ext cx="12191995" cy="45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6" name="Rectángulo 855">
            <a:extLst>
              <a:ext uri="{FF2B5EF4-FFF2-40B4-BE49-F238E27FC236}">
                <a16:creationId xmlns:a16="http://schemas.microsoft.com/office/drawing/2014/main" id="{20321FF1-72E4-91D5-56DB-5CEAF2A842E7}"/>
              </a:ext>
            </a:extLst>
          </p:cNvPr>
          <p:cNvSpPr/>
          <p:nvPr/>
        </p:nvSpPr>
        <p:spPr>
          <a:xfrm>
            <a:off x="6350011" y="3724776"/>
            <a:ext cx="892171" cy="43497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7" name="Rectángulo 856">
            <a:extLst>
              <a:ext uri="{FF2B5EF4-FFF2-40B4-BE49-F238E27FC236}">
                <a16:creationId xmlns:a16="http://schemas.microsoft.com/office/drawing/2014/main" id="{C7F3D0C5-8407-71CF-7681-E0EBE8652165}"/>
              </a:ext>
            </a:extLst>
          </p:cNvPr>
          <p:cNvSpPr/>
          <p:nvPr/>
        </p:nvSpPr>
        <p:spPr>
          <a:xfrm>
            <a:off x="6394462" y="3859722"/>
            <a:ext cx="50795" cy="107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8" name="Rectángulo 857">
            <a:extLst>
              <a:ext uri="{FF2B5EF4-FFF2-40B4-BE49-F238E27FC236}">
                <a16:creationId xmlns:a16="http://schemas.microsoft.com/office/drawing/2014/main" id="{46B725A9-7FEC-F09F-7BDA-EE41F0646B5D}"/>
              </a:ext>
            </a:extLst>
          </p:cNvPr>
          <p:cNvSpPr/>
          <p:nvPr/>
        </p:nvSpPr>
        <p:spPr>
          <a:xfrm>
            <a:off x="6659571" y="3859722"/>
            <a:ext cx="50795" cy="107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9" name="Rectángulo 858">
            <a:extLst>
              <a:ext uri="{FF2B5EF4-FFF2-40B4-BE49-F238E27FC236}">
                <a16:creationId xmlns:a16="http://schemas.microsoft.com/office/drawing/2014/main" id="{A7D7829B-0CC1-9462-A017-A50171613EDB}"/>
              </a:ext>
            </a:extLst>
          </p:cNvPr>
          <p:cNvSpPr/>
          <p:nvPr/>
        </p:nvSpPr>
        <p:spPr>
          <a:xfrm>
            <a:off x="6878677" y="3859722"/>
            <a:ext cx="50795" cy="107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0" name="Rectángulo 859">
            <a:extLst>
              <a:ext uri="{FF2B5EF4-FFF2-40B4-BE49-F238E27FC236}">
                <a16:creationId xmlns:a16="http://schemas.microsoft.com/office/drawing/2014/main" id="{BF7FA7B8-8747-1DF3-E093-5E753B7AF884}"/>
              </a:ext>
            </a:extLst>
          </p:cNvPr>
          <p:cNvSpPr/>
          <p:nvPr/>
        </p:nvSpPr>
        <p:spPr>
          <a:xfrm>
            <a:off x="7143786" y="3859722"/>
            <a:ext cx="50795" cy="107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1" name="Elipse 860">
            <a:extLst>
              <a:ext uri="{FF2B5EF4-FFF2-40B4-BE49-F238E27FC236}">
                <a16:creationId xmlns:a16="http://schemas.microsoft.com/office/drawing/2014/main" id="{53A951BA-FD07-2886-B043-AA8AA71FB9C6}"/>
              </a:ext>
            </a:extLst>
          </p:cNvPr>
          <p:cNvSpPr/>
          <p:nvPr/>
        </p:nvSpPr>
        <p:spPr>
          <a:xfrm>
            <a:off x="6438905" y="3774129"/>
            <a:ext cx="232571" cy="1981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2" name="Elipse 861">
            <a:extLst>
              <a:ext uri="{FF2B5EF4-FFF2-40B4-BE49-F238E27FC236}">
                <a16:creationId xmlns:a16="http://schemas.microsoft.com/office/drawing/2014/main" id="{00729C74-C1E2-F4A1-D0A4-6BF5EBFF3F93}"/>
              </a:ext>
            </a:extLst>
          </p:cNvPr>
          <p:cNvSpPr/>
          <p:nvPr/>
        </p:nvSpPr>
        <p:spPr>
          <a:xfrm>
            <a:off x="6918320" y="3774920"/>
            <a:ext cx="232571" cy="1981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3" name="Rectángulo: esquinas redondeadas 862">
            <a:extLst>
              <a:ext uri="{FF2B5EF4-FFF2-40B4-BE49-F238E27FC236}">
                <a16:creationId xmlns:a16="http://schemas.microsoft.com/office/drawing/2014/main" id="{FDB120AC-F633-4AB8-0048-EEB17BB7A49A}"/>
              </a:ext>
            </a:extLst>
          </p:cNvPr>
          <p:cNvSpPr/>
          <p:nvPr/>
        </p:nvSpPr>
        <p:spPr>
          <a:xfrm>
            <a:off x="6469060" y="3996237"/>
            <a:ext cx="165953" cy="16351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4" name="Rectángulo: esquinas redondeadas 863">
            <a:extLst>
              <a:ext uri="{FF2B5EF4-FFF2-40B4-BE49-F238E27FC236}">
                <a16:creationId xmlns:a16="http://schemas.microsoft.com/office/drawing/2014/main" id="{3CB704FD-2BF5-C04E-18E9-E3EDE2141343}"/>
              </a:ext>
            </a:extLst>
          </p:cNvPr>
          <p:cNvSpPr/>
          <p:nvPr/>
        </p:nvSpPr>
        <p:spPr>
          <a:xfrm>
            <a:off x="6951657" y="3996237"/>
            <a:ext cx="165953" cy="16351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5" name="Rectángulo 864">
            <a:extLst>
              <a:ext uri="{FF2B5EF4-FFF2-40B4-BE49-F238E27FC236}">
                <a16:creationId xmlns:a16="http://schemas.microsoft.com/office/drawing/2014/main" id="{B28D54B7-E636-E4BC-03B1-FB023818FCDF}"/>
              </a:ext>
            </a:extLst>
          </p:cNvPr>
          <p:cNvSpPr/>
          <p:nvPr/>
        </p:nvSpPr>
        <p:spPr>
          <a:xfrm>
            <a:off x="7009615" y="4007355"/>
            <a:ext cx="45719" cy="152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6" name="Rectángulo 865">
            <a:extLst>
              <a:ext uri="{FF2B5EF4-FFF2-40B4-BE49-F238E27FC236}">
                <a16:creationId xmlns:a16="http://schemas.microsoft.com/office/drawing/2014/main" id="{CC052582-5B75-8F09-1C66-260EA9CFE3D8}"/>
              </a:ext>
            </a:extLst>
          </p:cNvPr>
          <p:cNvSpPr/>
          <p:nvPr/>
        </p:nvSpPr>
        <p:spPr>
          <a:xfrm>
            <a:off x="6525735" y="4007355"/>
            <a:ext cx="45719" cy="152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7" name="Elipse 866">
            <a:extLst>
              <a:ext uri="{FF2B5EF4-FFF2-40B4-BE49-F238E27FC236}">
                <a16:creationId xmlns:a16="http://schemas.microsoft.com/office/drawing/2014/main" id="{1A981555-C310-C0C5-D144-23C0C86248D6}"/>
              </a:ext>
            </a:extLst>
          </p:cNvPr>
          <p:cNvSpPr/>
          <p:nvPr/>
        </p:nvSpPr>
        <p:spPr>
          <a:xfrm>
            <a:off x="6450020" y="3818300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8" name="Elipse 867">
            <a:extLst>
              <a:ext uri="{FF2B5EF4-FFF2-40B4-BE49-F238E27FC236}">
                <a16:creationId xmlns:a16="http://schemas.microsoft.com/office/drawing/2014/main" id="{EA4D998C-1A38-451D-F118-620D62E825F7}"/>
              </a:ext>
            </a:extLst>
          </p:cNvPr>
          <p:cNvSpPr/>
          <p:nvPr/>
        </p:nvSpPr>
        <p:spPr>
          <a:xfrm>
            <a:off x="6927053" y="380428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9" name="Elipse 868">
            <a:extLst>
              <a:ext uri="{FF2B5EF4-FFF2-40B4-BE49-F238E27FC236}">
                <a16:creationId xmlns:a16="http://schemas.microsoft.com/office/drawing/2014/main" id="{597F6A00-BD86-698E-241B-657A1DA1A37C}"/>
              </a:ext>
            </a:extLst>
          </p:cNvPr>
          <p:cNvSpPr/>
          <p:nvPr/>
        </p:nvSpPr>
        <p:spPr>
          <a:xfrm rot="872776">
            <a:off x="6516814" y="3796767"/>
            <a:ext cx="134419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70" name="Conector recto 869">
            <a:extLst>
              <a:ext uri="{FF2B5EF4-FFF2-40B4-BE49-F238E27FC236}">
                <a16:creationId xmlns:a16="http://schemas.microsoft.com/office/drawing/2014/main" id="{8C66AB80-91C8-1686-9CF9-E507EE17477E}"/>
              </a:ext>
            </a:extLst>
          </p:cNvPr>
          <p:cNvCxnSpPr>
            <a:cxnSpLocks/>
          </p:cNvCxnSpPr>
          <p:nvPr/>
        </p:nvCxnSpPr>
        <p:spPr>
          <a:xfrm>
            <a:off x="6504782" y="3903375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Conector recto 870">
            <a:extLst>
              <a:ext uri="{FF2B5EF4-FFF2-40B4-BE49-F238E27FC236}">
                <a16:creationId xmlns:a16="http://schemas.microsoft.com/office/drawing/2014/main" id="{8BBBA8C2-629D-0E69-18CE-D28C35A8E08A}"/>
              </a:ext>
            </a:extLst>
          </p:cNvPr>
          <p:cNvCxnSpPr>
            <a:cxnSpLocks/>
          </p:cNvCxnSpPr>
          <p:nvPr/>
        </p:nvCxnSpPr>
        <p:spPr>
          <a:xfrm flipV="1">
            <a:off x="6554020" y="3903375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2" name="Elipse 871">
            <a:extLst>
              <a:ext uri="{FF2B5EF4-FFF2-40B4-BE49-F238E27FC236}">
                <a16:creationId xmlns:a16="http://schemas.microsoft.com/office/drawing/2014/main" id="{FD5901ED-65BC-5FE8-75CD-AC943AA0F2C5}"/>
              </a:ext>
            </a:extLst>
          </p:cNvPr>
          <p:cNvSpPr/>
          <p:nvPr/>
        </p:nvSpPr>
        <p:spPr>
          <a:xfrm rot="19333876">
            <a:off x="6436355" y="3810028"/>
            <a:ext cx="123770" cy="83542"/>
          </a:xfrm>
          <a:prstGeom prst="ellipse">
            <a:avLst/>
          </a:prstGeom>
          <a:solidFill>
            <a:srgbClr val="512A03"/>
          </a:solidFill>
          <a:ln>
            <a:solidFill>
              <a:srgbClr val="51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73" name="Conector recto 872">
            <a:extLst>
              <a:ext uri="{FF2B5EF4-FFF2-40B4-BE49-F238E27FC236}">
                <a16:creationId xmlns:a16="http://schemas.microsoft.com/office/drawing/2014/main" id="{8145CF82-633D-6B21-AE7F-7343677D424C}"/>
              </a:ext>
            </a:extLst>
          </p:cNvPr>
          <p:cNvCxnSpPr>
            <a:cxnSpLocks/>
          </p:cNvCxnSpPr>
          <p:nvPr/>
        </p:nvCxnSpPr>
        <p:spPr>
          <a:xfrm>
            <a:off x="6524429" y="3988305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Conector recto 873">
            <a:extLst>
              <a:ext uri="{FF2B5EF4-FFF2-40B4-BE49-F238E27FC236}">
                <a16:creationId xmlns:a16="http://schemas.microsoft.com/office/drawing/2014/main" id="{DCDB49ED-BB15-AF2D-8227-A9AA94529557}"/>
              </a:ext>
            </a:extLst>
          </p:cNvPr>
          <p:cNvCxnSpPr>
            <a:cxnSpLocks/>
          </p:cNvCxnSpPr>
          <p:nvPr/>
        </p:nvCxnSpPr>
        <p:spPr>
          <a:xfrm>
            <a:off x="6981032" y="3889087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Conector recto 874">
            <a:extLst>
              <a:ext uri="{FF2B5EF4-FFF2-40B4-BE49-F238E27FC236}">
                <a16:creationId xmlns:a16="http://schemas.microsoft.com/office/drawing/2014/main" id="{76C61AFC-0D4F-3F44-78BF-D7F4425836C2}"/>
              </a:ext>
            </a:extLst>
          </p:cNvPr>
          <p:cNvCxnSpPr>
            <a:cxnSpLocks/>
          </p:cNvCxnSpPr>
          <p:nvPr/>
        </p:nvCxnSpPr>
        <p:spPr>
          <a:xfrm flipV="1">
            <a:off x="7030270" y="3889087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6" name="Rectángulo 875">
            <a:extLst>
              <a:ext uri="{FF2B5EF4-FFF2-40B4-BE49-F238E27FC236}">
                <a16:creationId xmlns:a16="http://schemas.microsoft.com/office/drawing/2014/main" id="{302C56FB-1DE9-D0BB-CF6A-852E0C22F273}"/>
              </a:ext>
            </a:extLst>
          </p:cNvPr>
          <p:cNvSpPr/>
          <p:nvPr/>
        </p:nvSpPr>
        <p:spPr>
          <a:xfrm>
            <a:off x="6330962" y="4137215"/>
            <a:ext cx="925530" cy="421006"/>
          </a:xfrm>
          <a:prstGeom prst="rect">
            <a:avLst/>
          </a:prstGeom>
          <a:solidFill>
            <a:srgbClr val="B3B1B0"/>
          </a:solidFill>
          <a:ln>
            <a:solidFill>
              <a:srgbClr val="B3B1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7" name="Elipse 876">
            <a:extLst>
              <a:ext uri="{FF2B5EF4-FFF2-40B4-BE49-F238E27FC236}">
                <a16:creationId xmlns:a16="http://schemas.microsoft.com/office/drawing/2014/main" id="{E9C78531-3909-BA22-9926-9B5BADF9E376}"/>
              </a:ext>
            </a:extLst>
          </p:cNvPr>
          <p:cNvSpPr/>
          <p:nvPr/>
        </p:nvSpPr>
        <p:spPr>
          <a:xfrm>
            <a:off x="7010222" y="3954304"/>
            <a:ext cx="36000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5" name="Elipse 234">
            <a:extLst>
              <a:ext uri="{FF2B5EF4-FFF2-40B4-BE49-F238E27FC236}">
                <a16:creationId xmlns:a16="http://schemas.microsoft.com/office/drawing/2014/main" id="{520FE267-08FA-F97D-D897-20DE7037A9C2}"/>
              </a:ext>
            </a:extLst>
          </p:cNvPr>
          <p:cNvSpPr/>
          <p:nvPr/>
        </p:nvSpPr>
        <p:spPr>
          <a:xfrm>
            <a:off x="6557690" y="4472079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1B01D5BE-15BE-D4E3-DAB1-6132F8478868}"/>
              </a:ext>
            </a:extLst>
          </p:cNvPr>
          <p:cNvSpPr/>
          <p:nvPr/>
        </p:nvSpPr>
        <p:spPr>
          <a:xfrm rot="872776">
            <a:off x="6624484" y="4450546"/>
            <a:ext cx="134419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7C8C3B0B-DB8B-665C-2CC2-BFB25BD3C664}"/>
              </a:ext>
            </a:extLst>
          </p:cNvPr>
          <p:cNvCxnSpPr>
            <a:cxnSpLocks/>
          </p:cNvCxnSpPr>
          <p:nvPr/>
        </p:nvCxnSpPr>
        <p:spPr>
          <a:xfrm>
            <a:off x="6612452" y="4557154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CCAA0B89-8077-B09E-6D46-FAE9787343FC}"/>
              </a:ext>
            </a:extLst>
          </p:cNvPr>
          <p:cNvCxnSpPr>
            <a:cxnSpLocks/>
          </p:cNvCxnSpPr>
          <p:nvPr/>
        </p:nvCxnSpPr>
        <p:spPr>
          <a:xfrm flipV="1">
            <a:off x="6661690" y="4557154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Elipse 238">
            <a:extLst>
              <a:ext uri="{FF2B5EF4-FFF2-40B4-BE49-F238E27FC236}">
                <a16:creationId xmlns:a16="http://schemas.microsoft.com/office/drawing/2014/main" id="{DC76936D-3F7D-94CA-E6E1-A2BBC45F0BB7}"/>
              </a:ext>
            </a:extLst>
          </p:cNvPr>
          <p:cNvSpPr/>
          <p:nvPr/>
        </p:nvSpPr>
        <p:spPr>
          <a:xfrm rot="19333876">
            <a:off x="6544025" y="4463807"/>
            <a:ext cx="123770" cy="83542"/>
          </a:xfrm>
          <a:prstGeom prst="ellipse">
            <a:avLst/>
          </a:prstGeom>
          <a:solidFill>
            <a:srgbClr val="432302"/>
          </a:solidFill>
          <a:ln>
            <a:solidFill>
              <a:srgbClr val="4323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3C56F764-5B09-F10B-B331-371B6ACC89E1}"/>
              </a:ext>
            </a:extLst>
          </p:cNvPr>
          <p:cNvCxnSpPr>
            <a:cxnSpLocks/>
          </p:cNvCxnSpPr>
          <p:nvPr/>
        </p:nvCxnSpPr>
        <p:spPr>
          <a:xfrm>
            <a:off x="6632099" y="4642084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Elipse 366">
            <a:extLst>
              <a:ext uri="{FF2B5EF4-FFF2-40B4-BE49-F238E27FC236}">
                <a16:creationId xmlns:a16="http://schemas.microsoft.com/office/drawing/2014/main" id="{A7D7CBAF-787E-87E6-287A-03D4203982E1}"/>
              </a:ext>
            </a:extLst>
          </p:cNvPr>
          <p:cNvSpPr/>
          <p:nvPr/>
        </p:nvSpPr>
        <p:spPr>
          <a:xfrm>
            <a:off x="6809129" y="4478447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8" name="Elipse 367">
            <a:extLst>
              <a:ext uri="{FF2B5EF4-FFF2-40B4-BE49-F238E27FC236}">
                <a16:creationId xmlns:a16="http://schemas.microsoft.com/office/drawing/2014/main" id="{C990FE87-8072-4747-0A79-4B18E0C265DD}"/>
              </a:ext>
            </a:extLst>
          </p:cNvPr>
          <p:cNvSpPr/>
          <p:nvPr/>
        </p:nvSpPr>
        <p:spPr>
          <a:xfrm rot="872776">
            <a:off x="6875923" y="4456914"/>
            <a:ext cx="134419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F9A50228-2B50-B8CB-DDB1-584D87A79B9C}"/>
              </a:ext>
            </a:extLst>
          </p:cNvPr>
          <p:cNvCxnSpPr>
            <a:cxnSpLocks/>
          </p:cNvCxnSpPr>
          <p:nvPr/>
        </p:nvCxnSpPr>
        <p:spPr>
          <a:xfrm>
            <a:off x="6863891" y="4563522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C6B336C7-70F7-17B9-9611-BD768B2C9A7D}"/>
              </a:ext>
            </a:extLst>
          </p:cNvPr>
          <p:cNvCxnSpPr>
            <a:cxnSpLocks/>
          </p:cNvCxnSpPr>
          <p:nvPr/>
        </p:nvCxnSpPr>
        <p:spPr>
          <a:xfrm flipV="1">
            <a:off x="6913129" y="4563522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Elipse 370">
            <a:extLst>
              <a:ext uri="{FF2B5EF4-FFF2-40B4-BE49-F238E27FC236}">
                <a16:creationId xmlns:a16="http://schemas.microsoft.com/office/drawing/2014/main" id="{450D78C3-2F2C-6687-9D22-D6A9EF811A5A}"/>
              </a:ext>
            </a:extLst>
          </p:cNvPr>
          <p:cNvSpPr/>
          <p:nvPr/>
        </p:nvSpPr>
        <p:spPr>
          <a:xfrm rot="19333876">
            <a:off x="6795464" y="4470175"/>
            <a:ext cx="123770" cy="8354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65EF1B25-F1C9-B14A-CDBE-734ECAE5FBCD}"/>
              </a:ext>
            </a:extLst>
          </p:cNvPr>
          <p:cNvCxnSpPr>
            <a:cxnSpLocks/>
          </p:cNvCxnSpPr>
          <p:nvPr/>
        </p:nvCxnSpPr>
        <p:spPr>
          <a:xfrm>
            <a:off x="6883538" y="4648452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Elipse 375">
            <a:extLst>
              <a:ext uri="{FF2B5EF4-FFF2-40B4-BE49-F238E27FC236}">
                <a16:creationId xmlns:a16="http://schemas.microsoft.com/office/drawing/2014/main" id="{2BC2DF5A-E3DE-F129-524D-E68090355EFB}"/>
              </a:ext>
            </a:extLst>
          </p:cNvPr>
          <p:cNvSpPr/>
          <p:nvPr/>
        </p:nvSpPr>
        <p:spPr>
          <a:xfrm>
            <a:off x="7087303" y="4485038"/>
            <a:ext cx="209551" cy="198175"/>
          </a:xfrm>
          <a:prstGeom prst="ellipse">
            <a:avLst/>
          </a:prstGeom>
          <a:solidFill>
            <a:srgbClr val="DBBB8D"/>
          </a:solidFill>
          <a:ln>
            <a:solidFill>
              <a:srgbClr val="DBBB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7" name="Elipse 376">
            <a:extLst>
              <a:ext uri="{FF2B5EF4-FFF2-40B4-BE49-F238E27FC236}">
                <a16:creationId xmlns:a16="http://schemas.microsoft.com/office/drawing/2014/main" id="{1C846393-021E-5C8B-7A22-55A7397623BE}"/>
              </a:ext>
            </a:extLst>
          </p:cNvPr>
          <p:cNvSpPr/>
          <p:nvPr/>
        </p:nvSpPr>
        <p:spPr>
          <a:xfrm rot="872776">
            <a:off x="7154097" y="4463505"/>
            <a:ext cx="134419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8" name="Conector recto 377">
            <a:extLst>
              <a:ext uri="{FF2B5EF4-FFF2-40B4-BE49-F238E27FC236}">
                <a16:creationId xmlns:a16="http://schemas.microsoft.com/office/drawing/2014/main" id="{740BC0C5-B3D9-FB09-8EB8-4B2D9E571F05}"/>
              </a:ext>
            </a:extLst>
          </p:cNvPr>
          <p:cNvCxnSpPr>
            <a:cxnSpLocks/>
          </p:cNvCxnSpPr>
          <p:nvPr/>
        </p:nvCxnSpPr>
        <p:spPr>
          <a:xfrm>
            <a:off x="7142065" y="4570113"/>
            <a:ext cx="1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ector recto 378">
            <a:extLst>
              <a:ext uri="{FF2B5EF4-FFF2-40B4-BE49-F238E27FC236}">
                <a16:creationId xmlns:a16="http://schemas.microsoft.com/office/drawing/2014/main" id="{0DA08C02-0AF4-F920-9016-F76A8478DCB2}"/>
              </a:ext>
            </a:extLst>
          </p:cNvPr>
          <p:cNvCxnSpPr>
            <a:cxnSpLocks/>
          </p:cNvCxnSpPr>
          <p:nvPr/>
        </p:nvCxnSpPr>
        <p:spPr>
          <a:xfrm flipV="1">
            <a:off x="7191303" y="4570113"/>
            <a:ext cx="0" cy="5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Elipse 379">
            <a:extLst>
              <a:ext uri="{FF2B5EF4-FFF2-40B4-BE49-F238E27FC236}">
                <a16:creationId xmlns:a16="http://schemas.microsoft.com/office/drawing/2014/main" id="{DA7B212B-2091-E3D8-AA2E-6076DF65888B}"/>
              </a:ext>
            </a:extLst>
          </p:cNvPr>
          <p:cNvSpPr/>
          <p:nvPr/>
        </p:nvSpPr>
        <p:spPr>
          <a:xfrm rot="19333876">
            <a:off x="7073638" y="4476766"/>
            <a:ext cx="123770" cy="83542"/>
          </a:xfrm>
          <a:prstGeom prst="ellipse">
            <a:avLst/>
          </a:prstGeom>
          <a:solidFill>
            <a:srgbClr val="463206"/>
          </a:solidFill>
          <a:ln>
            <a:solidFill>
              <a:srgbClr val="463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81" name="Conector recto 380">
            <a:extLst>
              <a:ext uri="{FF2B5EF4-FFF2-40B4-BE49-F238E27FC236}">
                <a16:creationId xmlns:a16="http://schemas.microsoft.com/office/drawing/2014/main" id="{5EC476D7-F853-6008-8F09-84CD52C309FF}"/>
              </a:ext>
            </a:extLst>
          </p:cNvPr>
          <p:cNvCxnSpPr>
            <a:cxnSpLocks/>
          </p:cNvCxnSpPr>
          <p:nvPr/>
        </p:nvCxnSpPr>
        <p:spPr>
          <a:xfrm>
            <a:off x="7161712" y="4655043"/>
            <a:ext cx="587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ángulo 171">
            <a:extLst>
              <a:ext uri="{FF2B5EF4-FFF2-40B4-BE49-F238E27FC236}">
                <a16:creationId xmlns:a16="http://schemas.microsoft.com/office/drawing/2014/main" id="{13BBB3FD-4B25-83F9-B5C9-5A0DD21A1539}"/>
              </a:ext>
            </a:extLst>
          </p:cNvPr>
          <p:cNvSpPr/>
          <p:nvPr/>
        </p:nvSpPr>
        <p:spPr>
          <a:xfrm>
            <a:off x="6070215" y="4699509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7" name="Rectángulo 176">
            <a:extLst>
              <a:ext uri="{FF2B5EF4-FFF2-40B4-BE49-F238E27FC236}">
                <a16:creationId xmlns:a16="http://schemas.microsoft.com/office/drawing/2014/main" id="{24D6975F-4BA4-CE66-46FB-ADED2A906F16}"/>
              </a:ext>
            </a:extLst>
          </p:cNvPr>
          <p:cNvSpPr/>
          <p:nvPr/>
        </p:nvSpPr>
        <p:spPr>
          <a:xfrm>
            <a:off x="7416003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C7EE748E-E394-BFC3-81F1-8C7BEEE26E42}"/>
              </a:ext>
            </a:extLst>
          </p:cNvPr>
          <p:cNvSpPr/>
          <p:nvPr/>
        </p:nvSpPr>
        <p:spPr>
          <a:xfrm>
            <a:off x="9297191" y="4699508"/>
            <a:ext cx="248444" cy="82550"/>
          </a:xfrm>
          <a:prstGeom prst="rect">
            <a:avLst/>
          </a:prstGeom>
          <a:solidFill>
            <a:srgbClr val="FFCC3B"/>
          </a:solidFill>
          <a:ln>
            <a:solidFill>
              <a:srgbClr val="FFC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8316AF6-BC69-84B4-4C79-D74CBB37802F}"/>
              </a:ext>
            </a:extLst>
          </p:cNvPr>
          <p:cNvCxnSpPr>
            <a:cxnSpLocks/>
          </p:cNvCxnSpPr>
          <p:nvPr/>
        </p:nvCxnSpPr>
        <p:spPr>
          <a:xfrm>
            <a:off x="10305912" y="4153406"/>
            <a:ext cx="0" cy="138113"/>
          </a:xfrm>
          <a:prstGeom prst="line">
            <a:avLst/>
          </a:prstGeom>
          <a:ln w="19050">
            <a:solidFill>
              <a:srgbClr val="BD8E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5A4856DB-8893-B4FB-B961-82A9CCC693F4}"/>
              </a:ext>
            </a:extLst>
          </p:cNvPr>
          <p:cNvSpPr/>
          <p:nvPr/>
        </p:nvSpPr>
        <p:spPr>
          <a:xfrm>
            <a:off x="-110793" y="1135253"/>
            <a:ext cx="6156775" cy="4419911"/>
          </a:xfrm>
          <a:prstGeom prst="triangle">
            <a:avLst>
              <a:gd name="adj" fmla="val 30662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4702C6A-481D-2B15-5A6F-1D7F58E010A3}"/>
              </a:ext>
            </a:extLst>
          </p:cNvPr>
          <p:cNvSpPr/>
          <p:nvPr/>
        </p:nvSpPr>
        <p:spPr>
          <a:xfrm flipH="1">
            <a:off x="6114647" y="1125729"/>
            <a:ext cx="6226685" cy="4429436"/>
          </a:xfrm>
          <a:prstGeom prst="triangle">
            <a:avLst>
              <a:gd name="adj" fmla="val 30662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169D20A-C8C6-582F-0E65-63F4A6BB1797}"/>
              </a:ext>
            </a:extLst>
          </p:cNvPr>
          <p:cNvCxnSpPr>
            <a:cxnSpLocks/>
          </p:cNvCxnSpPr>
          <p:nvPr/>
        </p:nvCxnSpPr>
        <p:spPr>
          <a:xfrm flipV="1">
            <a:off x="6086063" y="5575809"/>
            <a:ext cx="0" cy="12821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555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21</Words>
  <Application>Microsoft Office PowerPoint</Application>
  <PresentationFormat>Panorámica</PresentationFormat>
  <Paragraphs>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Microsoft Himalaya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.</dc:creator>
  <cp:lastModifiedBy>68_93071015857</cp:lastModifiedBy>
  <cp:revision>46</cp:revision>
  <dcterms:created xsi:type="dcterms:W3CDTF">2025-07-30T21:11:34Z</dcterms:created>
  <dcterms:modified xsi:type="dcterms:W3CDTF">2025-08-02T01:09:19Z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2025-07-31T23:08:23Z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8703982a-d686-47cf-b173-4347cab1fb52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