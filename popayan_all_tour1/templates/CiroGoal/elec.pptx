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8" r:id="rId4"/>
    <p:sldId id="267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CBE"/>
    <a:srgbClr val="2357E2"/>
    <a:srgbClr val="EE8F04"/>
    <a:srgbClr val="EDB005"/>
    <a:srgbClr val="074489"/>
    <a:srgbClr val="978161"/>
    <a:srgbClr val="CD1414"/>
    <a:srgbClr val="790707"/>
    <a:srgbClr val="820808"/>
    <a:srgbClr val="8C5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>
        <p:scale>
          <a:sx n="75" d="100"/>
          <a:sy n="75" d="100"/>
        </p:scale>
        <p:origin x="113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B916D-BDAD-C96F-894E-DF9FA1BC8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400FCB-8BA7-7259-D180-207490209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292B4B-782A-568A-445E-73790E211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21/08/2025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829320-0B5E-873A-0D62-F283CBEB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C4C4D3-E72B-BBB9-414B-C4593D77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206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E5748-6D5B-0102-767C-FB04637E7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42424D-CCF6-EFA3-831D-BBBCCF003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F084FA-4A90-EBAE-CCAD-749A26B4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21/08/2025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E13EBC-B353-F592-6F49-E6BBB7EA8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3DABC6-3A79-AA20-F45A-041E16AC5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2927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FA318-9CA9-E506-60B0-783F45E2F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2C9731-0AAF-E32E-44F9-2D146D050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CFC86D-9500-17E9-74A3-FD27B6F7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21/08/2025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0F4C5C-B55A-9606-0514-E6FB409AF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AD8D0A-44C1-6D6B-4704-EAA5F7F7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092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0DCD6-518E-79D1-9E1A-2847DC64E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E5833B-64F3-550E-8EE2-BA36FE4DF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589F0F-9EEA-79F7-20CB-065D30B05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DA1B8E-1B71-49E0-E1F9-E776D36F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21/08/2025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F594AB-CAEE-0F59-6E6E-81170ABD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50EE99-2C5E-5B6F-1ED6-94FBE1A7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5100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6D949-06A0-BEED-7C78-8A6CBAB59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FC039F-6938-2C58-2ACA-876B831DF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0C6503-A16A-7AFF-6D37-42A8F0205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1049569-2039-4803-E884-CDBA62434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AE785DF-F4D7-B855-2495-190554F29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86ECFCB-E2FC-C64E-7F0E-74CDBEED5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21/08/2025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93C422-42F0-CDA3-5B96-E7389732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5EA82F-4BC3-3066-CB55-432C52E6F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8082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F23C8-9127-A3C9-7F30-4BA8F8B5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18B39E2-76ED-527A-BE5B-2B36B212A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21/08/2025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DD71BDF-164A-CAB7-A649-0C9FF272C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189156-ED55-3702-7624-8A2B6979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444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0612AF6-0E13-F4D3-1022-BD4FF298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21/08/2025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A480FC-33B0-1020-86AE-F0DBF17A0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D5ADD7-BEE0-A49A-D1E5-E58E9302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1745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85188-1D60-75B3-9369-399616227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B43011-5B41-22FC-8F5D-DBF0FBEB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EAD1EC3-1663-EA56-A736-850D59DF5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4730DC-C8AB-24A4-37BB-55F5547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21/08/2025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1B82D3-88DE-9FB9-6971-754C8B238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728A8E-FF55-54AB-B954-FA572A15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322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3415C-09A6-6498-5FF7-E74ABBBA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2646F7A-D346-4DF3-04EA-983D2DD42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FE8824-7762-D8E2-9E08-33CE86DD2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E25DE4-0514-E5E6-B830-2AFCDCDE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21/08/2025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A3FAAA-06F0-7531-167E-DF217DB43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7E2EAF-9689-D09B-C0C6-0EDFB455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3134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5D378-63BE-C530-82E1-626E42283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BD3CD7-D734-E5A2-5834-CF43CF4A2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461AD2-646E-A226-6562-EFE83FC24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21/08/2025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FD7725-2D06-CBE1-7414-DC1715AFD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9F2EA-E1F2-0799-26FE-FA4A27FE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621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D4868E-BA8B-D930-1E82-4A83F06BA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D81FC7-76B0-84AF-9F28-1B5D5A5CA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E2702E-1880-954D-79D0-F10A9B40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7536A-28E9-46A1-A996-754AB8D19FDB}" type="datetimeFigureOut">
              <a:rPr lang="es-CO" smtClean="0"/>
              <a:t>21/08/2025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C16040-1277-1248-5481-DF35400D7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BC8CAE-E39B-C345-90A6-9AE3E678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5897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616C06D-97ED-11A6-6F72-BFD8E2038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2ACFD3-27C1-C95F-408E-279F6EC5E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A441AF-2E83-F437-C75D-3A58650D92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7536A-28E9-46A1-A996-754AB8D19FDB}" type="datetimeFigureOut">
              <a:rPr lang="es-CO" smtClean="0"/>
              <a:t>21/08/2025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E3FFC4-C3DF-7D68-5E6E-9EB3B2165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44323E-F254-5437-1DD5-3DC9B7A3E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B1025-98EF-4F19-9E8B-766BD2341C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675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Imagen 403">
            <a:extLst>
              <a:ext uri="{FF2B5EF4-FFF2-40B4-BE49-F238E27FC236}">
                <a16:creationId xmlns:a16="http://schemas.microsoft.com/office/drawing/2014/main" id="{A96304E4-8A2A-9171-8BD1-79CCA34EE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055" y="3249595"/>
            <a:ext cx="5891890" cy="3281046"/>
          </a:xfrm>
          <a:prstGeom prst="rect">
            <a:avLst/>
          </a:prstGeom>
        </p:spPr>
      </p:pic>
      <p:sp>
        <p:nvSpPr>
          <p:cNvPr id="386" name="Rectángulo 385">
            <a:extLst>
              <a:ext uri="{FF2B5EF4-FFF2-40B4-BE49-F238E27FC236}">
                <a16:creationId xmlns:a16="http://schemas.microsoft.com/office/drawing/2014/main" id="{C246ACC3-8C12-60A6-B684-8BD940DE50BB}"/>
              </a:ext>
            </a:extLst>
          </p:cNvPr>
          <p:cNvSpPr/>
          <p:nvPr/>
        </p:nvSpPr>
        <p:spPr>
          <a:xfrm>
            <a:off x="7405107" y="2258081"/>
            <a:ext cx="963105" cy="4305003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rgbClr val="C5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7" name="Rectángulo 386">
            <a:extLst>
              <a:ext uri="{FF2B5EF4-FFF2-40B4-BE49-F238E27FC236}">
                <a16:creationId xmlns:a16="http://schemas.microsoft.com/office/drawing/2014/main" id="{707E5E78-07F3-0B6D-5B9C-17B625CFFFD7}"/>
              </a:ext>
            </a:extLst>
          </p:cNvPr>
          <p:cNvSpPr/>
          <p:nvPr/>
        </p:nvSpPr>
        <p:spPr>
          <a:xfrm>
            <a:off x="4811337" y="2245738"/>
            <a:ext cx="2631767" cy="921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0" name="Rectángulo 399">
            <a:extLst>
              <a:ext uri="{FF2B5EF4-FFF2-40B4-BE49-F238E27FC236}">
                <a16:creationId xmlns:a16="http://schemas.microsoft.com/office/drawing/2014/main" id="{C86E2E07-4092-5D45-41A2-34BC33E2E39E}"/>
              </a:ext>
            </a:extLst>
          </p:cNvPr>
          <p:cNvSpPr/>
          <p:nvPr/>
        </p:nvSpPr>
        <p:spPr>
          <a:xfrm>
            <a:off x="4811337" y="3154035"/>
            <a:ext cx="111125" cy="341363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1" name="Rectángulo 400">
            <a:extLst>
              <a:ext uri="{FF2B5EF4-FFF2-40B4-BE49-F238E27FC236}">
                <a16:creationId xmlns:a16="http://schemas.microsoft.com/office/drawing/2014/main" id="{67B4CF7E-CE19-E097-7F44-CA44504FE840}"/>
              </a:ext>
            </a:extLst>
          </p:cNvPr>
          <p:cNvSpPr/>
          <p:nvPr/>
        </p:nvSpPr>
        <p:spPr>
          <a:xfrm>
            <a:off x="7289113" y="3129521"/>
            <a:ext cx="111125" cy="341363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2" name="Rectángulo 401">
            <a:extLst>
              <a:ext uri="{FF2B5EF4-FFF2-40B4-BE49-F238E27FC236}">
                <a16:creationId xmlns:a16="http://schemas.microsoft.com/office/drawing/2014/main" id="{C92C726E-40A8-66EF-B94F-F50DBA78A461}"/>
              </a:ext>
            </a:extLst>
          </p:cNvPr>
          <p:cNvSpPr/>
          <p:nvPr/>
        </p:nvSpPr>
        <p:spPr>
          <a:xfrm rot="5400000">
            <a:off x="6025759" y="1967670"/>
            <a:ext cx="92207" cy="249286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9" name="Forma libre: forma 398">
            <a:extLst>
              <a:ext uri="{FF2B5EF4-FFF2-40B4-BE49-F238E27FC236}">
                <a16:creationId xmlns:a16="http://schemas.microsoft.com/office/drawing/2014/main" id="{14D05C2D-F89A-BECE-9E3A-DC7086DFE5C7}"/>
              </a:ext>
            </a:extLst>
          </p:cNvPr>
          <p:cNvSpPr/>
          <p:nvPr/>
        </p:nvSpPr>
        <p:spPr>
          <a:xfrm>
            <a:off x="-25400" y="-12700"/>
            <a:ext cx="12255500" cy="2324100"/>
          </a:xfrm>
          <a:custGeom>
            <a:avLst/>
            <a:gdLst>
              <a:gd name="connsiteX0" fmla="*/ 0 w 12255500"/>
              <a:gd name="connsiteY0" fmla="*/ 12700 h 2324100"/>
              <a:gd name="connsiteX1" fmla="*/ 3898900 w 12255500"/>
              <a:gd name="connsiteY1" fmla="*/ 2324100 h 2324100"/>
              <a:gd name="connsiteX2" fmla="*/ 8394700 w 12255500"/>
              <a:gd name="connsiteY2" fmla="*/ 2311400 h 2324100"/>
              <a:gd name="connsiteX3" fmla="*/ 12255500 w 12255500"/>
              <a:gd name="connsiteY3" fmla="*/ 0 h 2324100"/>
              <a:gd name="connsiteX4" fmla="*/ 0 w 12255500"/>
              <a:gd name="connsiteY4" fmla="*/ 12700 h 232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55500" h="2324100">
                <a:moveTo>
                  <a:pt x="0" y="12700"/>
                </a:moveTo>
                <a:lnTo>
                  <a:pt x="3898900" y="2324100"/>
                </a:lnTo>
                <a:lnTo>
                  <a:pt x="8394700" y="2311400"/>
                </a:lnTo>
                <a:lnTo>
                  <a:pt x="12255500" y="0"/>
                </a:lnTo>
                <a:lnTo>
                  <a:pt x="0" y="1270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8" name="Forma libre: forma 397">
            <a:extLst>
              <a:ext uri="{FF2B5EF4-FFF2-40B4-BE49-F238E27FC236}">
                <a16:creationId xmlns:a16="http://schemas.microsoft.com/office/drawing/2014/main" id="{6678EA68-F16E-2568-091F-0B600D26A87B}"/>
              </a:ext>
            </a:extLst>
          </p:cNvPr>
          <p:cNvSpPr/>
          <p:nvPr/>
        </p:nvSpPr>
        <p:spPr>
          <a:xfrm>
            <a:off x="3187700" y="6464300"/>
            <a:ext cx="5854700" cy="419100"/>
          </a:xfrm>
          <a:custGeom>
            <a:avLst/>
            <a:gdLst>
              <a:gd name="connsiteX0" fmla="*/ 558800 w 5854700"/>
              <a:gd name="connsiteY0" fmla="*/ 38100 h 419100"/>
              <a:gd name="connsiteX1" fmla="*/ 0 w 5854700"/>
              <a:gd name="connsiteY1" fmla="*/ 419100 h 419100"/>
              <a:gd name="connsiteX2" fmla="*/ 5854700 w 5854700"/>
              <a:gd name="connsiteY2" fmla="*/ 419100 h 419100"/>
              <a:gd name="connsiteX3" fmla="*/ 5283200 w 5854700"/>
              <a:gd name="connsiteY3" fmla="*/ 0 h 419100"/>
              <a:gd name="connsiteX4" fmla="*/ 5016500 w 5854700"/>
              <a:gd name="connsiteY4" fmla="*/ 76200 h 419100"/>
              <a:gd name="connsiteX5" fmla="*/ 1384300 w 5854700"/>
              <a:gd name="connsiteY5" fmla="*/ 76200 h 419100"/>
              <a:gd name="connsiteX6" fmla="*/ 787400 w 5854700"/>
              <a:gd name="connsiteY6" fmla="*/ 76200 h 419100"/>
              <a:gd name="connsiteX7" fmla="*/ 558800 w 5854700"/>
              <a:gd name="connsiteY7" fmla="*/ 38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4700" h="419100">
                <a:moveTo>
                  <a:pt x="558800" y="38100"/>
                </a:moveTo>
                <a:lnTo>
                  <a:pt x="0" y="419100"/>
                </a:lnTo>
                <a:lnTo>
                  <a:pt x="5854700" y="419100"/>
                </a:lnTo>
                <a:lnTo>
                  <a:pt x="5283200" y="0"/>
                </a:lnTo>
                <a:lnTo>
                  <a:pt x="5016500" y="76200"/>
                </a:lnTo>
                <a:lnTo>
                  <a:pt x="1384300" y="76200"/>
                </a:lnTo>
                <a:lnTo>
                  <a:pt x="787400" y="76200"/>
                </a:lnTo>
                <a:lnTo>
                  <a:pt x="558800" y="3810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9" name="Forma libre: forma 388">
            <a:extLst>
              <a:ext uri="{FF2B5EF4-FFF2-40B4-BE49-F238E27FC236}">
                <a16:creationId xmlns:a16="http://schemas.microsoft.com/office/drawing/2014/main" id="{F65CBB3D-257C-7356-AB3B-FFB56A90FD33}"/>
              </a:ext>
            </a:extLst>
          </p:cNvPr>
          <p:cNvSpPr/>
          <p:nvPr/>
        </p:nvSpPr>
        <p:spPr>
          <a:xfrm flipH="1">
            <a:off x="8341940" y="0"/>
            <a:ext cx="3914423" cy="6896100"/>
          </a:xfrm>
          <a:custGeom>
            <a:avLst/>
            <a:gdLst>
              <a:gd name="connsiteX0" fmla="*/ 3886200 w 3914422"/>
              <a:gd name="connsiteY0" fmla="*/ 2298700 h 6896100"/>
              <a:gd name="connsiteX1" fmla="*/ 38100 w 3914422"/>
              <a:gd name="connsiteY1" fmla="*/ 0 h 6896100"/>
              <a:gd name="connsiteX2" fmla="*/ 0 w 3914422"/>
              <a:gd name="connsiteY2" fmla="*/ 6883400 h 6896100"/>
              <a:gd name="connsiteX3" fmla="*/ 1701800 w 3914422"/>
              <a:gd name="connsiteY3" fmla="*/ 6896100 h 6896100"/>
              <a:gd name="connsiteX4" fmla="*/ 3911600 w 3914422"/>
              <a:gd name="connsiteY4" fmla="*/ 5905500 h 6896100"/>
              <a:gd name="connsiteX5" fmla="*/ 3886200 w 3914422"/>
              <a:gd name="connsiteY5" fmla="*/ 229870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4422" h="6896100">
                <a:moveTo>
                  <a:pt x="3886200" y="2298700"/>
                </a:moveTo>
                <a:lnTo>
                  <a:pt x="38100" y="0"/>
                </a:lnTo>
                <a:lnTo>
                  <a:pt x="0" y="6883400"/>
                </a:lnTo>
                <a:lnTo>
                  <a:pt x="1701800" y="6896100"/>
                </a:lnTo>
                <a:lnTo>
                  <a:pt x="3911600" y="5905500"/>
                </a:lnTo>
                <a:cubicBezTo>
                  <a:pt x="3915833" y="4703233"/>
                  <a:pt x="3920067" y="3500967"/>
                  <a:pt x="3886200" y="2298700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8" name="Forma libre: forma 387">
            <a:extLst>
              <a:ext uri="{FF2B5EF4-FFF2-40B4-BE49-F238E27FC236}">
                <a16:creationId xmlns:a16="http://schemas.microsoft.com/office/drawing/2014/main" id="{71F82496-95D4-BA78-6919-59BD113ADD70}"/>
              </a:ext>
            </a:extLst>
          </p:cNvPr>
          <p:cNvSpPr/>
          <p:nvPr/>
        </p:nvSpPr>
        <p:spPr>
          <a:xfrm>
            <a:off x="-38100" y="-12700"/>
            <a:ext cx="3914422" cy="6896100"/>
          </a:xfrm>
          <a:custGeom>
            <a:avLst/>
            <a:gdLst>
              <a:gd name="connsiteX0" fmla="*/ 3886200 w 3914422"/>
              <a:gd name="connsiteY0" fmla="*/ 2298700 h 6896100"/>
              <a:gd name="connsiteX1" fmla="*/ 38100 w 3914422"/>
              <a:gd name="connsiteY1" fmla="*/ 0 h 6896100"/>
              <a:gd name="connsiteX2" fmla="*/ 0 w 3914422"/>
              <a:gd name="connsiteY2" fmla="*/ 6883400 h 6896100"/>
              <a:gd name="connsiteX3" fmla="*/ 1701800 w 3914422"/>
              <a:gd name="connsiteY3" fmla="*/ 6896100 h 6896100"/>
              <a:gd name="connsiteX4" fmla="*/ 3911600 w 3914422"/>
              <a:gd name="connsiteY4" fmla="*/ 5905500 h 6896100"/>
              <a:gd name="connsiteX5" fmla="*/ 3886200 w 3914422"/>
              <a:gd name="connsiteY5" fmla="*/ 229870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4422" h="6896100">
                <a:moveTo>
                  <a:pt x="3886200" y="2298700"/>
                </a:moveTo>
                <a:lnTo>
                  <a:pt x="38100" y="0"/>
                </a:lnTo>
                <a:lnTo>
                  <a:pt x="0" y="6883400"/>
                </a:lnTo>
                <a:lnTo>
                  <a:pt x="1701800" y="6896100"/>
                </a:lnTo>
                <a:lnTo>
                  <a:pt x="3911600" y="5905500"/>
                </a:lnTo>
                <a:cubicBezTo>
                  <a:pt x="3915833" y="4703233"/>
                  <a:pt x="3920067" y="3500967"/>
                  <a:pt x="3886200" y="2298700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98000">
                <a:schemeClr val="tx1">
                  <a:lumMod val="75000"/>
                  <a:lumOff val="2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5" name="Rectángulo 384">
            <a:extLst>
              <a:ext uri="{FF2B5EF4-FFF2-40B4-BE49-F238E27FC236}">
                <a16:creationId xmlns:a16="http://schemas.microsoft.com/office/drawing/2014/main" id="{CCEA80EA-B51E-83C4-B717-88B8533A6D65}"/>
              </a:ext>
            </a:extLst>
          </p:cNvPr>
          <p:cNvSpPr/>
          <p:nvPr/>
        </p:nvSpPr>
        <p:spPr>
          <a:xfrm>
            <a:off x="3864288" y="2307995"/>
            <a:ext cx="963105" cy="4228805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0" name="Rectángulo 329">
            <a:extLst>
              <a:ext uri="{FF2B5EF4-FFF2-40B4-BE49-F238E27FC236}">
                <a16:creationId xmlns:a16="http://schemas.microsoft.com/office/drawing/2014/main" id="{FDEA16C1-A5BA-F4AE-8324-9A64E5670B35}"/>
              </a:ext>
            </a:extLst>
          </p:cNvPr>
          <p:cNvSpPr/>
          <p:nvPr/>
        </p:nvSpPr>
        <p:spPr>
          <a:xfrm>
            <a:off x="3865073" y="2307997"/>
            <a:ext cx="4496341" cy="422880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5" name="Forma libre: forma 394">
            <a:extLst>
              <a:ext uri="{FF2B5EF4-FFF2-40B4-BE49-F238E27FC236}">
                <a16:creationId xmlns:a16="http://schemas.microsoft.com/office/drawing/2014/main" id="{5471BDBD-0302-8E51-D977-A3DC4A80D9C8}"/>
              </a:ext>
            </a:extLst>
          </p:cNvPr>
          <p:cNvSpPr/>
          <p:nvPr/>
        </p:nvSpPr>
        <p:spPr>
          <a:xfrm>
            <a:off x="7683500" y="3263900"/>
            <a:ext cx="2387600" cy="520700"/>
          </a:xfrm>
          <a:custGeom>
            <a:avLst/>
            <a:gdLst>
              <a:gd name="connsiteX0" fmla="*/ 0 w 2387600"/>
              <a:gd name="connsiteY0" fmla="*/ 508000 h 520700"/>
              <a:gd name="connsiteX1" fmla="*/ 1549400 w 2387600"/>
              <a:gd name="connsiteY1" fmla="*/ 12700 h 520700"/>
              <a:gd name="connsiteX2" fmla="*/ 2387600 w 2387600"/>
              <a:gd name="connsiteY2" fmla="*/ 0 h 520700"/>
              <a:gd name="connsiteX3" fmla="*/ 419100 w 2387600"/>
              <a:gd name="connsiteY3" fmla="*/ 520700 h 520700"/>
              <a:gd name="connsiteX4" fmla="*/ 0 w 2387600"/>
              <a:gd name="connsiteY4" fmla="*/ 508000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7600" h="520700">
                <a:moveTo>
                  <a:pt x="0" y="508000"/>
                </a:moveTo>
                <a:lnTo>
                  <a:pt x="1549400" y="12700"/>
                </a:lnTo>
                <a:lnTo>
                  <a:pt x="2387600" y="0"/>
                </a:lnTo>
                <a:lnTo>
                  <a:pt x="419100" y="520700"/>
                </a:lnTo>
                <a:lnTo>
                  <a:pt x="0" y="50800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4" name="Forma libre: forma 393">
            <a:extLst>
              <a:ext uri="{FF2B5EF4-FFF2-40B4-BE49-F238E27FC236}">
                <a16:creationId xmlns:a16="http://schemas.microsoft.com/office/drawing/2014/main" id="{91476A04-4B6B-5C71-DFF6-CE928EE9A12E}"/>
              </a:ext>
            </a:extLst>
          </p:cNvPr>
          <p:cNvSpPr/>
          <p:nvPr/>
        </p:nvSpPr>
        <p:spPr>
          <a:xfrm>
            <a:off x="2032000" y="3289300"/>
            <a:ext cx="2387600" cy="546100"/>
          </a:xfrm>
          <a:custGeom>
            <a:avLst/>
            <a:gdLst>
              <a:gd name="connsiteX0" fmla="*/ 0 w 2387600"/>
              <a:gd name="connsiteY0" fmla="*/ 0 h 546100"/>
              <a:gd name="connsiteX1" fmla="*/ 800100 w 2387600"/>
              <a:gd name="connsiteY1" fmla="*/ 0 h 546100"/>
              <a:gd name="connsiteX2" fmla="*/ 2387600 w 2387600"/>
              <a:gd name="connsiteY2" fmla="*/ 482600 h 546100"/>
              <a:gd name="connsiteX3" fmla="*/ 2006600 w 2387600"/>
              <a:gd name="connsiteY3" fmla="*/ 546100 h 546100"/>
              <a:gd name="connsiteX4" fmla="*/ 0 w 2387600"/>
              <a:gd name="connsiteY4" fmla="*/ 0 h 54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7600" h="546100">
                <a:moveTo>
                  <a:pt x="0" y="0"/>
                </a:moveTo>
                <a:lnTo>
                  <a:pt x="800100" y="0"/>
                </a:lnTo>
                <a:lnTo>
                  <a:pt x="2387600" y="482600"/>
                </a:lnTo>
                <a:lnTo>
                  <a:pt x="2006600" y="5461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3" name="Forma libre: forma 392">
            <a:extLst>
              <a:ext uri="{FF2B5EF4-FFF2-40B4-BE49-F238E27FC236}">
                <a16:creationId xmlns:a16="http://schemas.microsoft.com/office/drawing/2014/main" id="{39E78C15-0C74-35C8-7662-5355531187D2}"/>
              </a:ext>
            </a:extLst>
          </p:cNvPr>
          <p:cNvSpPr/>
          <p:nvPr/>
        </p:nvSpPr>
        <p:spPr>
          <a:xfrm flipH="1">
            <a:off x="7658099" y="2277131"/>
            <a:ext cx="2408051" cy="1524000"/>
          </a:xfrm>
          <a:custGeom>
            <a:avLst/>
            <a:gdLst>
              <a:gd name="connsiteX0" fmla="*/ 25400 w 2451100"/>
              <a:gd name="connsiteY0" fmla="*/ 1003300 h 1524000"/>
              <a:gd name="connsiteX1" fmla="*/ 0 w 2451100"/>
              <a:gd name="connsiteY1" fmla="*/ 12700 h 1524000"/>
              <a:gd name="connsiteX2" fmla="*/ 800100 w 2451100"/>
              <a:gd name="connsiteY2" fmla="*/ 0 h 1524000"/>
              <a:gd name="connsiteX3" fmla="*/ 2451100 w 2451100"/>
              <a:gd name="connsiteY3" fmla="*/ 876300 h 1524000"/>
              <a:gd name="connsiteX4" fmla="*/ 2451100 w 2451100"/>
              <a:gd name="connsiteY4" fmla="*/ 1524000 h 1524000"/>
              <a:gd name="connsiteX5" fmla="*/ 825500 w 2451100"/>
              <a:gd name="connsiteY5" fmla="*/ 1003300 h 1524000"/>
              <a:gd name="connsiteX6" fmla="*/ 25400 w 2451100"/>
              <a:gd name="connsiteY6" fmla="*/ 100330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1100" h="1524000">
                <a:moveTo>
                  <a:pt x="25400" y="1003300"/>
                </a:moveTo>
                <a:lnTo>
                  <a:pt x="0" y="12700"/>
                </a:lnTo>
                <a:lnTo>
                  <a:pt x="800100" y="0"/>
                </a:lnTo>
                <a:lnTo>
                  <a:pt x="2451100" y="876300"/>
                </a:lnTo>
                <a:lnTo>
                  <a:pt x="2451100" y="1524000"/>
                </a:lnTo>
                <a:lnTo>
                  <a:pt x="825500" y="1003300"/>
                </a:lnTo>
                <a:lnTo>
                  <a:pt x="25400" y="100330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2" name="Forma libre: forma 391">
            <a:extLst>
              <a:ext uri="{FF2B5EF4-FFF2-40B4-BE49-F238E27FC236}">
                <a16:creationId xmlns:a16="http://schemas.microsoft.com/office/drawing/2014/main" id="{62CEE40B-F3C8-8A13-CD79-897C23177E73}"/>
              </a:ext>
            </a:extLst>
          </p:cNvPr>
          <p:cNvSpPr/>
          <p:nvPr/>
        </p:nvSpPr>
        <p:spPr>
          <a:xfrm>
            <a:off x="2019300" y="2286000"/>
            <a:ext cx="2451100" cy="1524000"/>
          </a:xfrm>
          <a:custGeom>
            <a:avLst/>
            <a:gdLst>
              <a:gd name="connsiteX0" fmla="*/ 25400 w 2451100"/>
              <a:gd name="connsiteY0" fmla="*/ 1003300 h 1524000"/>
              <a:gd name="connsiteX1" fmla="*/ 0 w 2451100"/>
              <a:gd name="connsiteY1" fmla="*/ 12700 h 1524000"/>
              <a:gd name="connsiteX2" fmla="*/ 800100 w 2451100"/>
              <a:gd name="connsiteY2" fmla="*/ 0 h 1524000"/>
              <a:gd name="connsiteX3" fmla="*/ 2451100 w 2451100"/>
              <a:gd name="connsiteY3" fmla="*/ 876300 h 1524000"/>
              <a:gd name="connsiteX4" fmla="*/ 2451100 w 2451100"/>
              <a:gd name="connsiteY4" fmla="*/ 1524000 h 1524000"/>
              <a:gd name="connsiteX5" fmla="*/ 825500 w 2451100"/>
              <a:gd name="connsiteY5" fmla="*/ 1003300 h 1524000"/>
              <a:gd name="connsiteX6" fmla="*/ 25400 w 2451100"/>
              <a:gd name="connsiteY6" fmla="*/ 100330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1100" h="1524000">
                <a:moveTo>
                  <a:pt x="25400" y="1003300"/>
                </a:moveTo>
                <a:lnTo>
                  <a:pt x="0" y="12700"/>
                </a:lnTo>
                <a:lnTo>
                  <a:pt x="800100" y="0"/>
                </a:lnTo>
                <a:lnTo>
                  <a:pt x="2451100" y="876300"/>
                </a:lnTo>
                <a:lnTo>
                  <a:pt x="2451100" y="1524000"/>
                </a:lnTo>
                <a:lnTo>
                  <a:pt x="825500" y="1003300"/>
                </a:lnTo>
                <a:lnTo>
                  <a:pt x="25400" y="100330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1" name="Forma libre: forma 390">
            <a:extLst>
              <a:ext uri="{FF2B5EF4-FFF2-40B4-BE49-F238E27FC236}">
                <a16:creationId xmlns:a16="http://schemas.microsoft.com/office/drawing/2014/main" id="{05BEDD00-DC5F-860F-CC58-A1CE4DEBE59B}"/>
              </a:ext>
            </a:extLst>
          </p:cNvPr>
          <p:cNvSpPr/>
          <p:nvPr/>
        </p:nvSpPr>
        <p:spPr>
          <a:xfrm flipH="1">
            <a:off x="6804233" y="3260204"/>
            <a:ext cx="494314" cy="3276600"/>
          </a:xfrm>
          <a:custGeom>
            <a:avLst/>
            <a:gdLst>
              <a:gd name="connsiteX0" fmla="*/ 0 w 457200"/>
              <a:gd name="connsiteY0" fmla="*/ 0 h 3276600"/>
              <a:gd name="connsiteX1" fmla="*/ 457200 w 457200"/>
              <a:gd name="connsiteY1" fmla="*/ 279400 h 3276600"/>
              <a:gd name="connsiteX2" fmla="*/ 457200 w 457200"/>
              <a:gd name="connsiteY2" fmla="*/ 2933700 h 3276600"/>
              <a:gd name="connsiteX3" fmla="*/ 0 w 457200"/>
              <a:gd name="connsiteY3" fmla="*/ 3276600 h 3276600"/>
              <a:gd name="connsiteX4" fmla="*/ 0 w 457200"/>
              <a:gd name="connsiteY4" fmla="*/ 0 h 327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" h="3276600">
                <a:moveTo>
                  <a:pt x="0" y="0"/>
                </a:moveTo>
                <a:lnTo>
                  <a:pt x="457200" y="279400"/>
                </a:lnTo>
                <a:lnTo>
                  <a:pt x="457200" y="2933700"/>
                </a:lnTo>
                <a:lnTo>
                  <a:pt x="0" y="3276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C5C2C">
                  <a:shade val="30000"/>
                  <a:satMod val="115000"/>
                </a:srgbClr>
              </a:gs>
              <a:gs pos="50000">
                <a:srgbClr val="8C5C2C">
                  <a:shade val="67500"/>
                  <a:satMod val="115000"/>
                </a:srgbClr>
              </a:gs>
              <a:gs pos="100000">
                <a:srgbClr val="8C5C2C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solidFill>
              <a:srgbClr val="8C5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0" name="Forma libre: forma 389">
            <a:extLst>
              <a:ext uri="{FF2B5EF4-FFF2-40B4-BE49-F238E27FC236}">
                <a16:creationId xmlns:a16="http://schemas.microsoft.com/office/drawing/2014/main" id="{F0EA1677-42BD-B52F-37E7-FCA54A5D7DCD}"/>
              </a:ext>
            </a:extLst>
          </p:cNvPr>
          <p:cNvSpPr/>
          <p:nvPr/>
        </p:nvSpPr>
        <p:spPr>
          <a:xfrm>
            <a:off x="4953000" y="3251200"/>
            <a:ext cx="457200" cy="3276600"/>
          </a:xfrm>
          <a:custGeom>
            <a:avLst/>
            <a:gdLst>
              <a:gd name="connsiteX0" fmla="*/ 0 w 457200"/>
              <a:gd name="connsiteY0" fmla="*/ 0 h 3276600"/>
              <a:gd name="connsiteX1" fmla="*/ 457200 w 457200"/>
              <a:gd name="connsiteY1" fmla="*/ 279400 h 3276600"/>
              <a:gd name="connsiteX2" fmla="*/ 457200 w 457200"/>
              <a:gd name="connsiteY2" fmla="*/ 2933700 h 3276600"/>
              <a:gd name="connsiteX3" fmla="*/ 0 w 457200"/>
              <a:gd name="connsiteY3" fmla="*/ 3276600 h 3276600"/>
              <a:gd name="connsiteX4" fmla="*/ 0 w 457200"/>
              <a:gd name="connsiteY4" fmla="*/ 0 h 327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" h="3276600">
                <a:moveTo>
                  <a:pt x="0" y="0"/>
                </a:moveTo>
                <a:lnTo>
                  <a:pt x="457200" y="279400"/>
                </a:lnTo>
                <a:lnTo>
                  <a:pt x="457200" y="2933700"/>
                </a:lnTo>
                <a:lnTo>
                  <a:pt x="0" y="3276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C5C2C">
                  <a:shade val="30000"/>
                  <a:satMod val="115000"/>
                </a:srgbClr>
              </a:gs>
              <a:gs pos="50000">
                <a:srgbClr val="8C5C2C">
                  <a:shade val="67500"/>
                  <a:satMod val="115000"/>
                </a:srgbClr>
              </a:gs>
              <a:gs pos="100000">
                <a:srgbClr val="8C5C2C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8C5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4" name="Forma libre: forma 383">
            <a:extLst>
              <a:ext uri="{FF2B5EF4-FFF2-40B4-BE49-F238E27FC236}">
                <a16:creationId xmlns:a16="http://schemas.microsoft.com/office/drawing/2014/main" id="{2AD95B04-2DE8-490B-3FDA-4D09638E22CA}"/>
              </a:ext>
            </a:extLst>
          </p:cNvPr>
          <p:cNvSpPr/>
          <p:nvPr/>
        </p:nvSpPr>
        <p:spPr>
          <a:xfrm>
            <a:off x="8220075" y="6334125"/>
            <a:ext cx="234950" cy="530225"/>
          </a:xfrm>
          <a:custGeom>
            <a:avLst/>
            <a:gdLst>
              <a:gd name="connsiteX0" fmla="*/ 0 w 234950"/>
              <a:gd name="connsiteY0" fmla="*/ 0 h 530225"/>
              <a:gd name="connsiteX1" fmla="*/ 15875 w 234950"/>
              <a:gd name="connsiteY1" fmla="*/ 517525 h 530225"/>
              <a:gd name="connsiteX2" fmla="*/ 234950 w 234950"/>
              <a:gd name="connsiteY2" fmla="*/ 530225 h 530225"/>
              <a:gd name="connsiteX3" fmla="*/ 234950 w 234950"/>
              <a:gd name="connsiteY3" fmla="*/ 142875 h 530225"/>
              <a:gd name="connsiteX4" fmla="*/ 0 w 234950"/>
              <a:gd name="connsiteY4" fmla="*/ 0 h 53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950" h="530225">
                <a:moveTo>
                  <a:pt x="0" y="0"/>
                </a:moveTo>
                <a:lnTo>
                  <a:pt x="15875" y="517525"/>
                </a:lnTo>
                <a:lnTo>
                  <a:pt x="234950" y="530225"/>
                </a:lnTo>
                <a:lnTo>
                  <a:pt x="234950" y="142875"/>
                </a:lnTo>
                <a:lnTo>
                  <a:pt x="0" y="0"/>
                </a:lnTo>
                <a:close/>
              </a:path>
            </a:pathLst>
          </a:custGeom>
          <a:solidFill>
            <a:srgbClr val="8C5C2C"/>
          </a:solidFill>
          <a:ln>
            <a:solidFill>
              <a:srgbClr val="8C5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3" name="Forma libre: forma 382">
            <a:extLst>
              <a:ext uri="{FF2B5EF4-FFF2-40B4-BE49-F238E27FC236}">
                <a16:creationId xmlns:a16="http://schemas.microsoft.com/office/drawing/2014/main" id="{30E50E70-F269-23C7-2D01-7AD9BC40FBC1}"/>
              </a:ext>
            </a:extLst>
          </p:cNvPr>
          <p:cNvSpPr/>
          <p:nvPr/>
        </p:nvSpPr>
        <p:spPr>
          <a:xfrm>
            <a:off x="7658100" y="5949950"/>
            <a:ext cx="194539" cy="701675"/>
          </a:xfrm>
          <a:custGeom>
            <a:avLst/>
            <a:gdLst>
              <a:gd name="connsiteX0" fmla="*/ 190500 w 194539"/>
              <a:gd name="connsiteY0" fmla="*/ 701675 h 701675"/>
              <a:gd name="connsiteX1" fmla="*/ 92075 w 194539"/>
              <a:gd name="connsiteY1" fmla="*/ 701675 h 701675"/>
              <a:gd name="connsiteX2" fmla="*/ 0 w 194539"/>
              <a:gd name="connsiteY2" fmla="*/ 631825 h 701675"/>
              <a:gd name="connsiteX3" fmla="*/ 3175 w 194539"/>
              <a:gd name="connsiteY3" fmla="*/ 0 h 701675"/>
              <a:gd name="connsiteX4" fmla="*/ 193675 w 194539"/>
              <a:gd name="connsiteY4" fmla="*/ 139700 h 701675"/>
              <a:gd name="connsiteX5" fmla="*/ 190500 w 194539"/>
              <a:gd name="connsiteY5" fmla="*/ 701675 h 70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4539" h="701675">
                <a:moveTo>
                  <a:pt x="190500" y="701675"/>
                </a:moveTo>
                <a:lnTo>
                  <a:pt x="92075" y="701675"/>
                </a:lnTo>
                <a:lnTo>
                  <a:pt x="0" y="631825"/>
                </a:lnTo>
                <a:cubicBezTo>
                  <a:pt x="1058" y="421217"/>
                  <a:pt x="2117" y="210608"/>
                  <a:pt x="3175" y="0"/>
                </a:cubicBezTo>
                <a:lnTo>
                  <a:pt x="193675" y="139700"/>
                </a:lnTo>
                <a:cubicBezTo>
                  <a:pt x="194733" y="323850"/>
                  <a:pt x="195792" y="508000"/>
                  <a:pt x="190500" y="701675"/>
                </a:cubicBezTo>
                <a:close/>
              </a:path>
            </a:pathLst>
          </a:custGeom>
          <a:solidFill>
            <a:srgbClr val="8C5C2C"/>
          </a:solidFill>
          <a:ln>
            <a:solidFill>
              <a:srgbClr val="8C5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2" name="Forma libre: forma 381">
            <a:extLst>
              <a:ext uri="{FF2B5EF4-FFF2-40B4-BE49-F238E27FC236}">
                <a16:creationId xmlns:a16="http://schemas.microsoft.com/office/drawing/2014/main" id="{20E9B079-860F-C169-79DF-89E080174073}"/>
              </a:ext>
            </a:extLst>
          </p:cNvPr>
          <p:cNvSpPr/>
          <p:nvPr/>
        </p:nvSpPr>
        <p:spPr>
          <a:xfrm>
            <a:off x="4391025" y="5943600"/>
            <a:ext cx="190500" cy="714375"/>
          </a:xfrm>
          <a:custGeom>
            <a:avLst/>
            <a:gdLst>
              <a:gd name="connsiteX0" fmla="*/ 0 w 190500"/>
              <a:gd name="connsiteY0" fmla="*/ 114300 h 714375"/>
              <a:gd name="connsiteX1" fmla="*/ 4763 w 190500"/>
              <a:gd name="connsiteY1" fmla="*/ 714375 h 714375"/>
              <a:gd name="connsiteX2" fmla="*/ 109538 w 190500"/>
              <a:gd name="connsiteY2" fmla="*/ 714375 h 714375"/>
              <a:gd name="connsiteX3" fmla="*/ 185738 w 190500"/>
              <a:gd name="connsiteY3" fmla="*/ 642938 h 714375"/>
              <a:gd name="connsiteX4" fmla="*/ 190500 w 190500"/>
              <a:gd name="connsiteY4" fmla="*/ 0 h 714375"/>
              <a:gd name="connsiteX5" fmla="*/ 0 w 190500"/>
              <a:gd name="connsiteY5" fmla="*/ 114300 h 71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500" h="714375">
                <a:moveTo>
                  <a:pt x="0" y="114300"/>
                </a:moveTo>
                <a:cubicBezTo>
                  <a:pt x="1588" y="314325"/>
                  <a:pt x="3175" y="514350"/>
                  <a:pt x="4763" y="714375"/>
                </a:cubicBezTo>
                <a:lnTo>
                  <a:pt x="109538" y="714375"/>
                </a:lnTo>
                <a:lnTo>
                  <a:pt x="185738" y="642938"/>
                </a:lnTo>
                <a:cubicBezTo>
                  <a:pt x="187325" y="428625"/>
                  <a:pt x="188913" y="214313"/>
                  <a:pt x="190500" y="0"/>
                </a:cubicBezTo>
                <a:lnTo>
                  <a:pt x="0" y="114300"/>
                </a:lnTo>
                <a:close/>
              </a:path>
            </a:pathLst>
          </a:custGeom>
          <a:solidFill>
            <a:srgbClr val="8C5C2C"/>
          </a:solidFill>
          <a:ln>
            <a:solidFill>
              <a:srgbClr val="8C5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1" name="Forma libre: forma 380">
            <a:extLst>
              <a:ext uri="{FF2B5EF4-FFF2-40B4-BE49-F238E27FC236}">
                <a16:creationId xmlns:a16="http://schemas.microsoft.com/office/drawing/2014/main" id="{D5B58FE3-515A-75FA-CC2F-23E9ECFC9776}"/>
              </a:ext>
            </a:extLst>
          </p:cNvPr>
          <p:cNvSpPr/>
          <p:nvPr/>
        </p:nvSpPr>
        <p:spPr>
          <a:xfrm>
            <a:off x="3784922" y="6342927"/>
            <a:ext cx="219919" cy="520860"/>
          </a:xfrm>
          <a:custGeom>
            <a:avLst/>
            <a:gdLst>
              <a:gd name="connsiteX0" fmla="*/ 219919 w 219919"/>
              <a:gd name="connsiteY0" fmla="*/ 0 h 520860"/>
              <a:gd name="connsiteX1" fmla="*/ 219919 w 219919"/>
              <a:gd name="connsiteY1" fmla="*/ 520860 h 520860"/>
              <a:gd name="connsiteX2" fmla="*/ 0 w 219919"/>
              <a:gd name="connsiteY2" fmla="*/ 520860 h 520860"/>
              <a:gd name="connsiteX3" fmla="*/ 0 w 219919"/>
              <a:gd name="connsiteY3" fmla="*/ 127321 h 520860"/>
              <a:gd name="connsiteX4" fmla="*/ 219919 w 219919"/>
              <a:gd name="connsiteY4" fmla="*/ 0 h 520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919" h="520860">
                <a:moveTo>
                  <a:pt x="219919" y="0"/>
                </a:moveTo>
                <a:lnTo>
                  <a:pt x="219919" y="520860"/>
                </a:lnTo>
                <a:lnTo>
                  <a:pt x="0" y="520860"/>
                </a:lnTo>
                <a:lnTo>
                  <a:pt x="0" y="127321"/>
                </a:lnTo>
                <a:lnTo>
                  <a:pt x="219919" y="0"/>
                </a:lnTo>
                <a:close/>
              </a:path>
            </a:pathLst>
          </a:custGeom>
          <a:solidFill>
            <a:srgbClr val="8C5C2C"/>
          </a:solidFill>
          <a:ln>
            <a:solidFill>
              <a:srgbClr val="8C5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50" name="Grupo 249">
            <a:extLst>
              <a:ext uri="{FF2B5EF4-FFF2-40B4-BE49-F238E27FC236}">
                <a16:creationId xmlns:a16="http://schemas.microsoft.com/office/drawing/2014/main" id="{7E95A2C8-AD6B-B6E7-4A49-0FC68ADB9757}"/>
              </a:ext>
            </a:extLst>
          </p:cNvPr>
          <p:cNvGrpSpPr/>
          <p:nvPr/>
        </p:nvGrpSpPr>
        <p:grpSpPr>
          <a:xfrm>
            <a:off x="4925784" y="3250655"/>
            <a:ext cx="494768" cy="3291093"/>
            <a:chOff x="4925784" y="1979271"/>
            <a:chExt cx="494768" cy="3291093"/>
          </a:xfrm>
        </p:grpSpPr>
        <p:cxnSp>
          <p:nvCxnSpPr>
            <p:cNvPr id="251" name="Conector recto 250">
              <a:extLst>
                <a:ext uri="{FF2B5EF4-FFF2-40B4-BE49-F238E27FC236}">
                  <a16:creationId xmlns:a16="http://schemas.microsoft.com/office/drawing/2014/main" id="{D48877D9-603E-E320-B8F7-CEF424620CED}"/>
                </a:ext>
              </a:extLst>
            </p:cNvPr>
            <p:cNvCxnSpPr>
              <a:cxnSpLocks/>
            </p:cNvCxnSpPr>
            <p:nvPr/>
          </p:nvCxnSpPr>
          <p:spPr>
            <a:xfrm>
              <a:off x="4942390" y="1979271"/>
              <a:ext cx="0" cy="32617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251">
              <a:extLst>
                <a:ext uri="{FF2B5EF4-FFF2-40B4-BE49-F238E27FC236}">
                  <a16:creationId xmlns:a16="http://schemas.microsoft.com/office/drawing/2014/main" id="{2DD3A37F-5A38-FF9C-2829-16CB0EC470C0}"/>
                </a:ext>
              </a:extLst>
            </p:cNvPr>
            <p:cNvCxnSpPr>
              <a:cxnSpLocks/>
            </p:cNvCxnSpPr>
            <p:nvPr/>
          </p:nvCxnSpPr>
          <p:spPr>
            <a:xfrm>
              <a:off x="4943475" y="1981200"/>
              <a:ext cx="466725" cy="3000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252">
              <a:extLst>
                <a:ext uri="{FF2B5EF4-FFF2-40B4-BE49-F238E27FC236}">
                  <a16:creationId xmlns:a16="http://schemas.microsoft.com/office/drawing/2014/main" id="{C4B94E79-A0EB-F1AD-319D-01976B469949}"/>
                </a:ext>
              </a:extLst>
            </p:cNvPr>
            <p:cNvCxnSpPr>
              <a:cxnSpLocks/>
            </p:cNvCxnSpPr>
            <p:nvPr/>
          </p:nvCxnSpPr>
          <p:spPr>
            <a:xfrm>
              <a:off x="5408692" y="2265624"/>
              <a:ext cx="0" cy="26556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 recto 253">
              <a:extLst>
                <a:ext uri="{FF2B5EF4-FFF2-40B4-BE49-F238E27FC236}">
                  <a16:creationId xmlns:a16="http://schemas.microsoft.com/office/drawing/2014/main" id="{A0B0414C-9B1E-C3D6-37ED-684CD342E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5784" y="4911725"/>
              <a:ext cx="494768" cy="3586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5" name="Grupo 254">
            <a:extLst>
              <a:ext uri="{FF2B5EF4-FFF2-40B4-BE49-F238E27FC236}">
                <a16:creationId xmlns:a16="http://schemas.microsoft.com/office/drawing/2014/main" id="{D3FCBAAE-7152-4B40-16B7-BA4102309802}"/>
              </a:ext>
            </a:extLst>
          </p:cNvPr>
          <p:cNvGrpSpPr/>
          <p:nvPr/>
        </p:nvGrpSpPr>
        <p:grpSpPr>
          <a:xfrm flipH="1">
            <a:off x="6789669" y="3249923"/>
            <a:ext cx="511843" cy="3291093"/>
            <a:chOff x="4925784" y="1979271"/>
            <a:chExt cx="494768" cy="3291093"/>
          </a:xfrm>
        </p:grpSpPr>
        <p:cxnSp>
          <p:nvCxnSpPr>
            <p:cNvPr id="256" name="Conector recto 255">
              <a:extLst>
                <a:ext uri="{FF2B5EF4-FFF2-40B4-BE49-F238E27FC236}">
                  <a16:creationId xmlns:a16="http://schemas.microsoft.com/office/drawing/2014/main" id="{B1C22164-AD4B-27DA-EFA5-FDE9602D612A}"/>
                </a:ext>
              </a:extLst>
            </p:cNvPr>
            <p:cNvCxnSpPr>
              <a:cxnSpLocks/>
            </p:cNvCxnSpPr>
            <p:nvPr/>
          </p:nvCxnSpPr>
          <p:spPr>
            <a:xfrm>
              <a:off x="4942390" y="1979271"/>
              <a:ext cx="0" cy="32617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ector recto 256">
              <a:extLst>
                <a:ext uri="{FF2B5EF4-FFF2-40B4-BE49-F238E27FC236}">
                  <a16:creationId xmlns:a16="http://schemas.microsoft.com/office/drawing/2014/main" id="{AC46117D-9A5B-9D51-6FA2-D0A6417CD8E8}"/>
                </a:ext>
              </a:extLst>
            </p:cNvPr>
            <p:cNvCxnSpPr>
              <a:cxnSpLocks/>
            </p:cNvCxnSpPr>
            <p:nvPr/>
          </p:nvCxnSpPr>
          <p:spPr>
            <a:xfrm>
              <a:off x="4943475" y="1981200"/>
              <a:ext cx="466725" cy="3000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ector recto 257">
              <a:extLst>
                <a:ext uri="{FF2B5EF4-FFF2-40B4-BE49-F238E27FC236}">
                  <a16:creationId xmlns:a16="http://schemas.microsoft.com/office/drawing/2014/main" id="{DD273075-D697-A68C-2FD7-DE802EAC50E6}"/>
                </a:ext>
              </a:extLst>
            </p:cNvPr>
            <p:cNvCxnSpPr>
              <a:cxnSpLocks/>
            </p:cNvCxnSpPr>
            <p:nvPr/>
          </p:nvCxnSpPr>
          <p:spPr>
            <a:xfrm>
              <a:off x="5408692" y="2265624"/>
              <a:ext cx="0" cy="26556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ector recto 258">
              <a:extLst>
                <a:ext uri="{FF2B5EF4-FFF2-40B4-BE49-F238E27FC236}">
                  <a16:creationId xmlns:a16="http://schemas.microsoft.com/office/drawing/2014/main" id="{B5E74D1E-A2B1-96A3-EC05-4C0659DE64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5784" y="4911725"/>
              <a:ext cx="494768" cy="3586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0" name="Rectángulo 259">
            <a:extLst>
              <a:ext uri="{FF2B5EF4-FFF2-40B4-BE49-F238E27FC236}">
                <a16:creationId xmlns:a16="http://schemas.microsoft.com/office/drawing/2014/main" id="{696555F9-9EFB-AFA2-8E47-918C4FBC2DD0}"/>
              </a:ext>
            </a:extLst>
          </p:cNvPr>
          <p:cNvSpPr/>
          <p:nvPr/>
        </p:nvSpPr>
        <p:spPr>
          <a:xfrm>
            <a:off x="4942390" y="3260204"/>
            <a:ext cx="2347511" cy="32766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04" name="Grupo 303">
            <a:extLst>
              <a:ext uri="{FF2B5EF4-FFF2-40B4-BE49-F238E27FC236}">
                <a16:creationId xmlns:a16="http://schemas.microsoft.com/office/drawing/2014/main" id="{8D68125D-5B07-1D89-49B2-66535126C5A4}"/>
              </a:ext>
            </a:extLst>
          </p:cNvPr>
          <p:cNvGrpSpPr/>
          <p:nvPr/>
        </p:nvGrpSpPr>
        <p:grpSpPr>
          <a:xfrm flipH="1">
            <a:off x="7656908" y="2259259"/>
            <a:ext cx="2422716" cy="1538765"/>
            <a:chOff x="5607246" y="1371960"/>
            <a:chExt cx="2451682" cy="1538765"/>
          </a:xfrm>
        </p:grpSpPr>
        <p:cxnSp>
          <p:nvCxnSpPr>
            <p:cNvPr id="293" name="Conector recto 292">
              <a:extLst>
                <a:ext uri="{FF2B5EF4-FFF2-40B4-BE49-F238E27FC236}">
                  <a16:creationId xmlns:a16="http://schemas.microsoft.com/office/drawing/2014/main" id="{E5B96432-3B30-DEF4-D1F9-C3AE9E6945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08125" y="1385933"/>
              <a:ext cx="1644243" cy="902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Conector recto 293">
              <a:extLst>
                <a:ext uri="{FF2B5EF4-FFF2-40B4-BE49-F238E27FC236}">
                  <a16:creationId xmlns:a16="http://schemas.microsoft.com/office/drawing/2014/main" id="{22E05AC8-C54A-C3A1-32A8-FB06CA7C28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0394" y="2368949"/>
              <a:ext cx="1631974" cy="53122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Conector recto 294">
              <a:extLst>
                <a:ext uri="{FF2B5EF4-FFF2-40B4-BE49-F238E27FC236}">
                  <a16:creationId xmlns:a16="http://schemas.microsoft.com/office/drawing/2014/main" id="{250BBD08-19E0-10CE-0A89-92415D3F0F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07246" y="2385935"/>
              <a:ext cx="2009364" cy="5247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Conector recto 295">
              <a:extLst>
                <a:ext uri="{FF2B5EF4-FFF2-40B4-BE49-F238E27FC236}">
                  <a16:creationId xmlns:a16="http://schemas.microsoft.com/office/drawing/2014/main" id="{A42DA5E6-C186-B097-7EFC-ACA4284BD8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3636" y="2907362"/>
              <a:ext cx="4687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Conector recto 296">
              <a:extLst>
                <a:ext uri="{FF2B5EF4-FFF2-40B4-BE49-F238E27FC236}">
                  <a16:creationId xmlns:a16="http://schemas.microsoft.com/office/drawing/2014/main" id="{4FC93EA0-CFD9-1215-4C83-480947362C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2368" y="2293980"/>
              <a:ext cx="6560" cy="6025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297">
              <a:extLst>
                <a:ext uri="{FF2B5EF4-FFF2-40B4-BE49-F238E27FC236}">
                  <a16:creationId xmlns:a16="http://schemas.microsoft.com/office/drawing/2014/main" id="{E2A1236E-ABB7-054C-4944-8AE680AAFB18}"/>
                </a:ext>
              </a:extLst>
            </p:cNvPr>
            <p:cNvCxnSpPr>
              <a:cxnSpLocks/>
            </p:cNvCxnSpPr>
            <p:nvPr/>
          </p:nvCxnSpPr>
          <p:spPr>
            <a:xfrm>
              <a:off x="7674927" y="2073000"/>
              <a:ext cx="0" cy="67437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Conector recto 298">
              <a:extLst>
                <a:ext uri="{FF2B5EF4-FFF2-40B4-BE49-F238E27FC236}">
                  <a16:creationId xmlns:a16="http://schemas.microsoft.com/office/drawing/2014/main" id="{8E74BED6-902E-723F-5BFA-CFAFB1007158}"/>
                </a:ext>
              </a:extLst>
            </p:cNvPr>
            <p:cNvCxnSpPr>
              <a:cxnSpLocks/>
            </p:cNvCxnSpPr>
            <p:nvPr/>
          </p:nvCxnSpPr>
          <p:spPr>
            <a:xfrm>
              <a:off x="7133907" y="1806300"/>
              <a:ext cx="0" cy="7658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Conector recto 299">
              <a:extLst>
                <a:ext uri="{FF2B5EF4-FFF2-40B4-BE49-F238E27FC236}">
                  <a16:creationId xmlns:a16="http://schemas.microsoft.com/office/drawing/2014/main" id="{D84D381B-AD38-3CE1-B9A5-408A5BAFC737}"/>
                </a:ext>
              </a:extLst>
            </p:cNvPr>
            <p:cNvCxnSpPr>
              <a:cxnSpLocks/>
            </p:cNvCxnSpPr>
            <p:nvPr/>
          </p:nvCxnSpPr>
          <p:spPr>
            <a:xfrm>
              <a:off x="6404176" y="1371960"/>
              <a:ext cx="3949" cy="9867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Conector recto 300">
              <a:extLst>
                <a:ext uri="{FF2B5EF4-FFF2-40B4-BE49-F238E27FC236}">
                  <a16:creationId xmlns:a16="http://schemas.microsoft.com/office/drawing/2014/main" id="{4EFC875A-7524-F4D4-FA09-736E05E12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6761" y="2373990"/>
              <a:ext cx="81714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 recto 301">
              <a:extLst>
                <a:ext uri="{FF2B5EF4-FFF2-40B4-BE49-F238E27FC236}">
                  <a16:creationId xmlns:a16="http://schemas.microsoft.com/office/drawing/2014/main" id="{9F4C3166-08E8-27D0-E896-1C8F31E9E1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6761" y="1398630"/>
              <a:ext cx="77148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Conector recto 302">
              <a:extLst>
                <a:ext uri="{FF2B5EF4-FFF2-40B4-BE49-F238E27FC236}">
                  <a16:creationId xmlns:a16="http://schemas.microsoft.com/office/drawing/2014/main" id="{03327599-17A6-5D88-818B-737C695CFC5B}"/>
                </a:ext>
              </a:extLst>
            </p:cNvPr>
            <p:cNvCxnSpPr>
              <a:cxnSpLocks/>
            </p:cNvCxnSpPr>
            <p:nvPr/>
          </p:nvCxnSpPr>
          <p:spPr>
            <a:xfrm>
              <a:off x="5619189" y="1420698"/>
              <a:ext cx="3949" cy="9867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9" name="Rectángulo 328">
            <a:extLst>
              <a:ext uri="{FF2B5EF4-FFF2-40B4-BE49-F238E27FC236}">
                <a16:creationId xmlns:a16="http://schemas.microsoft.com/office/drawing/2014/main" id="{37AB9D69-2055-1F5B-C854-6F78D2F11245}"/>
              </a:ext>
            </a:extLst>
          </p:cNvPr>
          <p:cNvSpPr/>
          <p:nvPr/>
        </p:nvSpPr>
        <p:spPr>
          <a:xfrm>
            <a:off x="4828049" y="3154035"/>
            <a:ext cx="2568412" cy="33827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1" name="Conector recto 330">
            <a:extLst>
              <a:ext uri="{FF2B5EF4-FFF2-40B4-BE49-F238E27FC236}">
                <a16:creationId xmlns:a16="http://schemas.microsoft.com/office/drawing/2014/main" id="{893C0F81-2803-A641-BA77-490FB31FD9F7}"/>
              </a:ext>
            </a:extLst>
          </p:cNvPr>
          <p:cNvCxnSpPr>
            <a:cxnSpLocks/>
          </p:cNvCxnSpPr>
          <p:nvPr/>
        </p:nvCxnSpPr>
        <p:spPr>
          <a:xfrm flipH="1" flipV="1">
            <a:off x="-193420" y="-92597"/>
            <a:ext cx="4102508" cy="24268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Conector recto 332">
            <a:extLst>
              <a:ext uri="{FF2B5EF4-FFF2-40B4-BE49-F238E27FC236}">
                <a16:creationId xmlns:a16="http://schemas.microsoft.com/office/drawing/2014/main" id="{6FA3852D-15FD-0148-5E99-4C3388F44AF7}"/>
              </a:ext>
            </a:extLst>
          </p:cNvPr>
          <p:cNvCxnSpPr>
            <a:cxnSpLocks/>
          </p:cNvCxnSpPr>
          <p:nvPr/>
        </p:nvCxnSpPr>
        <p:spPr>
          <a:xfrm flipV="1">
            <a:off x="8361414" y="0"/>
            <a:ext cx="3830586" cy="23342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Conector recto 335">
            <a:extLst>
              <a:ext uri="{FF2B5EF4-FFF2-40B4-BE49-F238E27FC236}">
                <a16:creationId xmlns:a16="http://schemas.microsoft.com/office/drawing/2014/main" id="{7CCDB553-93D2-FDC3-6FF3-EC994FD14786}"/>
              </a:ext>
            </a:extLst>
          </p:cNvPr>
          <p:cNvCxnSpPr>
            <a:cxnSpLocks/>
          </p:cNvCxnSpPr>
          <p:nvPr/>
        </p:nvCxnSpPr>
        <p:spPr>
          <a:xfrm flipH="1" flipV="1">
            <a:off x="3483980" y="0"/>
            <a:ext cx="1344069" cy="23079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AB748449-ADF8-F2F3-E576-E9E873EB1D36}"/>
              </a:ext>
            </a:extLst>
          </p:cNvPr>
          <p:cNvCxnSpPr>
            <a:cxnSpLocks/>
          </p:cNvCxnSpPr>
          <p:nvPr/>
        </p:nvCxnSpPr>
        <p:spPr>
          <a:xfrm flipV="1">
            <a:off x="7443109" y="0"/>
            <a:ext cx="1180030" cy="23211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BEECD944-4A5C-046F-8740-D960A3578281}"/>
              </a:ext>
            </a:extLst>
          </p:cNvPr>
          <p:cNvCxnSpPr>
            <a:cxnSpLocks/>
            <a:stCxn id="330" idx="0"/>
          </p:cNvCxnSpPr>
          <p:nvPr/>
        </p:nvCxnSpPr>
        <p:spPr>
          <a:xfrm flipV="1">
            <a:off x="6113244" y="0"/>
            <a:ext cx="0" cy="23079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onector recto 342">
            <a:extLst>
              <a:ext uri="{FF2B5EF4-FFF2-40B4-BE49-F238E27FC236}">
                <a16:creationId xmlns:a16="http://schemas.microsoft.com/office/drawing/2014/main" id="{283760AF-4C40-AC8F-62C4-676B41D8D270}"/>
              </a:ext>
            </a:extLst>
          </p:cNvPr>
          <p:cNvCxnSpPr>
            <a:cxnSpLocks/>
          </p:cNvCxnSpPr>
          <p:nvPr/>
        </p:nvCxnSpPr>
        <p:spPr>
          <a:xfrm flipH="1">
            <a:off x="2824223" y="1678329"/>
            <a:ext cx="655127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DDD4E506-A420-3484-7F4B-3F9CDE3D561C}"/>
              </a:ext>
            </a:extLst>
          </p:cNvPr>
          <p:cNvCxnSpPr>
            <a:cxnSpLocks/>
          </p:cNvCxnSpPr>
          <p:nvPr/>
        </p:nvCxnSpPr>
        <p:spPr>
          <a:xfrm flipH="1">
            <a:off x="1204825" y="731134"/>
            <a:ext cx="97216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6" name="Grupo 375">
            <a:extLst>
              <a:ext uri="{FF2B5EF4-FFF2-40B4-BE49-F238E27FC236}">
                <a16:creationId xmlns:a16="http://schemas.microsoft.com/office/drawing/2014/main" id="{5A1523FD-E296-196A-1789-5CCBE5C1E27C}"/>
              </a:ext>
            </a:extLst>
          </p:cNvPr>
          <p:cNvGrpSpPr/>
          <p:nvPr/>
        </p:nvGrpSpPr>
        <p:grpSpPr>
          <a:xfrm>
            <a:off x="2014585" y="2273414"/>
            <a:ext cx="2451682" cy="1538765"/>
            <a:chOff x="2014585" y="2273414"/>
            <a:chExt cx="2451682" cy="1538765"/>
          </a:xfrm>
        </p:grpSpPr>
        <p:grpSp>
          <p:nvGrpSpPr>
            <p:cNvPr id="305" name="Grupo 304">
              <a:extLst>
                <a:ext uri="{FF2B5EF4-FFF2-40B4-BE49-F238E27FC236}">
                  <a16:creationId xmlns:a16="http://schemas.microsoft.com/office/drawing/2014/main" id="{6712FFF0-4294-6DA7-0E9D-C15B79CB7782}"/>
                </a:ext>
              </a:extLst>
            </p:cNvPr>
            <p:cNvGrpSpPr/>
            <p:nvPr/>
          </p:nvGrpSpPr>
          <p:grpSpPr>
            <a:xfrm>
              <a:off x="2014585" y="2273414"/>
              <a:ext cx="2451682" cy="1538765"/>
              <a:chOff x="2014585" y="2273414"/>
              <a:chExt cx="2451682" cy="1538765"/>
            </a:xfrm>
          </p:grpSpPr>
          <p:cxnSp>
            <p:nvCxnSpPr>
              <p:cNvPr id="5" name="Conector recto 4">
                <a:extLst>
                  <a:ext uri="{FF2B5EF4-FFF2-40B4-BE49-F238E27FC236}">
                    <a16:creationId xmlns:a16="http://schemas.microsoft.com/office/drawing/2014/main" id="{5EA3EEE6-2AF1-491C-5988-715B62E3E8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15464" y="2287387"/>
                <a:ext cx="1644243" cy="90282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Conector recto 5">
                <a:extLst>
                  <a:ext uri="{FF2B5EF4-FFF2-40B4-BE49-F238E27FC236}">
                    <a16:creationId xmlns:a16="http://schemas.microsoft.com/office/drawing/2014/main" id="{C71E3741-FF3F-B6BB-08C0-13183AACBA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27733" y="3270403"/>
                <a:ext cx="1631974" cy="53122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Conector recto 6">
                <a:extLst>
                  <a:ext uri="{FF2B5EF4-FFF2-40B4-BE49-F238E27FC236}">
                    <a16:creationId xmlns:a16="http://schemas.microsoft.com/office/drawing/2014/main" id="{42628F62-A542-D0A3-74B2-1115647B7F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14585" y="3287389"/>
                <a:ext cx="2009364" cy="52479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ector recto 7">
                <a:extLst>
                  <a:ext uri="{FF2B5EF4-FFF2-40B4-BE49-F238E27FC236}">
                    <a16:creationId xmlns:a16="http://schemas.microsoft.com/office/drawing/2014/main" id="{0FCC11BC-D7FB-CA67-0E00-A36E79ACC3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90975" y="3808816"/>
                <a:ext cx="468732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ector recto 8">
                <a:extLst>
                  <a:ext uri="{FF2B5EF4-FFF2-40B4-BE49-F238E27FC236}">
                    <a16:creationId xmlns:a16="http://schemas.microsoft.com/office/drawing/2014/main" id="{C956C046-DD5C-D2A9-FE1C-1AEE841B23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59707" y="3195434"/>
                <a:ext cx="6560" cy="60259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ector recto 9">
                <a:extLst>
                  <a:ext uri="{FF2B5EF4-FFF2-40B4-BE49-F238E27FC236}">
                    <a16:creationId xmlns:a16="http://schemas.microsoft.com/office/drawing/2014/main" id="{0084386D-1935-2556-09EF-61FCD8E195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2266" y="2974454"/>
                <a:ext cx="0" cy="67437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recto 10">
                <a:extLst>
                  <a:ext uri="{FF2B5EF4-FFF2-40B4-BE49-F238E27FC236}">
                    <a16:creationId xmlns:a16="http://schemas.microsoft.com/office/drawing/2014/main" id="{CFA74E06-2D33-E654-D7D0-63F02EA293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1246" y="2707754"/>
                <a:ext cx="0" cy="76581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627A6F81-4230-070D-FCA2-63DCEE5EF2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11515" y="2273414"/>
                <a:ext cx="3949" cy="98679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81FA78C1-A737-3637-4688-D21DFD45B9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24100" y="3275444"/>
                <a:ext cx="817141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recto 13">
                <a:extLst>
                  <a:ext uri="{FF2B5EF4-FFF2-40B4-BE49-F238E27FC236}">
                    <a16:creationId xmlns:a16="http://schemas.microsoft.com/office/drawing/2014/main" id="{142B7D01-ADBA-D72C-235B-F1E04151DC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24100" y="2300084"/>
                <a:ext cx="771487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8E77B5DA-9011-E8F2-44DA-F6D19A3A72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26528" y="2322152"/>
                <a:ext cx="3949" cy="98679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9" name="Conector recto 348">
              <a:extLst>
                <a:ext uri="{FF2B5EF4-FFF2-40B4-BE49-F238E27FC236}">
                  <a16:creationId xmlns:a16="http://schemas.microsoft.com/office/drawing/2014/main" id="{8C8F2A6D-E332-D2C7-8ECC-B0B2FD90D5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8723" y="3225800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Conector recto 352">
              <a:extLst>
                <a:ext uri="{FF2B5EF4-FFF2-40B4-BE49-F238E27FC236}">
                  <a16:creationId xmlns:a16="http://schemas.microsoft.com/office/drawing/2014/main" id="{4F041063-18D4-D726-1425-F12BC70A36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8723" y="3340100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Conector recto 353">
              <a:extLst>
                <a:ext uri="{FF2B5EF4-FFF2-40B4-BE49-F238E27FC236}">
                  <a16:creationId xmlns:a16="http://schemas.microsoft.com/office/drawing/2014/main" id="{B22EC8AB-CF78-E9FD-11B4-75E7FACAE5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8723" y="3454400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Conector recto 354">
              <a:extLst>
                <a:ext uri="{FF2B5EF4-FFF2-40B4-BE49-F238E27FC236}">
                  <a16:creationId xmlns:a16="http://schemas.microsoft.com/office/drawing/2014/main" id="{369C208E-EB70-7B5D-74DE-DAFED79B0F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785" y="3048654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Conector recto 355">
              <a:extLst>
                <a:ext uri="{FF2B5EF4-FFF2-40B4-BE49-F238E27FC236}">
                  <a16:creationId xmlns:a16="http://schemas.microsoft.com/office/drawing/2014/main" id="{8B12A219-308D-5938-2301-8F2561A696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785" y="3162954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Conector recto 356">
              <a:extLst>
                <a:ext uri="{FF2B5EF4-FFF2-40B4-BE49-F238E27FC236}">
                  <a16:creationId xmlns:a16="http://schemas.microsoft.com/office/drawing/2014/main" id="{2D79E0F0-33CC-F279-FAA9-85BAE08A74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785" y="3277254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Conector recto 357">
              <a:extLst>
                <a:ext uri="{FF2B5EF4-FFF2-40B4-BE49-F238E27FC236}">
                  <a16:creationId xmlns:a16="http://schemas.microsoft.com/office/drawing/2014/main" id="{C5E474FD-BD53-278D-FA4B-51FBC5DBE7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92435" y="2758092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Conector recto 358">
              <a:extLst>
                <a:ext uri="{FF2B5EF4-FFF2-40B4-BE49-F238E27FC236}">
                  <a16:creationId xmlns:a16="http://schemas.microsoft.com/office/drawing/2014/main" id="{78F9387B-71F7-4DBF-E8C4-D2EEBB06CF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92435" y="2872392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Conector recto 359">
              <a:extLst>
                <a:ext uri="{FF2B5EF4-FFF2-40B4-BE49-F238E27FC236}">
                  <a16:creationId xmlns:a16="http://schemas.microsoft.com/office/drawing/2014/main" id="{7AA57B12-87E1-B345-FC3A-F4F4712189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92435" y="2986692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7" name="Grupo 366">
            <a:extLst>
              <a:ext uri="{FF2B5EF4-FFF2-40B4-BE49-F238E27FC236}">
                <a16:creationId xmlns:a16="http://schemas.microsoft.com/office/drawing/2014/main" id="{777EFDDB-913C-6D6E-EDC8-DBA4CA9E3843}"/>
              </a:ext>
            </a:extLst>
          </p:cNvPr>
          <p:cNvGrpSpPr/>
          <p:nvPr/>
        </p:nvGrpSpPr>
        <p:grpSpPr>
          <a:xfrm flipH="1">
            <a:off x="7743448" y="3242329"/>
            <a:ext cx="191671" cy="307975"/>
            <a:chOff x="7742615" y="3320225"/>
            <a:chExt cx="189602" cy="307975"/>
          </a:xfrm>
        </p:grpSpPr>
        <p:cxnSp>
          <p:nvCxnSpPr>
            <p:cNvPr id="361" name="Conector recto 360">
              <a:extLst>
                <a:ext uri="{FF2B5EF4-FFF2-40B4-BE49-F238E27FC236}">
                  <a16:creationId xmlns:a16="http://schemas.microsoft.com/office/drawing/2014/main" id="{493391B8-70B6-0656-9EDF-71A230F63B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3202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Conector recto 361">
              <a:extLst>
                <a:ext uri="{FF2B5EF4-FFF2-40B4-BE49-F238E27FC236}">
                  <a16:creationId xmlns:a16="http://schemas.microsoft.com/office/drawing/2014/main" id="{64092587-D948-8957-A068-455D1E94E7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4345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Conector recto 362">
              <a:extLst>
                <a:ext uri="{FF2B5EF4-FFF2-40B4-BE49-F238E27FC236}">
                  <a16:creationId xmlns:a16="http://schemas.microsoft.com/office/drawing/2014/main" id="{99E8D0F5-04AA-B94D-A8D5-106B50597D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5488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8" name="Grupo 367">
            <a:extLst>
              <a:ext uri="{FF2B5EF4-FFF2-40B4-BE49-F238E27FC236}">
                <a16:creationId xmlns:a16="http://schemas.microsoft.com/office/drawing/2014/main" id="{AC4BEF27-2AE9-E08C-B871-5B1FC849E25F}"/>
              </a:ext>
            </a:extLst>
          </p:cNvPr>
          <p:cNvGrpSpPr/>
          <p:nvPr/>
        </p:nvGrpSpPr>
        <p:grpSpPr>
          <a:xfrm flipH="1">
            <a:off x="8192792" y="3048654"/>
            <a:ext cx="191671" cy="307975"/>
            <a:chOff x="7742615" y="3320225"/>
            <a:chExt cx="189602" cy="307975"/>
          </a:xfrm>
        </p:grpSpPr>
        <p:cxnSp>
          <p:nvCxnSpPr>
            <p:cNvPr id="369" name="Conector recto 368">
              <a:extLst>
                <a:ext uri="{FF2B5EF4-FFF2-40B4-BE49-F238E27FC236}">
                  <a16:creationId xmlns:a16="http://schemas.microsoft.com/office/drawing/2014/main" id="{AED1D047-EA98-E20D-3E26-12EDCEE36E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3202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Conector recto 369">
              <a:extLst>
                <a:ext uri="{FF2B5EF4-FFF2-40B4-BE49-F238E27FC236}">
                  <a16:creationId xmlns:a16="http://schemas.microsoft.com/office/drawing/2014/main" id="{904085F6-D4AA-73B3-09AC-25490D7EF2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4345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Conector recto 370">
              <a:extLst>
                <a:ext uri="{FF2B5EF4-FFF2-40B4-BE49-F238E27FC236}">
                  <a16:creationId xmlns:a16="http://schemas.microsoft.com/office/drawing/2014/main" id="{D1A4F58F-0FA2-F536-ACAB-E38804A76D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5488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" name="Grupo 371">
            <a:extLst>
              <a:ext uri="{FF2B5EF4-FFF2-40B4-BE49-F238E27FC236}">
                <a16:creationId xmlns:a16="http://schemas.microsoft.com/office/drawing/2014/main" id="{A24CB97A-A0A9-6A6C-DE65-C241803516B2}"/>
              </a:ext>
            </a:extLst>
          </p:cNvPr>
          <p:cNvGrpSpPr/>
          <p:nvPr/>
        </p:nvGrpSpPr>
        <p:grpSpPr>
          <a:xfrm flipH="1">
            <a:off x="8804236" y="2780366"/>
            <a:ext cx="191671" cy="307975"/>
            <a:chOff x="7742615" y="3320225"/>
            <a:chExt cx="189602" cy="307975"/>
          </a:xfrm>
        </p:grpSpPr>
        <p:cxnSp>
          <p:nvCxnSpPr>
            <p:cNvPr id="373" name="Conector recto 372">
              <a:extLst>
                <a:ext uri="{FF2B5EF4-FFF2-40B4-BE49-F238E27FC236}">
                  <a16:creationId xmlns:a16="http://schemas.microsoft.com/office/drawing/2014/main" id="{287BDACD-170B-32B5-3066-E2F479A389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3202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Conector recto 373">
              <a:extLst>
                <a:ext uri="{FF2B5EF4-FFF2-40B4-BE49-F238E27FC236}">
                  <a16:creationId xmlns:a16="http://schemas.microsoft.com/office/drawing/2014/main" id="{146DEDBA-04CA-AB80-7DDB-27F8AF4C6F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4345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ector recto 374">
              <a:extLst>
                <a:ext uri="{FF2B5EF4-FFF2-40B4-BE49-F238E27FC236}">
                  <a16:creationId xmlns:a16="http://schemas.microsoft.com/office/drawing/2014/main" id="{68628FE8-8B39-455B-3295-44F14D61C1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615" y="3548825"/>
              <a:ext cx="189602" cy="793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9" name="Forma libre: forma 378">
            <a:extLst>
              <a:ext uri="{FF2B5EF4-FFF2-40B4-BE49-F238E27FC236}">
                <a16:creationId xmlns:a16="http://schemas.microsoft.com/office/drawing/2014/main" id="{D7A27596-7B6F-A047-A315-0AA8D94990A3}"/>
              </a:ext>
            </a:extLst>
          </p:cNvPr>
          <p:cNvSpPr/>
          <p:nvPr/>
        </p:nvSpPr>
        <p:spPr>
          <a:xfrm>
            <a:off x="1616511" y="5769979"/>
            <a:ext cx="3020992" cy="1088021"/>
          </a:xfrm>
          <a:custGeom>
            <a:avLst/>
            <a:gdLst>
              <a:gd name="connsiteX0" fmla="*/ 2465408 w 3020992"/>
              <a:gd name="connsiteY0" fmla="*/ 11575 h 1088021"/>
              <a:gd name="connsiteX1" fmla="*/ 0 w 3020992"/>
              <a:gd name="connsiteY1" fmla="*/ 1088021 h 1088021"/>
              <a:gd name="connsiteX2" fmla="*/ 1562582 w 3020992"/>
              <a:gd name="connsiteY2" fmla="*/ 1076446 h 1088021"/>
              <a:gd name="connsiteX3" fmla="*/ 3020992 w 3020992"/>
              <a:gd name="connsiteY3" fmla="*/ 115747 h 1088021"/>
              <a:gd name="connsiteX4" fmla="*/ 3020992 w 3020992"/>
              <a:gd name="connsiteY4" fmla="*/ 0 h 1088021"/>
              <a:gd name="connsiteX5" fmla="*/ 2465408 w 3020992"/>
              <a:gd name="connsiteY5" fmla="*/ 11575 h 1088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0992" h="1088021">
                <a:moveTo>
                  <a:pt x="2465408" y="11575"/>
                </a:moveTo>
                <a:lnTo>
                  <a:pt x="0" y="1088021"/>
                </a:lnTo>
                <a:lnTo>
                  <a:pt x="1562582" y="1076446"/>
                </a:lnTo>
                <a:lnTo>
                  <a:pt x="3020992" y="115747"/>
                </a:lnTo>
                <a:lnTo>
                  <a:pt x="3020992" y="0"/>
                </a:lnTo>
                <a:lnTo>
                  <a:pt x="2465408" y="11575"/>
                </a:lnTo>
                <a:close/>
              </a:path>
            </a:pathLst>
          </a:custGeom>
          <a:gradFill flip="none" rotWithShape="1">
            <a:gsLst>
              <a:gs pos="0">
                <a:srgbClr val="978161">
                  <a:shade val="30000"/>
                  <a:satMod val="115000"/>
                </a:srgbClr>
              </a:gs>
              <a:gs pos="50000">
                <a:srgbClr val="978161">
                  <a:shade val="67500"/>
                  <a:satMod val="115000"/>
                </a:srgbClr>
              </a:gs>
              <a:gs pos="100000">
                <a:srgbClr val="97816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rgbClr val="978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06" name="Grupo 305">
            <a:extLst>
              <a:ext uri="{FF2B5EF4-FFF2-40B4-BE49-F238E27FC236}">
                <a16:creationId xmlns:a16="http://schemas.microsoft.com/office/drawing/2014/main" id="{7B8469E5-D9FE-BA0F-C41A-9CA85F0F930B}"/>
              </a:ext>
            </a:extLst>
          </p:cNvPr>
          <p:cNvGrpSpPr/>
          <p:nvPr/>
        </p:nvGrpSpPr>
        <p:grpSpPr>
          <a:xfrm>
            <a:off x="825500" y="5779638"/>
            <a:ext cx="3803650" cy="2398568"/>
            <a:chOff x="825500" y="5779638"/>
            <a:chExt cx="3803650" cy="2398568"/>
          </a:xfrm>
        </p:grpSpPr>
        <p:cxnSp>
          <p:nvCxnSpPr>
            <p:cNvPr id="261" name="Conector recto 260">
              <a:extLst>
                <a:ext uri="{FF2B5EF4-FFF2-40B4-BE49-F238E27FC236}">
                  <a16:creationId xmlns:a16="http://schemas.microsoft.com/office/drawing/2014/main" id="{0046EE6A-5B8A-6E1F-66FD-D892AB35FF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8860" y="5798140"/>
              <a:ext cx="2320290" cy="14374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 recto 261">
              <a:extLst>
                <a:ext uri="{FF2B5EF4-FFF2-40B4-BE49-F238E27FC236}">
                  <a16:creationId xmlns:a16="http://schemas.microsoft.com/office/drawing/2014/main" id="{A4CE17F7-E3BD-E0A6-DF0C-6514F38105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500" y="5798140"/>
              <a:ext cx="3244186" cy="14374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ector recto 262">
              <a:extLst>
                <a:ext uri="{FF2B5EF4-FFF2-40B4-BE49-F238E27FC236}">
                  <a16:creationId xmlns:a16="http://schemas.microsoft.com/office/drawing/2014/main" id="{1AF93B01-44D5-5D62-3EEB-F5A947D121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1159" y="5798140"/>
              <a:ext cx="557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ector recto 263">
              <a:extLst>
                <a:ext uri="{FF2B5EF4-FFF2-40B4-BE49-F238E27FC236}">
                  <a16:creationId xmlns:a16="http://schemas.microsoft.com/office/drawing/2014/main" id="{D02FB666-59B0-088B-DE70-C26DF3B9A3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5167" y="5905288"/>
              <a:ext cx="2313983" cy="15509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ector recto 264">
              <a:extLst>
                <a:ext uri="{FF2B5EF4-FFF2-40B4-BE49-F238E27FC236}">
                  <a16:creationId xmlns:a16="http://schemas.microsoft.com/office/drawing/2014/main" id="{B3429F64-3F4D-A5AF-A2E4-0EAF407B5920}"/>
                </a:ext>
              </a:extLst>
            </p:cNvPr>
            <p:cNvCxnSpPr>
              <a:cxnSpLocks/>
            </p:cNvCxnSpPr>
            <p:nvPr/>
          </p:nvCxnSpPr>
          <p:spPr>
            <a:xfrm>
              <a:off x="2307862" y="7242762"/>
              <a:ext cx="0" cy="2135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ector recto 265">
              <a:extLst>
                <a:ext uri="{FF2B5EF4-FFF2-40B4-BE49-F238E27FC236}">
                  <a16:creationId xmlns:a16="http://schemas.microsoft.com/office/drawing/2014/main" id="{12B980F5-6666-49C8-EA3D-4E5520063B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440" y="7228475"/>
              <a:ext cx="146172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ector recto 266">
              <a:extLst>
                <a:ext uri="{FF2B5EF4-FFF2-40B4-BE49-F238E27FC236}">
                  <a16:creationId xmlns:a16="http://schemas.microsoft.com/office/drawing/2014/main" id="{3A7D441D-2758-D280-CAF0-923294F141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500" y="7456277"/>
              <a:ext cx="15106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267">
              <a:extLst>
                <a:ext uri="{FF2B5EF4-FFF2-40B4-BE49-F238E27FC236}">
                  <a16:creationId xmlns:a16="http://schemas.microsoft.com/office/drawing/2014/main" id="{BD7BEE67-DBDE-34E2-A9F0-95E4C013F8B5}"/>
                </a:ext>
              </a:extLst>
            </p:cNvPr>
            <p:cNvCxnSpPr>
              <a:cxnSpLocks/>
            </p:cNvCxnSpPr>
            <p:nvPr/>
          </p:nvCxnSpPr>
          <p:spPr>
            <a:xfrm>
              <a:off x="852442" y="7242762"/>
              <a:ext cx="0" cy="2135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ector recto 268">
              <a:extLst>
                <a:ext uri="{FF2B5EF4-FFF2-40B4-BE49-F238E27FC236}">
                  <a16:creationId xmlns:a16="http://schemas.microsoft.com/office/drawing/2014/main" id="{170FA721-607A-3F7C-EF2D-0BBE771B53F2}"/>
                </a:ext>
              </a:extLst>
            </p:cNvPr>
            <p:cNvCxnSpPr>
              <a:cxnSpLocks/>
            </p:cNvCxnSpPr>
            <p:nvPr/>
          </p:nvCxnSpPr>
          <p:spPr>
            <a:xfrm>
              <a:off x="2876587" y="7108618"/>
              <a:ext cx="0" cy="9997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ector recto 269">
              <a:extLst>
                <a:ext uri="{FF2B5EF4-FFF2-40B4-BE49-F238E27FC236}">
                  <a16:creationId xmlns:a16="http://schemas.microsoft.com/office/drawing/2014/main" id="{94501F4B-CFC9-5AEE-DBB3-E64CD051B2F3}"/>
                </a:ext>
              </a:extLst>
            </p:cNvPr>
            <p:cNvCxnSpPr>
              <a:cxnSpLocks/>
            </p:cNvCxnSpPr>
            <p:nvPr/>
          </p:nvCxnSpPr>
          <p:spPr>
            <a:xfrm>
              <a:off x="3781634" y="6459334"/>
              <a:ext cx="0" cy="711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270">
              <a:extLst>
                <a:ext uri="{FF2B5EF4-FFF2-40B4-BE49-F238E27FC236}">
                  <a16:creationId xmlns:a16="http://schemas.microsoft.com/office/drawing/2014/main" id="{2E54F0CA-9487-8963-1F01-5C3DB6D9908F}"/>
                </a:ext>
              </a:extLst>
            </p:cNvPr>
            <p:cNvCxnSpPr>
              <a:cxnSpLocks/>
            </p:cNvCxnSpPr>
            <p:nvPr/>
          </p:nvCxnSpPr>
          <p:spPr>
            <a:xfrm>
              <a:off x="3895934" y="6430636"/>
              <a:ext cx="0" cy="70497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ector recto 271">
              <a:extLst>
                <a:ext uri="{FF2B5EF4-FFF2-40B4-BE49-F238E27FC236}">
                  <a16:creationId xmlns:a16="http://schemas.microsoft.com/office/drawing/2014/main" id="{53A73417-5E7E-35FB-332A-5F2B31ED2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5407" y="7162120"/>
              <a:ext cx="13889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ector recto 272">
              <a:extLst>
                <a:ext uri="{FF2B5EF4-FFF2-40B4-BE49-F238E27FC236}">
                  <a16:creationId xmlns:a16="http://schemas.microsoft.com/office/drawing/2014/main" id="{EF6BAC46-F95B-10C6-B0B3-CDF2FA0CD7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7950" y="7075284"/>
              <a:ext cx="85725" cy="698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ector recto 273">
              <a:extLst>
                <a:ext uri="{FF2B5EF4-FFF2-40B4-BE49-F238E27FC236}">
                  <a16:creationId xmlns:a16="http://schemas.microsoft.com/office/drawing/2014/main" id="{D1384CBD-7724-7296-AD19-248716B20EB3}"/>
                </a:ext>
              </a:extLst>
            </p:cNvPr>
            <p:cNvCxnSpPr>
              <a:cxnSpLocks/>
            </p:cNvCxnSpPr>
            <p:nvPr/>
          </p:nvCxnSpPr>
          <p:spPr>
            <a:xfrm>
              <a:off x="4007059" y="6341859"/>
              <a:ext cx="0" cy="7398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 recto 274">
              <a:extLst>
                <a:ext uri="{FF2B5EF4-FFF2-40B4-BE49-F238E27FC236}">
                  <a16:creationId xmlns:a16="http://schemas.microsoft.com/office/drawing/2014/main" id="{7CB8C254-0E90-0CEC-6A04-5A2F43C1C581}"/>
                </a:ext>
              </a:extLst>
            </p:cNvPr>
            <p:cNvCxnSpPr>
              <a:cxnSpLocks/>
            </p:cNvCxnSpPr>
            <p:nvPr/>
          </p:nvCxnSpPr>
          <p:spPr>
            <a:xfrm>
              <a:off x="4398167" y="6054519"/>
              <a:ext cx="0" cy="60166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ector recto 275">
              <a:extLst>
                <a:ext uri="{FF2B5EF4-FFF2-40B4-BE49-F238E27FC236}">
                  <a16:creationId xmlns:a16="http://schemas.microsoft.com/office/drawing/2014/main" id="{874ABCCC-E2D9-0E0D-D54B-08EFD50027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87862" y="6644595"/>
              <a:ext cx="11113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ector recto 276">
              <a:extLst>
                <a:ext uri="{FF2B5EF4-FFF2-40B4-BE49-F238E27FC236}">
                  <a16:creationId xmlns:a16="http://schemas.microsoft.com/office/drawing/2014/main" id="{607EB4D0-677A-979B-9A27-8693C1318047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95" y="5995661"/>
              <a:ext cx="0" cy="6509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ector recto 277">
              <a:extLst>
                <a:ext uri="{FF2B5EF4-FFF2-40B4-BE49-F238E27FC236}">
                  <a16:creationId xmlns:a16="http://schemas.microsoft.com/office/drawing/2014/main" id="{6DBF3A74-4ABE-FAF2-8DC2-C3685268C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7007" y="6579973"/>
              <a:ext cx="85725" cy="698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ector recto 278">
              <a:extLst>
                <a:ext uri="{FF2B5EF4-FFF2-40B4-BE49-F238E27FC236}">
                  <a16:creationId xmlns:a16="http://schemas.microsoft.com/office/drawing/2014/main" id="{48659729-A2F3-5370-C22F-9E8C774A3B01}"/>
                </a:ext>
              </a:extLst>
            </p:cNvPr>
            <p:cNvCxnSpPr>
              <a:cxnSpLocks/>
            </p:cNvCxnSpPr>
            <p:nvPr/>
          </p:nvCxnSpPr>
          <p:spPr>
            <a:xfrm>
              <a:off x="4575384" y="5933687"/>
              <a:ext cx="0" cy="6604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ector recto 279">
              <a:extLst>
                <a:ext uri="{FF2B5EF4-FFF2-40B4-BE49-F238E27FC236}">
                  <a16:creationId xmlns:a16="http://schemas.microsoft.com/office/drawing/2014/main" id="{6EC4472E-DAB7-DE85-17DE-C96723A701DB}"/>
                </a:ext>
              </a:extLst>
            </p:cNvPr>
            <p:cNvCxnSpPr>
              <a:cxnSpLocks/>
            </p:cNvCxnSpPr>
            <p:nvPr/>
          </p:nvCxnSpPr>
          <p:spPr>
            <a:xfrm>
              <a:off x="2744828" y="7178468"/>
              <a:ext cx="0" cy="9997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ector recto 286">
              <a:extLst>
                <a:ext uri="{FF2B5EF4-FFF2-40B4-BE49-F238E27FC236}">
                  <a16:creationId xmlns:a16="http://schemas.microsoft.com/office/drawing/2014/main" id="{C589FCB9-98E8-934E-66CE-78E7826CED17}"/>
                </a:ext>
              </a:extLst>
            </p:cNvPr>
            <p:cNvCxnSpPr>
              <a:cxnSpLocks/>
            </p:cNvCxnSpPr>
            <p:nvPr/>
          </p:nvCxnSpPr>
          <p:spPr>
            <a:xfrm>
              <a:off x="4615677" y="5779638"/>
              <a:ext cx="0" cy="1256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0" name="Forma libre: forma 379">
            <a:extLst>
              <a:ext uri="{FF2B5EF4-FFF2-40B4-BE49-F238E27FC236}">
                <a16:creationId xmlns:a16="http://schemas.microsoft.com/office/drawing/2014/main" id="{A306CF1D-1DA2-FDEA-2538-5911CD347339}"/>
              </a:ext>
            </a:extLst>
          </p:cNvPr>
          <p:cNvSpPr/>
          <p:nvPr/>
        </p:nvSpPr>
        <p:spPr>
          <a:xfrm flipH="1">
            <a:off x="7594788" y="5769979"/>
            <a:ext cx="2921081" cy="1088021"/>
          </a:xfrm>
          <a:custGeom>
            <a:avLst/>
            <a:gdLst>
              <a:gd name="connsiteX0" fmla="*/ 2465408 w 3020992"/>
              <a:gd name="connsiteY0" fmla="*/ 11575 h 1088021"/>
              <a:gd name="connsiteX1" fmla="*/ 0 w 3020992"/>
              <a:gd name="connsiteY1" fmla="*/ 1088021 h 1088021"/>
              <a:gd name="connsiteX2" fmla="*/ 1562582 w 3020992"/>
              <a:gd name="connsiteY2" fmla="*/ 1076446 h 1088021"/>
              <a:gd name="connsiteX3" fmla="*/ 3020992 w 3020992"/>
              <a:gd name="connsiteY3" fmla="*/ 115747 h 1088021"/>
              <a:gd name="connsiteX4" fmla="*/ 3020992 w 3020992"/>
              <a:gd name="connsiteY4" fmla="*/ 0 h 1088021"/>
              <a:gd name="connsiteX5" fmla="*/ 2465408 w 3020992"/>
              <a:gd name="connsiteY5" fmla="*/ 11575 h 1088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0992" h="1088021">
                <a:moveTo>
                  <a:pt x="2465408" y="11575"/>
                </a:moveTo>
                <a:lnTo>
                  <a:pt x="0" y="1088021"/>
                </a:lnTo>
                <a:lnTo>
                  <a:pt x="1562582" y="1076446"/>
                </a:lnTo>
                <a:lnTo>
                  <a:pt x="3020992" y="115747"/>
                </a:lnTo>
                <a:lnTo>
                  <a:pt x="3020992" y="0"/>
                </a:lnTo>
                <a:lnTo>
                  <a:pt x="2465408" y="11575"/>
                </a:lnTo>
                <a:close/>
              </a:path>
            </a:pathLst>
          </a:custGeom>
          <a:gradFill flip="none" rotWithShape="1">
            <a:gsLst>
              <a:gs pos="0">
                <a:srgbClr val="978161">
                  <a:shade val="30000"/>
                  <a:satMod val="115000"/>
                </a:srgbClr>
              </a:gs>
              <a:gs pos="50000">
                <a:srgbClr val="978161">
                  <a:shade val="67500"/>
                  <a:satMod val="115000"/>
                </a:srgbClr>
              </a:gs>
              <a:gs pos="100000">
                <a:srgbClr val="978161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rgbClr val="978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07" name="Grupo 306">
            <a:extLst>
              <a:ext uri="{FF2B5EF4-FFF2-40B4-BE49-F238E27FC236}">
                <a16:creationId xmlns:a16="http://schemas.microsoft.com/office/drawing/2014/main" id="{4A3E86A5-9665-D002-5845-FB96EE5766A3}"/>
              </a:ext>
            </a:extLst>
          </p:cNvPr>
          <p:cNvGrpSpPr/>
          <p:nvPr/>
        </p:nvGrpSpPr>
        <p:grpSpPr>
          <a:xfrm flipH="1">
            <a:off x="7616734" y="5779638"/>
            <a:ext cx="3749766" cy="2398568"/>
            <a:chOff x="825500" y="5779638"/>
            <a:chExt cx="3803650" cy="2398568"/>
          </a:xfrm>
        </p:grpSpPr>
        <p:cxnSp>
          <p:nvCxnSpPr>
            <p:cNvPr id="308" name="Conector recto 307">
              <a:extLst>
                <a:ext uri="{FF2B5EF4-FFF2-40B4-BE49-F238E27FC236}">
                  <a16:creationId xmlns:a16="http://schemas.microsoft.com/office/drawing/2014/main" id="{931F990A-3F7F-7D88-4B9C-74C53AE4C0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8860" y="5798140"/>
              <a:ext cx="2320290" cy="14374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 recto 308">
              <a:extLst>
                <a:ext uri="{FF2B5EF4-FFF2-40B4-BE49-F238E27FC236}">
                  <a16:creationId xmlns:a16="http://schemas.microsoft.com/office/drawing/2014/main" id="{177ADCE3-1E03-2338-9F40-7EAA5D18D7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500" y="5798140"/>
              <a:ext cx="3244186" cy="14374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309">
              <a:extLst>
                <a:ext uri="{FF2B5EF4-FFF2-40B4-BE49-F238E27FC236}">
                  <a16:creationId xmlns:a16="http://schemas.microsoft.com/office/drawing/2014/main" id="{5FDF4CCC-2CB1-5147-6EEF-63D8555582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1159" y="5798140"/>
              <a:ext cx="557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310">
              <a:extLst>
                <a:ext uri="{FF2B5EF4-FFF2-40B4-BE49-F238E27FC236}">
                  <a16:creationId xmlns:a16="http://schemas.microsoft.com/office/drawing/2014/main" id="{CC8ECCF4-2A93-6A5C-153C-147F531F1A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5167" y="5905288"/>
              <a:ext cx="2313983" cy="15509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 recto 311">
              <a:extLst>
                <a:ext uri="{FF2B5EF4-FFF2-40B4-BE49-F238E27FC236}">
                  <a16:creationId xmlns:a16="http://schemas.microsoft.com/office/drawing/2014/main" id="{590A65CE-8E83-2EE2-8271-D148A5F9BE34}"/>
                </a:ext>
              </a:extLst>
            </p:cNvPr>
            <p:cNvCxnSpPr>
              <a:cxnSpLocks/>
            </p:cNvCxnSpPr>
            <p:nvPr/>
          </p:nvCxnSpPr>
          <p:spPr>
            <a:xfrm>
              <a:off x="2307862" y="7242762"/>
              <a:ext cx="0" cy="2135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ector recto 312">
              <a:extLst>
                <a:ext uri="{FF2B5EF4-FFF2-40B4-BE49-F238E27FC236}">
                  <a16:creationId xmlns:a16="http://schemas.microsoft.com/office/drawing/2014/main" id="{C5772ED3-3679-DADE-3E62-C24F4469EA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440" y="7228475"/>
              <a:ext cx="146172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Conector recto 313">
              <a:extLst>
                <a:ext uri="{FF2B5EF4-FFF2-40B4-BE49-F238E27FC236}">
                  <a16:creationId xmlns:a16="http://schemas.microsoft.com/office/drawing/2014/main" id="{E102894D-25E9-42EB-9F32-9D69935C90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500" y="7456277"/>
              <a:ext cx="15106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Conector recto 314">
              <a:extLst>
                <a:ext uri="{FF2B5EF4-FFF2-40B4-BE49-F238E27FC236}">
                  <a16:creationId xmlns:a16="http://schemas.microsoft.com/office/drawing/2014/main" id="{AB4BD5C2-3442-BCFB-21A7-6C1D09BE5B86}"/>
                </a:ext>
              </a:extLst>
            </p:cNvPr>
            <p:cNvCxnSpPr>
              <a:cxnSpLocks/>
            </p:cNvCxnSpPr>
            <p:nvPr/>
          </p:nvCxnSpPr>
          <p:spPr>
            <a:xfrm>
              <a:off x="852442" y="7242762"/>
              <a:ext cx="0" cy="2135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Conector recto 315">
              <a:extLst>
                <a:ext uri="{FF2B5EF4-FFF2-40B4-BE49-F238E27FC236}">
                  <a16:creationId xmlns:a16="http://schemas.microsoft.com/office/drawing/2014/main" id="{E68A6367-1086-EFC8-3741-8062F30949B1}"/>
                </a:ext>
              </a:extLst>
            </p:cNvPr>
            <p:cNvCxnSpPr>
              <a:cxnSpLocks/>
            </p:cNvCxnSpPr>
            <p:nvPr/>
          </p:nvCxnSpPr>
          <p:spPr>
            <a:xfrm>
              <a:off x="2876587" y="7108618"/>
              <a:ext cx="0" cy="9997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Conector recto 316">
              <a:extLst>
                <a:ext uri="{FF2B5EF4-FFF2-40B4-BE49-F238E27FC236}">
                  <a16:creationId xmlns:a16="http://schemas.microsoft.com/office/drawing/2014/main" id="{55B6B33A-640D-4183-0C18-9F99EF45D06E}"/>
                </a:ext>
              </a:extLst>
            </p:cNvPr>
            <p:cNvCxnSpPr>
              <a:cxnSpLocks/>
            </p:cNvCxnSpPr>
            <p:nvPr/>
          </p:nvCxnSpPr>
          <p:spPr>
            <a:xfrm>
              <a:off x="3781634" y="6459334"/>
              <a:ext cx="0" cy="711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Conector recto 317">
              <a:extLst>
                <a:ext uri="{FF2B5EF4-FFF2-40B4-BE49-F238E27FC236}">
                  <a16:creationId xmlns:a16="http://schemas.microsoft.com/office/drawing/2014/main" id="{7C10FFFD-6370-A903-8D01-BB7CC24B89D3}"/>
                </a:ext>
              </a:extLst>
            </p:cNvPr>
            <p:cNvCxnSpPr>
              <a:cxnSpLocks/>
            </p:cNvCxnSpPr>
            <p:nvPr/>
          </p:nvCxnSpPr>
          <p:spPr>
            <a:xfrm>
              <a:off x="3895934" y="6430636"/>
              <a:ext cx="0" cy="70497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 recto 318">
              <a:extLst>
                <a:ext uri="{FF2B5EF4-FFF2-40B4-BE49-F238E27FC236}">
                  <a16:creationId xmlns:a16="http://schemas.microsoft.com/office/drawing/2014/main" id="{B218A5E0-0F8D-DD10-1D14-EDBD8BC05C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5407" y="7162120"/>
              <a:ext cx="13889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 recto 319">
              <a:extLst>
                <a:ext uri="{FF2B5EF4-FFF2-40B4-BE49-F238E27FC236}">
                  <a16:creationId xmlns:a16="http://schemas.microsoft.com/office/drawing/2014/main" id="{3FA6A49D-60FD-6B42-9370-CA6528F96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7950" y="7075284"/>
              <a:ext cx="85725" cy="698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Conector recto 320">
              <a:extLst>
                <a:ext uri="{FF2B5EF4-FFF2-40B4-BE49-F238E27FC236}">
                  <a16:creationId xmlns:a16="http://schemas.microsoft.com/office/drawing/2014/main" id="{C810927E-6D18-C7CB-0AAE-0E68C29FDD00}"/>
                </a:ext>
              </a:extLst>
            </p:cNvPr>
            <p:cNvCxnSpPr>
              <a:cxnSpLocks/>
            </p:cNvCxnSpPr>
            <p:nvPr/>
          </p:nvCxnSpPr>
          <p:spPr>
            <a:xfrm>
              <a:off x="4007059" y="6341859"/>
              <a:ext cx="0" cy="7398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Conector recto 321">
              <a:extLst>
                <a:ext uri="{FF2B5EF4-FFF2-40B4-BE49-F238E27FC236}">
                  <a16:creationId xmlns:a16="http://schemas.microsoft.com/office/drawing/2014/main" id="{53A9D3BE-328C-3017-C4F4-DD8CB94ABC90}"/>
                </a:ext>
              </a:extLst>
            </p:cNvPr>
            <p:cNvCxnSpPr>
              <a:cxnSpLocks/>
            </p:cNvCxnSpPr>
            <p:nvPr/>
          </p:nvCxnSpPr>
          <p:spPr>
            <a:xfrm>
              <a:off x="4398167" y="6054519"/>
              <a:ext cx="0" cy="60166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Conector recto 322">
              <a:extLst>
                <a:ext uri="{FF2B5EF4-FFF2-40B4-BE49-F238E27FC236}">
                  <a16:creationId xmlns:a16="http://schemas.microsoft.com/office/drawing/2014/main" id="{FC2A981A-5143-E0F7-1410-2A126CFCE7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87862" y="6644595"/>
              <a:ext cx="11113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Conector recto 323">
              <a:extLst>
                <a:ext uri="{FF2B5EF4-FFF2-40B4-BE49-F238E27FC236}">
                  <a16:creationId xmlns:a16="http://schemas.microsoft.com/office/drawing/2014/main" id="{233EF343-1E90-B8F1-CFE3-802DA79E11A8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95" y="5995661"/>
              <a:ext cx="0" cy="6509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Conector recto 324">
              <a:extLst>
                <a:ext uri="{FF2B5EF4-FFF2-40B4-BE49-F238E27FC236}">
                  <a16:creationId xmlns:a16="http://schemas.microsoft.com/office/drawing/2014/main" id="{707E83B8-CF76-42CF-FC7B-B7A500E39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7007" y="6579973"/>
              <a:ext cx="85725" cy="698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Conector recto 325">
              <a:extLst>
                <a:ext uri="{FF2B5EF4-FFF2-40B4-BE49-F238E27FC236}">
                  <a16:creationId xmlns:a16="http://schemas.microsoft.com/office/drawing/2014/main" id="{399D26DC-4869-5879-B487-B2524A742015}"/>
                </a:ext>
              </a:extLst>
            </p:cNvPr>
            <p:cNvCxnSpPr>
              <a:cxnSpLocks/>
            </p:cNvCxnSpPr>
            <p:nvPr/>
          </p:nvCxnSpPr>
          <p:spPr>
            <a:xfrm>
              <a:off x="4575384" y="5933687"/>
              <a:ext cx="0" cy="6604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Conector recto 326">
              <a:extLst>
                <a:ext uri="{FF2B5EF4-FFF2-40B4-BE49-F238E27FC236}">
                  <a16:creationId xmlns:a16="http://schemas.microsoft.com/office/drawing/2014/main" id="{54B73A37-DC27-B362-589A-5EFE9DD365B8}"/>
                </a:ext>
              </a:extLst>
            </p:cNvPr>
            <p:cNvCxnSpPr>
              <a:cxnSpLocks/>
            </p:cNvCxnSpPr>
            <p:nvPr/>
          </p:nvCxnSpPr>
          <p:spPr>
            <a:xfrm>
              <a:off x="2744828" y="7178468"/>
              <a:ext cx="0" cy="9997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Conector recto 327">
              <a:extLst>
                <a:ext uri="{FF2B5EF4-FFF2-40B4-BE49-F238E27FC236}">
                  <a16:creationId xmlns:a16="http://schemas.microsoft.com/office/drawing/2014/main" id="{594E6F47-07BD-42EE-4386-94395FAE9C17}"/>
                </a:ext>
              </a:extLst>
            </p:cNvPr>
            <p:cNvCxnSpPr>
              <a:cxnSpLocks/>
            </p:cNvCxnSpPr>
            <p:nvPr/>
          </p:nvCxnSpPr>
          <p:spPr>
            <a:xfrm>
              <a:off x="4615677" y="5779638"/>
              <a:ext cx="0" cy="1256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455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adroTexto 35">
            <a:extLst>
              <a:ext uri="{FF2B5EF4-FFF2-40B4-BE49-F238E27FC236}">
                <a16:creationId xmlns:a16="http://schemas.microsoft.com/office/drawing/2014/main" id="{E5F3CF67-E75D-D95F-1F7D-A709E7DCEBBD}"/>
              </a:ext>
            </a:extLst>
          </p:cNvPr>
          <p:cNvSpPr txBox="1"/>
          <p:nvPr/>
        </p:nvSpPr>
        <p:spPr>
          <a:xfrm>
            <a:off x="983377" y="1061638"/>
            <a:ext cx="101937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solidFill>
                  <a:srgbClr val="2357E2"/>
                </a:solidFill>
                <a:latin typeface="Arial Black" panose="020B0A04020102020204" pitchFamily="34" charset="0"/>
              </a:rPr>
              <a:t> Jugador 1 gana </a:t>
            </a:r>
          </a:p>
          <a:p>
            <a:pPr algn="ctr"/>
            <a:r>
              <a:rPr lang="es-ES" sz="4400" dirty="0">
                <a:solidFill>
                  <a:srgbClr val="2357E2"/>
                </a:solidFill>
                <a:latin typeface="Arial Black" panose="020B0A04020102020204" pitchFamily="34" charset="0"/>
              </a:rPr>
              <a:t>1 - 0</a:t>
            </a:r>
            <a:endParaRPr lang="es-CO" sz="4400" dirty="0">
              <a:solidFill>
                <a:srgbClr val="2357E2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Arco de bloque 13">
            <a:extLst>
              <a:ext uri="{FF2B5EF4-FFF2-40B4-BE49-F238E27FC236}">
                <a16:creationId xmlns:a16="http://schemas.microsoft.com/office/drawing/2014/main" id="{4043436F-3A68-4CD6-9DB2-E07AFC81F324}"/>
              </a:ext>
            </a:extLst>
          </p:cNvPr>
          <p:cNvSpPr/>
          <p:nvPr/>
        </p:nvSpPr>
        <p:spPr>
          <a:xfrm>
            <a:off x="2543772" y="3058120"/>
            <a:ext cx="4477235" cy="5477706"/>
          </a:xfrm>
          <a:prstGeom prst="blockArc">
            <a:avLst>
              <a:gd name="adj1" fmla="val 10800000"/>
              <a:gd name="adj2" fmla="val 100607"/>
              <a:gd name="adj3" fmla="val 13736"/>
            </a:avLst>
          </a:prstGeom>
          <a:solidFill>
            <a:srgbClr val="2357E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7" name="Cilindro 6">
            <a:extLst>
              <a:ext uri="{FF2B5EF4-FFF2-40B4-BE49-F238E27FC236}">
                <a16:creationId xmlns:a16="http://schemas.microsoft.com/office/drawing/2014/main" id="{2B73A9FD-6ADD-4AC8-816A-3D416F8B8B71}"/>
              </a:ext>
            </a:extLst>
          </p:cNvPr>
          <p:cNvSpPr/>
          <p:nvPr/>
        </p:nvSpPr>
        <p:spPr>
          <a:xfrm>
            <a:off x="3065036" y="5892159"/>
            <a:ext cx="3345083" cy="555585"/>
          </a:xfrm>
          <a:prstGeom prst="can">
            <a:avLst>
              <a:gd name="adj" fmla="val 50000"/>
            </a:avLst>
          </a:prstGeom>
          <a:solidFill>
            <a:srgbClr val="EDB005"/>
          </a:solidFill>
          <a:ln>
            <a:solidFill>
              <a:srgbClr val="EE8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ilindro 5">
            <a:extLst>
              <a:ext uri="{FF2B5EF4-FFF2-40B4-BE49-F238E27FC236}">
                <a16:creationId xmlns:a16="http://schemas.microsoft.com/office/drawing/2014/main" id="{4211C3A8-75F8-6510-7E72-2E7AD23BDF80}"/>
              </a:ext>
            </a:extLst>
          </p:cNvPr>
          <p:cNvSpPr/>
          <p:nvPr/>
        </p:nvSpPr>
        <p:spPr>
          <a:xfrm>
            <a:off x="3394915" y="5519180"/>
            <a:ext cx="2685327" cy="555585"/>
          </a:xfrm>
          <a:prstGeom prst="can">
            <a:avLst>
              <a:gd name="adj" fmla="val 50000"/>
            </a:avLst>
          </a:prstGeom>
          <a:solidFill>
            <a:srgbClr val="EDB005"/>
          </a:solidFill>
          <a:ln>
            <a:solidFill>
              <a:srgbClr val="EE8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ilindro 4">
            <a:extLst>
              <a:ext uri="{FF2B5EF4-FFF2-40B4-BE49-F238E27FC236}">
                <a16:creationId xmlns:a16="http://schemas.microsoft.com/office/drawing/2014/main" id="{0A50A469-CEE3-BBC6-DD1F-9A8992CD3408}"/>
              </a:ext>
            </a:extLst>
          </p:cNvPr>
          <p:cNvSpPr/>
          <p:nvPr/>
        </p:nvSpPr>
        <p:spPr>
          <a:xfrm>
            <a:off x="3754937" y="5143013"/>
            <a:ext cx="2054904" cy="555585"/>
          </a:xfrm>
          <a:prstGeom prst="can">
            <a:avLst>
              <a:gd name="adj" fmla="val 50000"/>
            </a:avLst>
          </a:prstGeom>
          <a:solidFill>
            <a:srgbClr val="EDB005"/>
          </a:solidFill>
          <a:ln>
            <a:solidFill>
              <a:srgbClr val="EE8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2AE81D8-35E5-44E4-9C57-EF37F8620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22509" y="4291837"/>
            <a:ext cx="1030147" cy="99699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0FB2A37-E263-F6E5-8EE5-2144BB737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1813" flipH="1">
            <a:off x="4814750" y="5006071"/>
            <a:ext cx="287606" cy="31788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48DAB45-1B47-33AB-2D32-216011A964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4382">
            <a:off x="3737206" y="3912220"/>
            <a:ext cx="935247" cy="935247"/>
          </a:xfrm>
          <a:prstGeom prst="rect">
            <a:avLst/>
          </a:prstGeom>
        </p:spPr>
      </p:pic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52050379-D1D4-7983-5407-A98B7673BB1A}"/>
              </a:ext>
            </a:extLst>
          </p:cNvPr>
          <p:cNvSpPr/>
          <p:nvPr/>
        </p:nvSpPr>
        <p:spPr>
          <a:xfrm>
            <a:off x="4450472" y="5682641"/>
            <a:ext cx="663834" cy="883641"/>
          </a:xfrm>
          <a:prstGeom prst="roundRect">
            <a:avLst/>
          </a:prstGeom>
          <a:solidFill>
            <a:srgbClr val="2357E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400" dirty="0">
                <a:latin typeface="Arial Black" panose="020B0A04020102020204" pitchFamily="34" charset="0"/>
              </a:rPr>
              <a:t>1</a:t>
            </a:r>
            <a:endParaRPr lang="es-CO" sz="4400" dirty="0">
              <a:latin typeface="Arial Black" panose="020B0A04020102020204" pitchFamily="34" charset="0"/>
            </a:endParaRPr>
          </a:p>
        </p:txBody>
      </p:sp>
      <p:sp>
        <p:nvSpPr>
          <p:cNvPr id="28" name="Cilindro 27">
            <a:extLst>
              <a:ext uri="{FF2B5EF4-FFF2-40B4-BE49-F238E27FC236}">
                <a16:creationId xmlns:a16="http://schemas.microsoft.com/office/drawing/2014/main" id="{3A755976-9B3F-E01B-0BB9-16DD4A703D14}"/>
              </a:ext>
            </a:extLst>
          </p:cNvPr>
          <p:cNvSpPr/>
          <p:nvPr/>
        </p:nvSpPr>
        <p:spPr>
          <a:xfrm>
            <a:off x="6931383" y="5886984"/>
            <a:ext cx="2685327" cy="555585"/>
          </a:xfrm>
          <a:prstGeom prst="can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ilindro 28">
            <a:extLst>
              <a:ext uri="{FF2B5EF4-FFF2-40B4-BE49-F238E27FC236}">
                <a16:creationId xmlns:a16="http://schemas.microsoft.com/office/drawing/2014/main" id="{DC53CA85-B265-375A-56EA-853A54EF47ED}"/>
              </a:ext>
            </a:extLst>
          </p:cNvPr>
          <p:cNvSpPr/>
          <p:nvPr/>
        </p:nvSpPr>
        <p:spPr>
          <a:xfrm>
            <a:off x="7291405" y="5510817"/>
            <a:ext cx="2054904" cy="555585"/>
          </a:xfrm>
          <a:prstGeom prst="can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FFB9863A-38D8-6EC3-B1B8-E9CED888CFCA}"/>
              </a:ext>
            </a:extLst>
          </p:cNvPr>
          <p:cNvGrpSpPr/>
          <p:nvPr/>
        </p:nvGrpSpPr>
        <p:grpSpPr>
          <a:xfrm>
            <a:off x="7788715" y="4677954"/>
            <a:ext cx="970661" cy="1028229"/>
            <a:chOff x="8778319" y="5324681"/>
            <a:chExt cx="970661" cy="1028229"/>
          </a:xfrm>
        </p:grpSpPr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D304120F-F1E9-B5FD-94AF-D30461BA6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778319" y="5324681"/>
              <a:ext cx="970661" cy="965795"/>
            </a:xfrm>
            <a:prstGeom prst="rect">
              <a:avLst/>
            </a:prstGeom>
          </p:spPr>
        </p:pic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E32E6AF4-264A-9C5B-2330-D9D4DA446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018314">
              <a:off x="9316199" y="6052575"/>
              <a:ext cx="271731" cy="300335"/>
            </a:xfrm>
            <a:prstGeom prst="rect">
              <a:avLst/>
            </a:prstGeom>
          </p:spPr>
        </p:pic>
      </p:grp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F615040A-0081-A06E-906B-8226FD65383D}"/>
              </a:ext>
            </a:extLst>
          </p:cNvPr>
          <p:cNvSpPr/>
          <p:nvPr/>
        </p:nvSpPr>
        <p:spPr>
          <a:xfrm>
            <a:off x="7986941" y="5900578"/>
            <a:ext cx="635203" cy="681661"/>
          </a:xfrm>
          <a:prstGeom prst="roundRect">
            <a:avLst/>
          </a:prstGeom>
          <a:solidFill>
            <a:srgbClr val="2357E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>
                <a:latin typeface="Arial Black" panose="020B0A04020102020204" pitchFamily="34" charset="0"/>
              </a:rPr>
              <a:t>2</a:t>
            </a:r>
            <a:endParaRPr lang="es-CO" sz="3600" dirty="0">
              <a:latin typeface="Arial Black" panose="020B0A0402010202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C629652-3305-CA35-2426-3098C204B5F2}"/>
              </a:ext>
            </a:extLst>
          </p:cNvPr>
          <p:cNvSpPr txBox="1"/>
          <p:nvPr/>
        </p:nvSpPr>
        <p:spPr>
          <a:xfrm>
            <a:off x="923492" y="1022612"/>
            <a:ext cx="101937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solidFill>
                  <a:schemeClr val="bg1"/>
                </a:solidFill>
                <a:latin typeface="Arial Black" panose="020B0A04020102020204" pitchFamily="34" charset="0"/>
              </a:rPr>
              <a:t> Jugador 1 gana </a:t>
            </a:r>
          </a:p>
          <a:p>
            <a:pPr algn="ctr"/>
            <a:r>
              <a:rPr lang="es-ES" sz="4400" dirty="0">
                <a:solidFill>
                  <a:schemeClr val="bg1"/>
                </a:solidFill>
                <a:latin typeface="Arial Black" panose="020B0A04020102020204" pitchFamily="34" charset="0"/>
              </a:rPr>
              <a:t>1 - 0</a:t>
            </a:r>
            <a:endParaRPr lang="es-CO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7" name="Triángulo isósceles 36">
            <a:extLst>
              <a:ext uri="{FF2B5EF4-FFF2-40B4-BE49-F238E27FC236}">
                <a16:creationId xmlns:a16="http://schemas.microsoft.com/office/drawing/2014/main" id="{F1F80357-2442-395C-EA99-DEB9DEC0DA51}"/>
              </a:ext>
            </a:extLst>
          </p:cNvPr>
          <p:cNvSpPr/>
          <p:nvPr/>
        </p:nvSpPr>
        <p:spPr>
          <a:xfrm rot="875542">
            <a:off x="2686755" y="4714871"/>
            <a:ext cx="539794" cy="1016321"/>
          </a:xfrm>
          <a:prstGeom prst="triangle">
            <a:avLst/>
          </a:prstGeom>
          <a:solidFill>
            <a:srgbClr val="023C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4B50D859-0ECA-2DAE-6C61-5304CB68F40C}"/>
              </a:ext>
            </a:extLst>
          </p:cNvPr>
          <p:cNvSpPr/>
          <p:nvPr/>
        </p:nvSpPr>
        <p:spPr>
          <a:xfrm>
            <a:off x="6406369" y="4738881"/>
            <a:ext cx="610111" cy="1110655"/>
          </a:xfrm>
          <a:prstGeom prst="triangle">
            <a:avLst/>
          </a:prstGeom>
          <a:solidFill>
            <a:srgbClr val="023C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8775EA23-BF75-62A2-BA03-48DB623D2C88}"/>
              </a:ext>
            </a:extLst>
          </p:cNvPr>
          <p:cNvSpPr/>
          <p:nvPr/>
        </p:nvSpPr>
        <p:spPr>
          <a:xfrm rot="16792053">
            <a:off x="6167643" y="4291325"/>
            <a:ext cx="447878" cy="522135"/>
          </a:xfrm>
          <a:prstGeom prst="triangle">
            <a:avLst/>
          </a:prstGeom>
          <a:solidFill>
            <a:srgbClr val="023C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Triángulo isósceles 39">
            <a:extLst>
              <a:ext uri="{FF2B5EF4-FFF2-40B4-BE49-F238E27FC236}">
                <a16:creationId xmlns:a16="http://schemas.microsoft.com/office/drawing/2014/main" id="{90678FA4-51D7-E72F-BAA7-7EC6C8C6F63F}"/>
              </a:ext>
            </a:extLst>
          </p:cNvPr>
          <p:cNvSpPr/>
          <p:nvPr/>
        </p:nvSpPr>
        <p:spPr>
          <a:xfrm rot="19845821">
            <a:off x="5798319" y="3516154"/>
            <a:ext cx="409630" cy="722132"/>
          </a:xfrm>
          <a:prstGeom prst="triangle">
            <a:avLst/>
          </a:prstGeom>
          <a:solidFill>
            <a:srgbClr val="023C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Triángulo isósceles 40">
            <a:extLst>
              <a:ext uri="{FF2B5EF4-FFF2-40B4-BE49-F238E27FC236}">
                <a16:creationId xmlns:a16="http://schemas.microsoft.com/office/drawing/2014/main" id="{EDA0838B-D191-A40A-24D4-D7008458D316}"/>
              </a:ext>
            </a:extLst>
          </p:cNvPr>
          <p:cNvSpPr/>
          <p:nvPr/>
        </p:nvSpPr>
        <p:spPr>
          <a:xfrm>
            <a:off x="5394549" y="3395886"/>
            <a:ext cx="335691" cy="410284"/>
          </a:xfrm>
          <a:prstGeom prst="triangle">
            <a:avLst/>
          </a:prstGeom>
          <a:solidFill>
            <a:srgbClr val="023C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Triángulo isósceles 41">
            <a:extLst>
              <a:ext uri="{FF2B5EF4-FFF2-40B4-BE49-F238E27FC236}">
                <a16:creationId xmlns:a16="http://schemas.microsoft.com/office/drawing/2014/main" id="{E11DAC37-023D-805F-A632-B64E13B18F00}"/>
              </a:ext>
            </a:extLst>
          </p:cNvPr>
          <p:cNvSpPr/>
          <p:nvPr/>
        </p:nvSpPr>
        <p:spPr>
          <a:xfrm rot="16792053">
            <a:off x="2867848" y="4277242"/>
            <a:ext cx="447878" cy="522135"/>
          </a:xfrm>
          <a:prstGeom prst="triangle">
            <a:avLst/>
          </a:prstGeom>
          <a:solidFill>
            <a:srgbClr val="023C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Triángulo isósceles 42">
            <a:extLst>
              <a:ext uri="{FF2B5EF4-FFF2-40B4-BE49-F238E27FC236}">
                <a16:creationId xmlns:a16="http://schemas.microsoft.com/office/drawing/2014/main" id="{CEEA7C0D-BF4B-6CD2-9419-12EC372971F8}"/>
              </a:ext>
            </a:extLst>
          </p:cNvPr>
          <p:cNvSpPr/>
          <p:nvPr/>
        </p:nvSpPr>
        <p:spPr>
          <a:xfrm rot="936396">
            <a:off x="3354713" y="3486289"/>
            <a:ext cx="409630" cy="722132"/>
          </a:xfrm>
          <a:prstGeom prst="triangle">
            <a:avLst/>
          </a:prstGeom>
          <a:solidFill>
            <a:srgbClr val="023C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Triángulo isósceles 43">
            <a:extLst>
              <a:ext uri="{FF2B5EF4-FFF2-40B4-BE49-F238E27FC236}">
                <a16:creationId xmlns:a16="http://schemas.microsoft.com/office/drawing/2014/main" id="{67199FE9-F099-070D-CA9A-F2DD1FA3896B}"/>
              </a:ext>
            </a:extLst>
          </p:cNvPr>
          <p:cNvSpPr/>
          <p:nvPr/>
        </p:nvSpPr>
        <p:spPr>
          <a:xfrm rot="21080188">
            <a:off x="3770653" y="3368050"/>
            <a:ext cx="335691" cy="410284"/>
          </a:xfrm>
          <a:prstGeom prst="triangle">
            <a:avLst/>
          </a:prstGeom>
          <a:solidFill>
            <a:srgbClr val="023C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FACA598E-8594-FF7A-0E21-0EA26E958744}"/>
              </a:ext>
            </a:extLst>
          </p:cNvPr>
          <p:cNvSpPr/>
          <p:nvPr/>
        </p:nvSpPr>
        <p:spPr>
          <a:xfrm>
            <a:off x="4077820" y="2935997"/>
            <a:ext cx="1319514" cy="947759"/>
          </a:xfrm>
          <a:prstGeom prst="roundRect">
            <a:avLst/>
          </a:prstGeom>
          <a:solidFill>
            <a:srgbClr val="2357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Triángulo isósceles 44">
            <a:extLst>
              <a:ext uri="{FF2B5EF4-FFF2-40B4-BE49-F238E27FC236}">
                <a16:creationId xmlns:a16="http://schemas.microsoft.com/office/drawing/2014/main" id="{3EBE251C-3BED-5D47-99B3-0E7CB8CBD81D}"/>
              </a:ext>
            </a:extLst>
          </p:cNvPr>
          <p:cNvSpPr/>
          <p:nvPr/>
        </p:nvSpPr>
        <p:spPr>
          <a:xfrm rot="18808651">
            <a:off x="4407604" y="2963333"/>
            <a:ext cx="542661" cy="833695"/>
          </a:xfrm>
          <a:prstGeom prst="triangle">
            <a:avLst/>
          </a:prstGeom>
          <a:solidFill>
            <a:srgbClr val="023C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F1CA763-0059-B44A-66DB-B98A11120F16}"/>
              </a:ext>
            </a:extLst>
          </p:cNvPr>
          <p:cNvSpPr txBox="1"/>
          <p:nvPr/>
        </p:nvSpPr>
        <p:spPr>
          <a:xfrm rot="16785007" flipH="1" flipV="1">
            <a:off x="2200856" y="3668603"/>
            <a:ext cx="4734044" cy="416469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413216"/>
              </a:avLst>
            </a:prstTxWarp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 Black" panose="020B0A04020102020204" pitchFamily="34" charset="0"/>
                <a:ea typeface="Segoe UI Black" panose="020B0A02040204020203" pitchFamily="34" charset="0"/>
              </a:rPr>
              <a:t>¡GANADOR!</a:t>
            </a:r>
            <a:endParaRPr lang="es-CO" sz="2000" dirty="0">
              <a:solidFill>
                <a:schemeClr val="bg1"/>
              </a:solidFill>
              <a:latin typeface="Arial Black" panose="020B0A04020102020204" pitchFamily="34" charset="0"/>
              <a:ea typeface="Segoe UI Black" panose="020B0A02040204020203" pitchFamily="34" charset="0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918C41F-BBA6-DEDE-39C4-18A3DE449AC0}"/>
              </a:ext>
            </a:extLst>
          </p:cNvPr>
          <p:cNvSpPr txBox="1"/>
          <p:nvPr/>
        </p:nvSpPr>
        <p:spPr>
          <a:xfrm rot="9577517" flipH="1" flipV="1">
            <a:off x="2885634" y="3270127"/>
            <a:ext cx="4734044" cy="416469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413216"/>
              </a:avLst>
            </a:prstTxWarp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 Black" panose="020B0A04020102020204" pitchFamily="34" charset="0"/>
                <a:ea typeface="Segoe UI Black" panose="020B0A02040204020203" pitchFamily="34" charset="0"/>
              </a:rPr>
              <a:t>¡GANADOR!</a:t>
            </a:r>
            <a:endParaRPr lang="es-CO" sz="2000" dirty="0">
              <a:solidFill>
                <a:schemeClr val="bg1"/>
              </a:solidFill>
              <a:latin typeface="Arial Black" panose="020B0A04020102020204" pitchFamily="34" charset="0"/>
              <a:ea typeface="Segoe UI Black" panose="020B0A02040204020203" pitchFamily="34" charset="0"/>
            </a:endParaRPr>
          </a:p>
        </p:txBody>
      </p:sp>
      <p:pic>
        <p:nvPicPr>
          <p:cNvPr id="50" name="Imagen 49">
            <a:extLst>
              <a:ext uri="{FF2B5EF4-FFF2-40B4-BE49-F238E27FC236}">
                <a16:creationId xmlns:a16="http://schemas.microsoft.com/office/drawing/2014/main" id="{6643F6A3-C47F-86FC-7658-57D272CCA3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987" y="3065471"/>
            <a:ext cx="849179" cy="76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272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1E79E4B6-A331-7654-580C-3FABA4EF0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54660">
            <a:off x="1318788" y="5075371"/>
            <a:ext cx="4668856" cy="1443201"/>
          </a:xfrm>
          <a:prstGeom prst="rect">
            <a:avLst/>
          </a:prstGeom>
        </p:spPr>
      </p:pic>
      <p:sp>
        <p:nvSpPr>
          <p:cNvPr id="7" name="Cilindro 6">
            <a:extLst>
              <a:ext uri="{FF2B5EF4-FFF2-40B4-BE49-F238E27FC236}">
                <a16:creationId xmlns:a16="http://schemas.microsoft.com/office/drawing/2014/main" id="{2B73A9FD-6ADD-4AC8-816A-3D416F8B8B71}"/>
              </a:ext>
            </a:extLst>
          </p:cNvPr>
          <p:cNvSpPr/>
          <p:nvPr/>
        </p:nvSpPr>
        <p:spPr>
          <a:xfrm>
            <a:off x="3065036" y="5892159"/>
            <a:ext cx="3345083" cy="555585"/>
          </a:xfrm>
          <a:prstGeom prst="can">
            <a:avLst>
              <a:gd name="adj" fmla="val 50000"/>
            </a:avLst>
          </a:prstGeom>
          <a:solidFill>
            <a:srgbClr val="EDB005"/>
          </a:solidFill>
          <a:ln>
            <a:solidFill>
              <a:srgbClr val="EE8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ilindro 5">
            <a:extLst>
              <a:ext uri="{FF2B5EF4-FFF2-40B4-BE49-F238E27FC236}">
                <a16:creationId xmlns:a16="http://schemas.microsoft.com/office/drawing/2014/main" id="{4211C3A8-75F8-6510-7E72-2E7AD23BDF80}"/>
              </a:ext>
            </a:extLst>
          </p:cNvPr>
          <p:cNvSpPr/>
          <p:nvPr/>
        </p:nvSpPr>
        <p:spPr>
          <a:xfrm>
            <a:off x="3394915" y="5519180"/>
            <a:ext cx="2685327" cy="555585"/>
          </a:xfrm>
          <a:prstGeom prst="can">
            <a:avLst>
              <a:gd name="adj" fmla="val 50000"/>
            </a:avLst>
          </a:prstGeom>
          <a:solidFill>
            <a:srgbClr val="EDB005"/>
          </a:solidFill>
          <a:ln>
            <a:solidFill>
              <a:srgbClr val="EE8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ilindro 4">
            <a:extLst>
              <a:ext uri="{FF2B5EF4-FFF2-40B4-BE49-F238E27FC236}">
                <a16:creationId xmlns:a16="http://schemas.microsoft.com/office/drawing/2014/main" id="{0A50A469-CEE3-BBC6-DD1F-9A8992CD3408}"/>
              </a:ext>
            </a:extLst>
          </p:cNvPr>
          <p:cNvSpPr/>
          <p:nvPr/>
        </p:nvSpPr>
        <p:spPr>
          <a:xfrm>
            <a:off x="3754937" y="5143013"/>
            <a:ext cx="2054904" cy="555585"/>
          </a:xfrm>
          <a:prstGeom prst="can">
            <a:avLst>
              <a:gd name="adj" fmla="val 50000"/>
            </a:avLst>
          </a:prstGeom>
          <a:solidFill>
            <a:srgbClr val="EDB005"/>
          </a:solidFill>
          <a:ln>
            <a:solidFill>
              <a:srgbClr val="EE8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52050379-D1D4-7983-5407-A98B7673BB1A}"/>
              </a:ext>
            </a:extLst>
          </p:cNvPr>
          <p:cNvSpPr/>
          <p:nvPr/>
        </p:nvSpPr>
        <p:spPr>
          <a:xfrm>
            <a:off x="4450472" y="5682641"/>
            <a:ext cx="663834" cy="883641"/>
          </a:xfrm>
          <a:prstGeom prst="roundRect">
            <a:avLst/>
          </a:prstGeom>
          <a:solidFill>
            <a:srgbClr val="2357E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400" dirty="0">
                <a:latin typeface="Arial Black" panose="020B0A04020102020204" pitchFamily="34" charset="0"/>
              </a:rPr>
              <a:t>1</a:t>
            </a:r>
            <a:endParaRPr lang="es-CO" sz="4400" dirty="0">
              <a:latin typeface="Arial Black" panose="020B0A04020102020204" pitchFamily="34" charset="0"/>
            </a:endParaRPr>
          </a:p>
        </p:txBody>
      </p:sp>
      <p:sp>
        <p:nvSpPr>
          <p:cNvPr id="28" name="Cilindro 27">
            <a:extLst>
              <a:ext uri="{FF2B5EF4-FFF2-40B4-BE49-F238E27FC236}">
                <a16:creationId xmlns:a16="http://schemas.microsoft.com/office/drawing/2014/main" id="{3A755976-9B3F-E01B-0BB9-16DD4A703D14}"/>
              </a:ext>
            </a:extLst>
          </p:cNvPr>
          <p:cNvSpPr/>
          <p:nvPr/>
        </p:nvSpPr>
        <p:spPr>
          <a:xfrm>
            <a:off x="6931383" y="5886984"/>
            <a:ext cx="2685327" cy="555585"/>
          </a:xfrm>
          <a:prstGeom prst="can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ilindro 28">
            <a:extLst>
              <a:ext uri="{FF2B5EF4-FFF2-40B4-BE49-F238E27FC236}">
                <a16:creationId xmlns:a16="http://schemas.microsoft.com/office/drawing/2014/main" id="{DC53CA85-B265-375A-56EA-853A54EF47ED}"/>
              </a:ext>
            </a:extLst>
          </p:cNvPr>
          <p:cNvSpPr/>
          <p:nvPr/>
        </p:nvSpPr>
        <p:spPr>
          <a:xfrm>
            <a:off x="7291405" y="5510817"/>
            <a:ext cx="2054904" cy="555585"/>
          </a:xfrm>
          <a:prstGeom prst="can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F615040A-0081-A06E-906B-8226FD65383D}"/>
              </a:ext>
            </a:extLst>
          </p:cNvPr>
          <p:cNvSpPr/>
          <p:nvPr/>
        </p:nvSpPr>
        <p:spPr>
          <a:xfrm>
            <a:off x="7986941" y="5900578"/>
            <a:ext cx="635203" cy="681661"/>
          </a:xfrm>
          <a:prstGeom prst="roundRect">
            <a:avLst/>
          </a:prstGeom>
          <a:solidFill>
            <a:srgbClr val="2357E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>
                <a:latin typeface="Arial Black" panose="020B0A04020102020204" pitchFamily="34" charset="0"/>
              </a:rPr>
              <a:t>2</a:t>
            </a:r>
            <a:endParaRPr lang="es-CO" sz="3600" dirty="0">
              <a:latin typeface="Arial Black" panose="020B0A0402010202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FACA598E-8594-FF7A-0E21-0EA26E958744}"/>
              </a:ext>
            </a:extLst>
          </p:cNvPr>
          <p:cNvSpPr/>
          <p:nvPr/>
        </p:nvSpPr>
        <p:spPr>
          <a:xfrm rot="20568630">
            <a:off x="2679450" y="5684631"/>
            <a:ext cx="1319514" cy="947759"/>
          </a:xfrm>
          <a:prstGeom prst="roundRect">
            <a:avLst/>
          </a:prstGeom>
          <a:solidFill>
            <a:srgbClr val="2357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Triángulo isósceles 44">
            <a:extLst>
              <a:ext uri="{FF2B5EF4-FFF2-40B4-BE49-F238E27FC236}">
                <a16:creationId xmlns:a16="http://schemas.microsoft.com/office/drawing/2014/main" id="{3EBE251C-3BED-5D47-99B3-0E7CB8CBD81D}"/>
              </a:ext>
            </a:extLst>
          </p:cNvPr>
          <p:cNvSpPr/>
          <p:nvPr/>
        </p:nvSpPr>
        <p:spPr>
          <a:xfrm rot="17777281">
            <a:off x="3009234" y="5711967"/>
            <a:ext cx="542661" cy="833695"/>
          </a:xfrm>
          <a:prstGeom prst="triangle">
            <a:avLst/>
          </a:prstGeom>
          <a:solidFill>
            <a:srgbClr val="023C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0" name="Imagen 49">
            <a:extLst>
              <a:ext uri="{FF2B5EF4-FFF2-40B4-BE49-F238E27FC236}">
                <a16:creationId xmlns:a16="http://schemas.microsoft.com/office/drawing/2014/main" id="{6643F6A3-C47F-86FC-7658-57D272CCA3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68630">
            <a:off x="2914617" y="5814105"/>
            <a:ext cx="849179" cy="76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30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04AF5-9238-989B-BEE2-3433264C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1CDA6B-107B-179B-4D0C-B9CC1DC62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3519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24</Words>
  <Application>Microsoft Office PowerPoint</Application>
  <PresentationFormat>Panorámica</PresentationFormat>
  <Paragraphs>10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 .</dc:creator>
  <cp:lastModifiedBy>. .</cp:lastModifiedBy>
  <cp:revision>47</cp:revision>
  <dcterms:created xsi:type="dcterms:W3CDTF">2025-07-30T21:11:34Z</dcterms:created>
  <dcterms:modified xsi:type="dcterms:W3CDTF">2025-08-21T16:28:22Z</dcterms:modified>
</cp:coreProperties>
</file>